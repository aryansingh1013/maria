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dp" ContentType="image/vnd.ms-photo"/>
  <Default Extension="jpg" ContentType="image/jpe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theme/theme2.xml" ContentType="application/vnd.openxmlformats-officedocument.theme+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 id="2147483672" r:id="rId5"/>
    <p:sldMasterId id="2147483693" r:id="rId6"/>
  </p:sldMasterIdLst>
  <p:notesMasterIdLst>
    <p:notesMasterId r:id="rId14"/>
  </p:notesMasterIdLst>
  <p:handoutMasterIdLst>
    <p:handoutMasterId r:id="rId15"/>
  </p:handoutMasterIdLst>
  <p:sldIdLst>
    <p:sldId id="277" r:id="rId7"/>
    <p:sldId id="278" r:id="rId8"/>
    <p:sldId id="321" r:id="rId9"/>
    <p:sldId id="322" r:id="rId10"/>
    <p:sldId id="323" r:id="rId11"/>
    <p:sldId id="324" r:id="rId12"/>
    <p:sldId id="269"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6C400"/>
    <a:srgbClr val="82BF36"/>
    <a:srgbClr val="7FBA00"/>
    <a:srgbClr val="1F497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59841" autoAdjust="0"/>
  </p:normalViewPr>
  <p:slideViewPr>
    <p:cSldViewPr snapToGrid="0">
      <p:cViewPr varScale="1">
        <p:scale>
          <a:sx n="49" d="100"/>
          <a:sy n="49" d="100"/>
        </p:scale>
        <p:origin x="2002" y="58"/>
      </p:cViewPr>
      <p:guideLst/>
    </p:cSldViewPr>
  </p:slideViewPr>
  <p:notesTextViewPr>
    <p:cViewPr>
      <p:scale>
        <a:sx n="1" d="1"/>
        <a:sy n="1" d="1"/>
      </p:scale>
      <p:origin x="0" y="0"/>
    </p:cViewPr>
  </p:notesTextViewPr>
  <p:notesViewPr>
    <p:cSldViewPr snapToGrid="0">
      <p:cViewPr varScale="1">
        <p:scale>
          <a:sx n="54" d="100"/>
          <a:sy n="54" d="100"/>
        </p:scale>
        <p:origin x="2796" y="4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2.xml"/><Relationship Id="rId13" Type="http://schemas.openxmlformats.org/officeDocument/2006/relationships/slide" Target="slides/slide7.xml"/><Relationship Id="rId18"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slide" Target="slides/slide1.xml"/><Relationship Id="rId12" Type="http://schemas.openxmlformats.org/officeDocument/2006/relationships/slide" Target="slides/slide6.xml"/><Relationship Id="rId17"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5.xml"/><Relationship Id="rId5" Type="http://schemas.openxmlformats.org/officeDocument/2006/relationships/slideMaster" Target="slideMasters/slideMaster2.xml"/><Relationship Id="rId15" Type="http://schemas.openxmlformats.org/officeDocument/2006/relationships/handoutMaster" Target="handoutMasters/handoutMaster1.xml"/><Relationship Id="rId10" Type="http://schemas.openxmlformats.org/officeDocument/2006/relationships/slide" Target="slides/slide4.xml"/><Relationship Id="rId19"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3.xml"/><Relationship Id="rId14"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312E7B4A-039C-48A2-9B2C-AF16AA3873D8}" type="datetimeFigureOut">
              <a:rPr lang="en-US" smtClean="0"/>
              <a:t>1/6/2014</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F5FCDD8-505C-48BF-B1E5-CD9B258934D2}" type="slidenum">
              <a:rPr lang="en-US" smtClean="0"/>
              <a:t>‹#›</a:t>
            </a:fld>
            <a:endParaRPr lang="en-US"/>
          </a:p>
        </p:txBody>
      </p:sp>
    </p:spTree>
    <p:extLst>
      <p:ext uri="{BB962C8B-B14F-4D97-AF65-F5344CB8AC3E}">
        <p14:creationId xmlns:p14="http://schemas.microsoft.com/office/powerpoint/2010/main" val="178192276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A005A0C-54D9-45AA-87D4-C551D08DFCE1}" type="datetimeFigureOut">
              <a:rPr lang="en-US" smtClean="0"/>
              <a:t>1/6/2014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CFD207A-07DF-40AD-A916-9872E089CE7A}" type="slidenum">
              <a:rPr lang="en-US" smtClean="0"/>
              <a:t>‹#›</a:t>
            </a:fld>
            <a:endParaRPr lang="en-US"/>
          </a:p>
        </p:txBody>
      </p:sp>
    </p:spTree>
    <p:extLst>
      <p:ext uri="{BB962C8B-B14F-4D97-AF65-F5344CB8AC3E}">
        <p14:creationId xmlns:p14="http://schemas.microsoft.com/office/powerpoint/2010/main" val="129571861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4" name="Slide Number Placeholder 3"/>
          <p:cNvSpPr>
            <a:spLocks noGrp="1"/>
          </p:cNvSpPr>
          <p:nvPr>
            <p:ph type="sldNum" sz="quarter" idx="10"/>
          </p:nvPr>
        </p:nvSpPr>
        <p:spPr/>
        <p:txBody>
          <a:bodyPr/>
          <a:lstStyle/>
          <a:p>
            <a:fld id="{13F0F35F-DD44-4607-AEC1-49D7A4BC4066}" type="slidenum">
              <a:rPr lang="en-US" smtClean="0"/>
              <a:pPr/>
              <a:t>1</a:t>
            </a:fld>
            <a:endParaRPr lang="en-US" dirty="0"/>
          </a:p>
        </p:txBody>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08871149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Autofit/>
          </a:bodyPr>
          <a:lstStyle/>
          <a:p>
            <a:endParaRPr lang="en-GB" dirty="0">
              <a:solidFill>
                <a:schemeClr val="tx2"/>
              </a:solidFill>
              <a:latin typeface="Segoe" pitchFamily="34" charset="0"/>
            </a:endParaRPr>
          </a:p>
        </p:txBody>
      </p:sp>
      <p:sp>
        <p:nvSpPr>
          <p:cNvPr id="4" name="Slide Number Placeholder 3"/>
          <p:cNvSpPr>
            <a:spLocks noGrp="1"/>
          </p:cNvSpPr>
          <p:nvPr>
            <p:ph type="sldNum" sz="quarter" idx="10"/>
          </p:nvPr>
        </p:nvSpPr>
        <p:spPr/>
        <p:txBody>
          <a:bodyPr/>
          <a:lstStyle/>
          <a:p>
            <a:fld id="{13F0F35F-DD44-4607-AEC1-49D7A4BC4066}" type="slidenum">
              <a:rPr lang="en-US" smtClean="0"/>
              <a:pPr/>
              <a:t>2</a:t>
            </a:fld>
            <a:endParaRPr lang="en-US" dirty="0"/>
          </a:p>
        </p:txBody>
      </p:sp>
    </p:spTree>
    <p:extLst>
      <p:ext uri="{BB962C8B-B14F-4D97-AF65-F5344CB8AC3E}">
        <p14:creationId xmlns:p14="http://schemas.microsoft.com/office/powerpoint/2010/main" val="154275756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CFD207A-07DF-40AD-A916-9872E089CE7A}" type="slidenum">
              <a:rPr lang="en-US" smtClean="0"/>
              <a:t>3</a:t>
            </a:fld>
            <a:endParaRPr lang="en-US"/>
          </a:p>
        </p:txBody>
      </p:sp>
    </p:spTree>
    <p:extLst>
      <p:ext uri="{BB962C8B-B14F-4D97-AF65-F5344CB8AC3E}">
        <p14:creationId xmlns:p14="http://schemas.microsoft.com/office/powerpoint/2010/main" val="36992916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CFD207A-07DF-40AD-A916-9872E089CE7A}" type="slidenum">
              <a:rPr lang="en-US" smtClean="0"/>
              <a:t>4</a:t>
            </a:fld>
            <a:endParaRPr lang="en-US"/>
          </a:p>
        </p:txBody>
      </p:sp>
    </p:spTree>
    <p:extLst>
      <p:ext uri="{BB962C8B-B14F-4D97-AF65-F5344CB8AC3E}">
        <p14:creationId xmlns:p14="http://schemas.microsoft.com/office/powerpoint/2010/main" val="14251871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CFD207A-07DF-40AD-A916-9872E089CE7A}" type="slidenum">
              <a:rPr lang="en-US" smtClean="0"/>
              <a:t>5</a:t>
            </a:fld>
            <a:endParaRPr lang="en-US"/>
          </a:p>
        </p:txBody>
      </p:sp>
    </p:spTree>
    <p:extLst>
      <p:ext uri="{BB962C8B-B14F-4D97-AF65-F5344CB8AC3E}">
        <p14:creationId xmlns:p14="http://schemas.microsoft.com/office/powerpoint/2010/main" val="193598157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CFD207A-07DF-40AD-A916-9872E089CE7A}" type="slidenum">
              <a:rPr lang="en-US" smtClean="0"/>
              <a:t>6</a:t>
            </a:fld>
            <a:endParaRPr lang="en-US"/>
          </a:p>
        </p:txBody>
      </p:sp>
    </p:spTree>
    <p:extLst>
      <p:ext uri="{BB962C8B-B14F-4D97-AF65-F5344CB8AC3E}">
        <p14:creationId xmlns:p14="http://schemas.microsoft.com/office/powerpoint/2010/main" val="3551393256"/>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g"/><Relationship Id="rId1" Type="http://schemas.openxmlformats.org/officeDocument/2006/relationships/slideMaster" Target="../slideMasters/slideMaster2.xml"/><Relationship Id="rId4" Type="http://schemas.microsoft.com/office/2007/relationships/hdphoto" Target="../media/hdphoto1.wdp"/></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4.png"/><Relationship Id="rId1" Type="http://schemas.openxmlformats.org/officeDocument/2006/relationships/slideMaster" Target="../slideMasters/slideMaster2.xml"/><Relationship Id="rId4" Type="http://schemas.microsoft.com/office/2007/relationships/hdphoto" Target="../media/hdphoto2.wdp"/></Relationships>
</file>

<file path=ppt/slideLayouts/_rels/slideLayout12.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g"/><Relationship Id="rId1" Type="http://schemas.openxmlformats.org/officeDocument/2006/relationships/slideMaster" Target="../slideMasters/slideMaster2.xml"/><Relationship Id="rId4" Type="http://schemas.microsoft.com/office/2007/relationships/hdphoto" Target="../media/hdphoto1.wdp"/></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jp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jpg"/><Relationship Id="rId1" Type="http://schemas.openxmlformats.org/officeDocument/2006/relationships/slideMaster" Target="../slideMasters/slideMaster2.xml"/><Relationship Id="rId6" Type="http://schemas.microsoft.com/office/2007/relationships/hdphoto" Target="../media/hdphoto1.wdp"/><Relationship Id="rId5" Type="http://schemas.openxmlformats.org/officeDocument/2006/relationships/image" Target="../media/image6.png"/><Relationship Id="rId4" Type="http://schemas.microsoft.com/office/2007/relationships/hdphoto" Target="../media/hdphoto3.wdp"/></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g"/><Relationship Id="rId1" Type="http://schemas.openxmlformats.org/officeDocument/2006/relationships/slideMaster" Target="../slideMasters/slideMaster3.xml"/><Relationship Id="rId4" Type="http://schemas.microsoft.com/office/2007/relationships/hdphoto" Target="../media/hdphoto1.wdp"/></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4.png"/><Relationship Id="rId1" Type="http://schemas.openxmlformats.org/officeDocument/2006/relationships/slideMaster" Target="../slideMasters/slideMaster3.xml"/><Relationship Id="rId4" Type="http://schemas.microsoft.com/office/2007/relationships/hdphoto" Target="../media/hdphoto2.wdp"/></Relationships>
</file>

<file path=ppt/slideLayouts/_rels/slideLayout32.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7.png"/><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7.png"/><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7.png"/><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7.png"/><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7.png"/><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g"/><Relationship Id="rId1" Type="http://schemas.openxmlformats.org/officeDocument/2006/relationships/slideMaster" Target="../slideMasters/slideMaster3.xml"/><Relationship Id="rId4" Type="http://schemas.microsoft.com/office/2007/relationships/hdphoto" Target="../media/hdphoto1.wdp"/></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jpg"/><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jpg"/><Relationship Id="rId1" Type="http://schemas.openxmlformats.org/officeDocument/2006/relationships/slideMaster" Target="../slideMasters/slideMaster3.xml"/><Relationship Id="rId6" Type="http://schemas.microsoft.com/office/2007/relationships/hdphoto" Target="../media/hdphoto1.wdp"/><Relationship Id="rId5" Type="http://schemas.openxmlformats.org/officeDocument/2006/relationships/image" Target="../media/image6.png"/><Relationship Id="rId4" Type="http://schemas.microsoft.com/office/2007/relationships/hdphoto" Target="../media/hdphoto3.wdp"/></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93271" y="5132437"/>
            <a:ext cx="8579886" cy="1460779"/>
          </a:xfrm>
          <a:prstGeom prst="rect">
            <a:avLst/>
          </a:prstGeom>
        </p:spPr>
        <p:txBody>
          <a:bodyPr lIns="137160" tIns="137160" rIns="137160" bIns="137160" anchor="b" anchorCtr="0">
            <a:normAutofit/>
          </a:bodyPr>
          <a:lstStyle>
            <a:lvl1pPr marL="0" indent="0" algn="l" defTabSz="914052" rtl="0" eaLnBrk="1" latinLnBrk="0" hangingPunct="1">
              <a:lnSpc>
                <a:spcPct val="100000"/>
              </a:lnSpc>
              <a:spcBef>
                <a:spcPts val="0"/>
              </a:spcBef>
              <a:buSzPct val="90000"/>
              <a:buFont typeface="Arial" pitchFamily="34" charset="0"/>
              <a:buNone/>
              <a:defRPr lang="en-US" sz="2400" b="0" kern="0" spc="0" baseline="0" dirty="0">
                <a:solidFill>
                  <a:schemeClr val="tx1"/>
                </a:solidFill>
                <a:latin typeface="Segoe UI Light" panose="020B0502040204020203" pitchFamily="34" charset="0"/>
                <a:ea typeface="Segoe UI Light" panose="020B0502040204020203" pitchFamily="34" charset="0"/>
                <a:cs typeface="Segoe UI Light" panose="020B0502040204020203" pitchFamily="34" charset="0"/>
              </a:defRPr>
            </a:lvl1pPr>
            <a:lvl2pPr marL="457044" indent="0" algn="ctr">
              <a:buNone/>
              <a:defRPr>
                <a:solidFill>
                  <a:schemeClr val="tx1">
                    <a:tint val="75000"/>
                  </a:schemeClr>
                </a:solidFill>
              </a:defRPr>
            </a:lvl2pPr>
            <a:lvl3pPr marL="914088" indent="0" algn="ctr">
              <a:buNone/>
              <a:defRPr>
                <a:solidFill>
                  <a:schemeClr val="tx1">
                    <a:tint val="75000"/>
                  </a:schemeClr>
                </a:solidFill>
              </a:defRPr>
            </a:lvl3pPr>
            <a:lvl4pPr marL="1371133" indent="0" algn="ctr">
              <a:buNone/>
              <a:defRPr>
                <a:solidFill>
                  <a:schemeClr val="tx1">
                    <a:tint val="75000"/>
                  </a:schemeClr>
                </a:solidFill>
              </a:defRPr>
            </a:lvl4pPr>
            <a:lvl5pPr marL="1828178" indent="0" algn="ctr">
              <a:buNone/>
              <a:defRPr>
                <a:solidFill>
                  <a:schemeClr val="tx1">
                    <a:tint val="75000"/>
                  </a:schemeClr>
                </a:solidFill>
              </a:defRPr>
            </a:lvl5pPr>
            <a:lvl6pPr marL="2285222" indent="0" algn="ctr">
              <a:buNone/>
              <a:defRPr>
                <a:solidFill>
                  <a:schemeClr val="tx1">
                    <a:tint val="75000"/>
                  </a:schemeClr>
                </a:solidFill>
              </a:defRPr>
            </a:lvl6pPr>
            <a:lvl7pPr marL="2742267" indent="0" algn="ctr">
              <a:buNone/>
              <a:defRPr>
                <a:solidFill>
                  <a:schemeClr val="tx1">
                    <a:tint val="75000"/>
                  </a:schemeClr>
                </a:solidFill>
              </a:defRPr>
            </a:lvl7pPr>
            <a:lvl8pPr marL="3199311" indent="0" algn="ctr">
              <a:buNone/>
              <a:defRPr>
                <a:solidFill>
                  <a:schemeClr val="tx1">
                    <a:tint val="75000"/>
                  </a:schemeClr>
                </a:solidFill>
              </a:defRPr>
            </a:lvl8pPr>
            <a:lvl9pPr marL="3656358" indent="0" algn="ctr">
              <a:buNone/>
              <a:defRPr>
                <a:solidFill>
                  <a:schemeClr val="tx1">
                    <a:tint val="75000"/>
                  </a:schemeClr>
                </a:solidFill>
              </a:defRPr>
            </a:lvl9pPr>
          </a:lstStyle>
          <a:p>
            <a:r>
              <a:rPr lang="en-US" dirty="0" smtClean="0"/>
              <a:t>Click to edit Master subtitle style</a:t>
            </a:r>
            <a:endParaRPr lang="en-US" dirty="0"/>
          </a:p>
        </p:txBody>
      </p:sp>
      <p:sp>
        <p:nvSpPr>
          <p:cNvPr id="10" name="Title 1"/>
          <p:cNvSpPr>
            <a:spLocks noGrp="1"/>
          </p:cNvSpPr>
          <p:nvPr>
            <p:ph type="ctrTitle" hasCustomPrompt="1"/>
          </p:nvPr>
        </p:nvSpPr>
        <p:spPr>
          <a:xfrm>
            <a:off x="193271" y="2415641"/>
            <a:ext cx="8579886" cy="2603307"/>
          </a:xfrm>
          <a:prstGeom prst="rect">
            <a:avLst/>
          </a:prstGeom>
          <a:solidFill>
            <a:srgbClr val="7FBA00"/>
          </a:solidFill>
          <a:effectLst/>
        </p:spPr>
        <p:txBody>
          <a:bodyPr vert="horz" lIns="137160" tIns="137160" rIns="91409" bIns="137160" rtlCol="0" anchor="b" anchorCtr="0">
            <a:noAutofit/>
          </a:bodyPr>
          <a:lstStyle>
            <a:lvl1pPr>
              <a:defRPr lang="en-US" sz="4800" kern="0" dirty="0">
                <a:ln w="3175">
                  <a:noFill/>
                </a:ln>
                <a:gradFill flip="none" rotWithShape="1">
                  <a:gsLst>
                    <a:gs pos="4583">
                      <a:srgbClr val="FFFFFF"/>
                    </a:gs>
                    <a:gs pos="100000">
                      <a:srgbClr val="FFFFFF"/>
                    </a:gs>
                  </a:gsLst>
                  <a:lin ang="5400000" scaled="0"/>
                  <a:tileRect/>
                </a:gradFill>
              </a:defRPr>
            </a:lvl1pPr>
          </a:lstStyle>
          <a:p>
            <a:pPr lvl="0"/>
            <a:r>
              <a:rPr lang="en-US" dirty="0" smtClean="0"/>
              <a:t>Course title style</a:t>
            </a:r>
            <a:endParaRPr lang="en-US" dirty="0"/>
          </a:p>
        </p:txBody>
      </p:sp>
      <p:sp>
        <p:nvSpPr>
          <p:cNvPr id="8" name="top right small rectangle"/>
          <p:cNvSpPr/>
          <p:nvPr userDrawn="1"/>
        </p:nvSpPr>
        <p:spPr bwMode="auto">
          <a:xfrm>
            <a:off x="8902492" y="2418735"/>
            <a:ext cx="3087947" cy="2600214"/>
          </a:xfrm>
          <a:prstGeom prst="rect">
            <a:avLst/>
          </a:prstGeom>
          <a:solidFill>
            <a:schemeClr val="tx2"/>
          </a:solidFill>
          <a:ln>
            <a:noFill/>
            <a:headEnd type="none" w="med" len="med"/>
            <a:tailEnd type="none" w="med" len="med"/>
          </a:ln>
        </p:spPr>
        <p:style>
          <a:lnRef idx="2">
            <a:schemeClr val="accent5">
              <a:shade val="50000"/>
            </a:schemeClr>
          </a:lnRef>
          <a:fillRef idx="1">
            <a:schemeClr val="accent5"/>
          </a:fillRef>
          <a:effectRef idx="0">
            <a:schemeClr val="accent5"/>
          </a:effectRef>
          <a:fontRef idx="minor">
            <a:schemeClr val="lt1"/>
          </a:fontRef>
        </p:style>
        <p:txBody>
          <a:bodyPr vert="horz" wrap="square" lIns="137160" tIns="137160" rIns="137160" bIns="137160" numCol="1" rtlCol="0" anchor="b" anchorCtr="0" compatLnSpc="1">
            <a:prstTxWarp prst="textNoShape">
              <a:avLst/>
            </a:prstTxWarp>
          </a:bodyPr>
          <a:lstStyle/>
          <a:p>
            <a:pPr defTabSz="913788" fontAlgn="base">
              <a:spcBef>
                <a:spcPct val="0"/>
              </a:spcBef>
              <a:spcAft>
                <a:spcPct val="0"/>
              </a:spcAft>
            </a:pPr>
            <a:endParaRPr lang="en-US" sz="2000" dirty="0">
              <a:gradFill>
                <a:gsLst>
                  <a:gs pos="0">
                    <a:srgbClr val="FFFFFF"/>
                  </a:gs>
                  <a:gs pos="100000">
                    <a:srgbClr val="FFFFFF"/>
                  </a:gs>
                </a:gsLst>
                <a:lin ang="5400000" scaled="0"/>
              </a:gradFill>
              <a:latin typeface="Segoe UI Light" panose="020B0502040204020203" pitchFamily="34" charset="0"/>
              <a:cs typeface="Segoe UI Light" panose="020B0502040204020203" pitchFamily="34" charset="0"/>
            </a:endParaRPr>
          </a:p>
        </p:txBody>
      </p:sp>
      <p:pic>
        <p:nvPicPr>
          <p:cNvPr id="11" name="Picture 10"/>
          <p:cNvPicPr>
            <a:picLocks noChangeAspect="1"/>
          </p:cNvPicPr>
          <p:nvPr userDrawn="1"/>
        </p:nvPicPr>
        <p:blipFill rotWithShape="1">
          <a:blip r:embed="rId2" cstate="print">
            <a:extLst>
              <a:ext uri="{28A0092B-C50C-407E-A947-70E740481C1C}">
                <a14:useLocalDpi xmlns:a14="http://schemas.microsoft.com/office/drawing/2010/main" val="0"/>
              </a:ext>
            </a:extLst>
          </a:blip>
          <a:srcRect l="9720" t="16544" r="7275" b="16691"/>
          <a:stretch/>
        </p:blipFill>
        <p:spPr>
          <a:xfrm>
            <a:off x="10731799" y="4630992"/>
            <a:ext cx="1131688" cy="334740"/>
          </a:xfrm>
          <a:prstGeom prst="rect">
            <a:avLst/>
          </a:prstGeom>
        </p:spPr>
      </p:pic>
      <p:pic>
        <p:nvPicPr>
          <p:cNvPr id="2" name="Picture 1"/>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93271" y="164177"/>
            <a:ext cx="2084416" cy="833766"/>
          </a:xfrm>
          <a:prstGeom prst="rect">
            <a:avLst/>
          </a:prstGeom>
        </p:spPr>
      </p:pic>
    </p:spTree>
    <p:extLst>
      <p:ext uri="{BB962C8B-B14F-4D97-AF65-F5344CB8AC3E}">
        <p14:creationId xmlns:p14="http://schemas.microsoft.com/office/powerpoint/2010/main" val="942519667"/>
      </p:ext>
    </p:extLst>
  </p:cSld>
  <p:clrMapOvr>
    <a:masterClrMapping/>
  </p:clrMapOvr>
  <p:timing>
    <p:tnLst>
      <p:par>
        <p:cTn id="1" dur="indefinite" restart="never" nodeType="tmRoot"/>
      </p:par>
    </p:tnLst>
  </p:timing>
  <p:extLst mod="1">
    <p:ext uri="{DCECCB84-F9BA-43D5-87BE-67443E8EF086}">
      <p15:sldGuideLst xmlns:p15="http://schemas.microsoft.com/office/powerpoint/2012/main">
        <p15:guide id="1" orient="horz" pos="3792">
          <p15:clr>
            <a:srgbClr val="FBAE40"/>
          </p15:clr>
        </p15:guide>
        <p15:guide id="2" pos="3839">
          <p15:clr>
            <a:srgbClr val="FBAE40"/>
          </p15:clr>
        </p15:guide>
        <p15:guide id="3" orient="horz" pos="72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1_Section Header">
    <p:spTree>
      <p:nvGrpSpPr>
        <p:cNvPr id="1" name=""/>
        <p:cNvGrpSpPr/>
        <p:nvPr/>
      </p:nvGrpSpPr>
      <p:grpSpPr>
        <a:xfrm>
          <a:off x="0" y="0"/>
          <a:ext cx="0" cy="0"/>
          <a:chOff x="0" y="0"/>
          <a:chExt cx="0" cy="0"/>
        </a:xfrm>
      </p:grpSpPr>
      <p:sp>
        <p:nvSpPr>
          <p:cNvPr id="9" name="Subtitle 2"/>
          <p:cNvSpPr txBox="1">
            <a:spLocks/>
          </p:cNvSpPr>
          <p:nvPr userDrawn="1"/>
        </p:nvSpPr>
        <p:spPr>
          <a:xfrm>
            <a:off x="8738733" y="2685050"/>
            <a:ext cx="2241224" cy="2355337"/>
          </a:xfrm>
          <a:prstGeom prst="rect">
            <a:avLst/>
          </a:prstGeom>
        </p:spPr>
        <p:txBody>
          <a:bodyPr vert="horz" lIns="91409" tIns="45705" rIns="91409" bIns="45705" rtlCol="0" anchor="ctr" anchorCtr="0">
            <a:normAutofit/>
          </a:bodyPr>
          <a:lstStyle>
            <a:lvl1pPr marL="0" indent="0" algn="l" defTabSz="914052" rtl="0" eaLnBrk="1" latinLnBrk="0" hangingPunct="1">
              <a:lnSpc>
                <a:spcPct val="100000"/>
              </a:lnSpc>
              <a:spcBef>
                <a:spcPts val="0"/>
              </a:spcBef>
              <a:buSzPct val="90000"/>
              <a:buFont typeface="Arial" pitchFamily="34" charset="0"/>
              <a:buNone/>
              <a:defRPr lang="en-US" sz="1800" b="1" kern="1200" spc="-30" baseline="0" dirty="0">
                <a:gradFill>
                  <a:gsLst>
                    <a:gs pos="1250">
                      <a:srgbClr val="FFFFFF"/>
                    </a:gs>
                    <a:gs pos="6250">
                      <a:srgbClr val="FFFFFF"/>
                    </a:gs>
                  </a:gsLst>
                  <a:lin ang="5400000" scaled="0"/>
                </a:gradFill>
                <a:latin typeface="Segoe UI" pitchFamily="34" charset="0"/>
                <a:ea typeface="Segoe UI" pitchFamily="34" charset="0"/>
                <a:cs typeface="Segoe UI" pitchFamily="34" charset="0"/>
              </a:defRPr>
            </a:lvl1pPr>
            <a:lvl2pPr marL="457044" indent="0" algn="ctr" defTabSz="914088" rtl="0" eaLnBrk="1" latinLnBrk="0" hangingPunct="1">
              <a:spcBef>
                <a:spcPts val="300"/>
              </a:spcBef>
              <a:spcAft>
                <a:spcPts val="300"/>
              </a:spcAft>
              <a:buFont typeface="Arial" pitchFamily="34" charset="0"/>
              <a:buNone/>
              <a:defRPr sz="2800" kern="1200">
                <a:solidFill>
                  <a:schemeClr val="tx1">
                    <a:tint val="75000"/>
                  </a:schemeClr>
                </a:solidFill>
                <a:latin typeface="Segoe UI" pitchFamily="34" charset="0"/>
                <a:ea typeface="Segoe UI" pitchFamily="34" charset="0"/>
                <a:cs typeface="Segoe UI" pitchFamily="34" charset="0"/>
              </a:defRPr>
            </a:lvl2pPr>
            <a:lvl3pPr marL="914088" indent="0" algn="ctr" defTabSz="914088" rtl="0" eaLnBrk="1" latinLnBrk="0" hangingPunct="1">
              <a:spcBef>
                <a:spcPts val="200"/>
              </a:spcBef>
              <a:spcAft>
                <a:spcPts val="200"/>
              </a:spcAft>
              <a:buFont typeface="Arial" pitchFamily="34" charset="0"/>
              <a:buNone/>
              <a:defRPr sz="2400" kern="1200">
                <a:solidFill>
                  <a:schemeClr val="tx1">
                    <a:tint val="75000"/>
                  </a:schemeClr>
                </a:solidFill>
                <a:latin typeface="Segoe UI" pitchFamily="34" charset="0"/>
                <a:ea typeface="Segoe UI" pitchFamily="34" charset="0"/>
                <a:cs typeface="Segoe UI" pitchFamily="34" charset="0"/>
              </a:defRPr>
            </a:lvl3pPr>
            <a:lvl4pPr marL="1371133" indent="0" algn="ctr" defTabSz="914088" rtl="0" eaLnBrk="1" latinLnBrk="0" hangingPunct="1">
              <a:spcBef>
                <a:spcPct val="20000"/>
              </a:spcBef>
              <a:buFont typeface="Arial" pitchFamily="34" charset="0"/>
              <a:buNone/>
              <a:defRPr sz="2000" kern="1200">
                <a:solidFill>
                  <a:schemeClr val="tx1">
                    <a:tint val="75000"/>
                  </a:schemeClr>
                </a:solidFill>
                <a:latin typeface="Segoe UI" pitchFamily="34" charset="0"/>
                <a:ea typeface="Segoe UI" pitchFamily="34" charset="0"/>
                <a:cs typeface="Segoe UI" pitchFamily="34" charset="0"/>
              </a:defRPr>
            </a:lvl4pPr>
            <a:lvl5pPr marL="1828178" indent="0" algn="ctr" defTabSz="914088" rtl="0" eaLnBrk="1" latinLnBrk="0" hangingPunct="1">
              <a:spcBef>
                <a:spcPct val="20000"/>
              </a:spcBef>
              <a:buFont typeface="Arial" pitchFamily="34" charset="0"/>
              <a:buNone/>
              <a:defRPr sz="2000" kern="1200">
                <a:solidFill>
                  <a:schemeClr val="tx1">
                    <a:tint val="75000"/>
                  </a:schemeClr>
                </a:solidFill>
                <a:latin typeface="Segoe UI" pitchFamily="34" charset="0"/>
                <a:ea typeface="Segoe UI" pitchFamily="34" charset="0"/>
                <a:cs typeface="Segoe UI" pitchFamily="34" charset="0"/>
              </a:defRPr>
            </a:lvl5pPr>
            <a:lvl6pPr marL="2285222" indent="0" algn="ctr" defTabSz="914088"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2267" indent="0" algn="ctr" defTabSz="914088"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199311" indent="0" algn="ctr" defTabSz="914088"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6358" indent="0" algn="ctr" defTabSz="914088"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r>
              <a:rPr lang="en-US" smtClean="0"/>
              <a:t>Click to edit Master subtitle style</a:t>
            </a:r>
            <a:endParaRPr lang="en-US"/>
          </a:p>
        </p:txBody>
      </p:sp>
      <p:sp>
        <p:nvSpPr>
          <p:cNvPr id="13" name="Title 1"/>
          <p:cNvSpPr txBox="1">
            <a:spLocks/>
          </p:cNvSpPr>
          <p:nvPr userDrawn="1"/>
        </p:nvSpPr>
        <p:spPr>
          <a:xfrm>
            <a:off x="193271" y="3376350"/>
            <a:ext cx="8409867" cy="1692617"/>
          </a:xfrm>
          <a:prstGeom prst="rect">
            <a:avLst/>
          </a:prstGeom>
          <a:solidFill>
            <a:srgbClr val="82BF36"/>
          </a:solidFill>
          <a:effectLst/>
        </p:spPr>
        <p:txBody>
          <a:bodyPr vert="horz" lIns="137160" tIns="137160" rIns="91409" bIns="137160" rtlCol="0" anchor="b" anchorCtr="0">
            <a:noAutofit/>
          </a:bodyPr>
          <a:lstStyle>
            <a:lvl1pPr algn="l" defTabSz="914088" rtl="0" eaLnBrk="1" latinLnBrk="0" hangingPunct="1">
              <a:spcBef>
                <a:spcPct val="0"/>
              </a:spcBef>
              <a:buNone/>
              <a:defRPr lang="en-US" sz="4000" kern="0" dirty="0">
                <a:ln w="3175">
                  <a:noFill/>
                </a:ln>
                <a:gradFill flip="none" rotWithShape="1">
                  <a:gsLst>
                    <a:gs pos="4583">
                      <a:srgbClr val="FFFFFF"/>
                    </a:gs>
                    <a:gs pos="100000">
                      <a:srgbClr val="FFFFFF"/>
                    </a:gs>
                  </a:gsLst>
                  <a:lin ang="5400000" scaled="0"/>
                  <a:tileRect/>
                </a:gradFill>
                <a:latin typeface="Segoe UI" pitchFamily="34" charset="0"/>
                <a:ea typeface="Segoe UI" pitchFamily="34" charset="0"/>
                <a:cs typeface="Segoe UI" pitchFamily="34" charset="0"/>
              </a:defRPr>
            </a:lvl1pPr>
          </a:lstStyle>
          <a:p>
            <a:endParaRPr lang="en-US" sz="4000" dirty="0"/>
          </a:p>
        </p:txBody>
      </p:sp>
      <p:sp>
        <p:nvSpPr>
          <p:cNvPr id="14" name="top right small rectangle"/>
          <p:cNvSpPr/>
          <p:nvPr userDrawn="1"/>
        </p:nvSpPr>
        <p:spPr bwMode="auto">
          <a:xfrm>
            <a:off x="8682790" y="3374967"/>
            <a:ext cx="3257419" cy="1694322"/>
          </a:xfrm>
          <a:prstGeom prst="rect">
            <a:avLst/>
          </a:prstGeom>
          <a:solidFill>
            <a:schemeClr val="tx2"/>
          </a:solidFill>
          <a:ln>
            <a:noFill/>
            <a:headEnd type="none" w="med" len="med"/>
            <a:tailEnd type="none" w="med" len="med"/>
          </a:ln>
        </p:spPr>
        <p:style>
          <a:lnRef idx="2">
            <a:schemeClr val="accent5">
              <a:shade val="50000"/>
            </a:schemeClr>
          </a:lnRef>
          <a:fillRef idx="1">
            <a:schemeClr val="accent5"/>
          </a:fillRef>
          <a:effectRef idx="0">
            <a:schemeClr val="accent5"/>
          </a:effectRef>
          <a:fontRef idx="minor">
            <a:schemeClr val="lt1"/>
          </a:fontRef>
        </p:style>
        <p:txBody>
          <a:bodyPr vert="horz" wrap="square" lIns="91404" tIns="45703" rIns="91404" bIns="45703" numCol="1" rtlCol="0" anchor="ctr" anchorCtr="0" compatLnSpc="1">
            <a:prstTxWarp prst="textNoShape">
              <a:avLst/>
            </a:prstTxWarp>
          </a:bodyPr>
          <a:lstStyle/>
          <a:p>
            <a:pPr algn="ctr" defTabSz="913788" fontAlgn="base">
              <a:spcBef>
                <a:spcPct val="0"/>
              </a:spcBef>
              <a:spcAft>
                <a:spcPct val="0"/>
              </a:spcAft>
            </a:pPr>
            <a:endParaRPr lang="en-US" sz="2200" dirty="0">
              <a:gradFill>
                <a:gsLst>
                  <a:gs pos="0">
                    <a:srgbClr val="FFFFFF"/>
                  </a:gs>
                  <a:gs pos="100000">
                    <a:srgbClr val="FFFFFF"/>
                  </a:gs>
                </a:gsLst>
                <a:lin ang="5400000" scaled="0"/>
              </a:gradFill>
            </a:endParaRPr>
          </a:p>
        </p:txBody>
      </p:sp>
      <p:pic>
        <p:nvPicPr>
          <p:cNvPr id="15" name="Picture 14"/>
          <p:cNvPicPr>
            <a:picLocks noChangeAspect="1"/>
          </p:cNvPicPr>
          <p:nvPr userDrawn="1"/>
        </p:nvPicPr>
        <p:blipFill rotWithShape="1">
          <a:blip r:embed="rId2" cstate="print">
            <a:extLst>
              <a:ext uri="{28A0092B-C50C-407E-A947-70E740481C1C}">
                <a14:useLocalDpi xmlns:a14="http://schemas.microsoft.com/office/drawing/2010/main" val="0"/>
              </a:ext>
            </a:extLst>
          </a:blip>
          <a:srcRect l="9720" t="16544" r="7275" b="16691"/>
          <a:stretch/>
        </p:blipFill>
        <p:spPr>
          <a:xfrm>
            <a:off x="11181757" y="4821401"/>
            <a:ext cx="740346" cy="218986"/>
          </a:xfrm>
          <a:prstGeom prst="rect">
            <a:avLst/>
          </a:prstGeom>
        </p:spPr>
      </p:pic>
      <p:sp>
        <p:nvSpPr>
          <p:cNvPr id="16" name="Text Placeholder 10"/>
          <p:cNvSpPr>
            <a:spLocks noGrp="1"/>
          </p:cNvSpPr>
          <p:nvPr>
            <p:ph type="body" sz="quarter" idx="10" hasCustomPrompt="1"/>
          </p:nvPr>
        </p:nvSpPr>
        <p:spPr>
          <a:xfrm>
            <a:off x="292101" y="3466407"/>
            <a:ext cx="8215796" cy="1485524"/>
          </a:xfrm>
          <a:prstGeom prst="rect">
            <a:avLst/>
          </a:prstGeom>
        </p:spPr>
        <p:txBody>
          <a:bodyPr anchor="b" anchorCtr="0">
            <a:normAutofit/>
          </a:bodyPr>
          <a:lstStyle>
            <a:lvl1pPr marL="0" indent="0">
              <a:buNone/>
              <a:defRPr sz="3600" b="0" baseline="0">
                <a:solidFill>
                  <a:schemeClr val="bg1"/>
                </a:solidFill>
                <a:latin typeface="Segoe UI Light" panose="020B0502040204020203" pitchFamily="34" charset="0"/>
                <a:cs typeface="Segoe UI Light" panose="020B0502040204020203" pitchFamily="34" charset="0"/>
              </a:defRPr>
            </a:lvl1pPr>
          </a:lstStyle>
          <a:p>
            <a:pPr lvl="0"/>
            <a:r>
              <a:rPr lang="en-US" dirty="0" smtClean="0"/>
              <a:t>Module or Section transition style</a:t>
            </a:r>
          </a:p>
        </p:txBody>
      </p:sp>
      <p:sp>
        <p:nvSpPr>
          <p:cNvPr id="11" name="Subtitle 2"/>
          <p:cNvSpPr>
            <a:spLocks noGrp="1"/>
          </p:cNvSpPr>
          <p:nvPr>
            <p:ph type="subTitle" idx="1"/>
          </p:nvPr>
        </p:nvSpPr>
        <p:spPr>
          <a:xfrm>
            <a:off x="193271" y="5132437"/>
            <a:ext cx="8409867" cy="1460779"/>
          </a:xfrm>
          <a:prstGeom prst="rect">
            <a:avLst/>
          </a:prstGeom>
        </p:spPr>
        <p:txBody>
          <a:bodyPr lIns="137160" tIns="137160" rIns="137160" bIns="137160" anchor="b" anchorCtr="0">
            <a:normAutofit/>
          </a:bodyPr>
          <a:lstStyle>
            <a:lvl1pPr marL="0" indent="0" algn="l" defTabSz="914052" rtl="0" eaLnBrk="1" latinLnBrk="0" hangingPunct="1">
              <a:lnSpc>
                <a:spcPct val="100000"/>
              </a:lnSpc>
              <a:spcBef>
                <a:spcPts val="0"/>
              </a:spcBef>
              <a:buSzPct val="90000"/>
              <a:buFont typeface="Arial" pitchFamily="34" charset="0"/>
              <a:buNone/>
              <a:defRPr lang="en-US" sz="2400" b="0" kern="0" spc="0" baseline="0" dirty="0">
                <a:solidFill>
                  <a:schemeClr val="tx1"/>
                </a:solidFill>
                <a:latin typeface="Segoe UI Light" panose="020B0502040204020203" pitchFamily="34" charset="0"/>
                <a:ea typeface="Segoe UI Light" panose="020B0502040204020203" pitchFamily="34" charset="0"/>
                <a:cs typeface="Segoe UI Light" panose="020B0502040204020203" pitchFamily="34" charset="0"/>
              </a:defRPr>
            </a:lvl1pPr>
            <a:lvl2pPr marL="457044" indent="0" algn="ctr">
              <a:buNone/>
              <a:defRPr>
                <a:solidFill>
                  <a:schemeClr val="tx1">
                    <a:tint val="75000"/>
                  </a:schemeClr>
                </a:solidFill>
              </a:defRPr>
            </a:lvl2pPr>
            <a:lvl3pPr marL="914088" indent="0" algn="ctr">
              <a:buNone/>
              <a:defRPr>
                <a:solidFill>
                  <a:schemeClr val="tx1">
                    <a:tint val="75000"/>
                  </a:schemeClr>
                </a:solidFill>
              </a:defRPr>
            </a:lvl3pPr>
            <a:lvl4pPr marL="1371133" indent="0" algn="ctr">
              <a:buNone/>
              <a:defRPr>
                <a:solidFill>
                  <a:schemeClr val="tx1">
                    <a:tint val="75000"/>
                  </a:schemeClr>
                </a:solidFill>
              </a:defRPr>
            </a:lvl4pPr>
            <a:lvl5pPr marL="1828178" indent="0" algn="ctr">
              <a:buNone/>
              <a:defRPr>
                <a:solidFill>
                  <a:schemeClr val="tx1">
                    <a:tint val="75000"/>
                  </a:schemeClr>
                </a:solidFill>
              </a:defRPr>
            </a:lvl5pPr>
            <a:lvl6pPr marL="2285222" indent="0" algn="ctr">
              <a:buNone/>
              <a:defRPr>
                <a:solidFill>
                  <a:schemeClr val="tx1">
                    <a:tint val="75000"/>
                  </a:schemeClr>
                </a:solidFill>
              </a:defRPr>
            </a:lvl6pPr>
            <a:lvl7pPr marL="2742267" indent="0" algn="ctr">
              <a:buNone/>
              <a:defRPr>
                <a:solidFill>
                  <a:schemeClr val="tx1">
                    <a:tint val="75000"/>
                  </a:schemeClr>
                </a:solidFill>
              </a:defRPr>
            </a:lvl7pPr>
            <a:lvl8pPr marL="3199311" indent="0" algn="ctr">
              <a:buNone/>
              <a:defRPr>
                <a:solidFill>
                  <a:schemeClr val="tx1">
                    <a:tint val="75000"/>
                  </a:schemeClr>
                </a:solidFill>
              </a:defRPr>
            </a:lvl8pPr>
            <a:lvl9pPr marL="3656358" indent="0" algn="ctr">
              <a:buNone/>
              <a:defRPr>
                <a:solidFill>
                  <a:schemeClr val="tx1">
                    <a:tint val="75000"/>
                  </a:schemeClr>
                </a:solidFill>
              </a:defRPr>
            </a:lvl9pPr>
          </a:lstStyle>
          <a:p>
            <a:r>
              <a:rPr lang="en-US" dirty="0" smtClean="0"/>
              <a:t>Click to edit Master subtitle style</a:t>
            </a:r>
            <a:endParaRPr lang="en-US" dirty="0"/>
          </a:p>
        </p:txBody>
      </p:sp>
      <p:pic>
        <p:nvPicPr>
          <p:cNvPr id="12" name="Picture 11"/>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93271" y="164177"/>
            <a:ext cx="2084416" cy="833766"/>
          </a:xfrm>
          <a:prstGeom prst="rect">
            <a:avLst/>
          </a:prstGeom>
        </p:spPr>
      </p:pic>
    </p:spTree>
    <p:extLst>
      <p:ext uri="{BB962C8B-B14F-4D97-AF65-F5344CB8AC3E}">
        <p14:creationId xmlns:p14="http://schemas.microsoft.com/office/powerpoint/2010/main" val="3891348690"/>
      </p:ext>
    </p:extLst>
  </p:cSld>
  <p:clrMapOvr>
    <a:masterClrMapping/>
  </p:clrMapOvr>
  <p:timing>
    <p:tnLst>
      <p:par>
        <p:cTn id="1" dur="indefinite" restart="never" nodeType="tmRoot"/>
      </p:par>
    </p:tnLst>
  </p:timing>
  <p:extLst mod="1">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DEMO Layout">
    <p:spTree>
      <p:nvGrpSpPr>
        <p:cNvPr id="1" name=""/>
        <p:cNvGrpSpPr/>
        <p:nvPr/>
      </p:nvGrpSpPr>
      <p:grpSpPr>
        <a:xfrm>
          <a:off x="0" y="0"/>
          <a:ext cx="0" cy="0"/>
          <a:chOff x="0" y="0"/>
          <a:chExt cx="0" cy="0"/>
        </a:xfrm>
      </p:grpSpPr>
      <p:sp>
        <p:nvSpPr>
          <p:cNvPr id="3" name="Title Placeholder 9"/>
          <p:cNvSpPr>
            <a:spLocks noGrp="1"/>
          </p:cNvSpPr>
          <p:nvPr>
            <p:ph type="title"/>
          </p:nvPr>
        </p:nvSpPr>
        <p:spPr>
          <a:xfrm>
            <a:off x="608171" y="4468764"/>
            <a:ext cx="11432977" cy="1676400"/>
          </a:xfrm>
          <a:prstGeom prst="rect">
            <a:avLst/>
          </a:prstGeom>
        </p:spPr>
        <p:txBody>
          <a:bodyPr vert="horz" lIns="91409" tIns="45705" rIns="91409" bIns="45705" rtlCol="0" anchor="t" anchorCtr="0">
            <a:normAutofit/>
          </a:bodyPr>
          <a:lstStyle>
            <a:lvl1pPr>
              <a:defRPr sz="3600"/>
            </a:lvl1pPr>
          </a:lstStyle>
          <a:p>
            <a:r>
              <a:rPr lang="en-US" dirty="0" smtClean="0"/>
              <a:t>Click to edit Master title style</a:t>
            </a:r>
            <a:endParaRPr lang="en-US" dirty="0"/>
          </a:p>
        </p:txBody>
      </p:sp>
      <p:sp>
        <p:nvSpPr>
          <p:cNvPr id="2" name="TextBox 1"/>
          <p:cNvSpPr txBox="1"/>
          <p:nvPr userDrawn="1"/>
        </p:nvSpPr>
        <p:spPr>
          <a:xfrm>
            <a:off x="608171" y="3087325"/>
            <a:ext cx="11356757" cy="1107996"/>
          </a:xfrm>
          <a:prstGeom prst="rect">
            <a:avLst/>
          </a:prstGeom>
          <a:noFill/>
        </p:spPr>
        <p:txBody>
          <a:bodyPr wrap="square" rtlCol="0">
            <a:spAutoFit/>
          </a:bodyPr>
          <a:lstStyle/>
          <a:p>
            <a:pPr defTabSz="914088"/>
            <a:r>
              <a:rPr lang="en-US" sz="6600" dirty="0">
                <a:solidFill>
                  <a:prstClr val="black"/>
                </a:solidFill>
                <a:latin typeface="Segoe UI Light" pitchFamily="34" charset="0"/>
                <a:ea typeface="Segoe UI" pitchFamily="34" charset="0"/>
                <a:cs typeface="Segoe UI" pitchFamily="34" charset="0"/>
              </a:rPr>
              <a:t>DEMO</a:t>
            </a:r>
          </a:p>
        </p:txBody>
      </p:sp>
      <p:cxnSp>
        <p:nvCxnSpPr>
          <p:cNvPr id="6" name="Straight Connector 5"/>
          <p:cNvCxnSpPr/>
          <p:nvPr userDrawn="1"/>
        </p:nvCxnSpPr>
        <p:spPr>
          <a:xfrm>
            <a:off x="608171" y="4077925"/>
            <a:ext cx="11356757" cy="0"/>
          </a:xfrm>
          <a:prstGeom prst="line">
            <a:avLst/>
          </a:prstGeom>
          <a:ln>
            <a:solidFill>
              <a:schemeClr val="tx1"/>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pic>
        <p:nvPicPr>
          <p:cNvPr id="8" name="Picture 7"/>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71450" y="177800"/>
            <a:ext cx="2857500" cy="1143000"/>
          </a:xfrm>
          <a:prstGeom prst="rect">
            <a:avLst/>
          </a:prstGeom>
        </p:spPr>
      </p:pic>
    </p:spTree>
    <p:extLst>
      <p:ext uri="{BB962C8B-B14F-4D97-AF65-F5344CB8AC3E}">
        <p14:creationId xmlns:p14="http://schemas.microsoft.com/office/powerpoint/2010/main" val="3823260024"/>
      </p:ext>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Click to edit Master title style</a:t>
            </a:r>
            <a:endParaRPr lang="en-US" dirty="0"/>
          </a:p>
        </p:txBody>
      </p:sp>
      <p:sp>
        <p:nvSpPr>
          <p:cNvPr id="6" name="Content Placeholder 5"/>
          <p:cNvSpPr>
            <a:spLocks noGrp="1"/>
          </p:cNvSpPr>
          <p:nvPr>
            <p:ph sz="quarter" idx="10"/>
          </p:nvPr>
        </p:nvSpPr>
        <p:spPr>
          <a:xfrm>
            <a:off x="379413" y="1388226"/>
            <a:ext cx="11525250" cy="5290388"/>
          </a:xfrm>
          <a:prstGeom prst="rect">
            <a:avLst/>
          </a:prstGeom>
        </p:spPr>
        <p:txBody>
          <a:bodyPr/>
          <a:lstStyle>
            <a:lvl1pPr>
              <a:spcBef>
                <a:spcPts val="1400"/>
              </a:spcBef>
              <a:defRPr b="0"/>
            </a:lvl1pPr>
            <a:lvl2pPr>
              <a:defRPr>
                <a:solidFill>
                  <a:schemeClr val="tx1">
                    <a:lumMod val="75000"/>
                    <a:lumOff val="25000"/>
                  </a:schemeClr>
                </a:solidFill>
              </a:defRPr>
            </a:lvl2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1607745834"/>
      </p:ext>
    </p:extLst>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8" name="Content Placeholder 3"/>
          <p:cNvSpPr>
            <a:spLocks noGrp="1"/>
          </p:cNvSpPr>
          <p:nvPr>
            <p:ph sz="half" idx="2"/>
          </p:nvPr>
        </p:nvSpPr>
        <p:spPr>
          <a:xfrm>
            <a:off x="379511" y="1371601"/>
            <a:ext cx="5616915" cy="4953001"/>
          </a:xfrm>
          <a:prstGeom prst="rect">
            <a:avLst/>
          </a:prstGeom>
        </p:spPr>
        <p:txBody>
          <a:bodyPr>
            <a:normAutofit/>
          </a:bodyPr>
          <a:lstStyle>
            <a:lvl1pPr>
              <a:defRPr sz="3200"/>
            </a:lvl1pPr>
            <a:lvl2pPr>
              <a:defRPr sz="2800"/>
            </a:lvl2pPr>
            <a:lvl3pPr>
              <a:defRPr sz="2400"/>
            </a:lvl3pPr>
            <a:lvl4pPr>
              <a:defRPr sz="2000"/>
            </a:lvl4pPr>
            <a:lvl5pPr>
              <a:defRPr sz="2000"/>
            </a:lvl5pPr>
            <a:lvl6pPr>
              <a:defRPr sz="1600"/>
            </a:lvl6pPr>
            <a:lvl7pPr>
              <a:defRPr sz="1600"/>
            </a:lvl7pPr>
            <a:lvl8pPr>
              <a:defRPr sz="1600"/>
            </a:lvl8pPr>
            <a:lvl9pPr>
              <a:defRPr sz="16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9" name="Content Placeholder 5"/>
          <p:cNvSpPr>
            <a:spLocks noGrp="1"/>
          </p:cNvSpPr>
          <p:nvPr>
            <p:ph sz="quarter" idx="4"/>
          </p:nvPr>
        </p:nvSpPr>
        <p:spPr>
          <a:xfrm>
            <a:off x="6275742" y="1371601"/>
            <a:ext cx="5619121" cy="4953001"/>
          </a:xfrm>
          <a:prstGeom prst="rect">
            <a:avLst/>
          </a:prstGeom>
        </p:spPr>
        <p:txBody>
          <a:bodyPr>
            <a:normAutofit/>
          </a:bodyPr>
          <a:lstStyle>
            <a:lvl1pPr>
              <a:defRPr sz="3200"/>
            </a:lvl1pPr>
            <a:lvl2pPr>
              <a:defRPr sz="2800"/>
            </a:lvl2pPr>
            <a:lvl3pPr>
              <a:defRPr sz="2400"/>
            </a:lvl3pPr>
            <a:lvl4pPr>
              <a:defRPr sz="2000"/>
            </a:lvl4pPr>
            <a:lvl5pPr>
              <a:defRPr sz="2000"/>
            </a:lvl5pPr>
            <a:lvl6pPr>
              <a:defRPr sz="1600"/>
            </a:lvl6pPr>
            <a:lvl7pPr>
              <a:defRPr sz="1600"/>
            </a:lvl7pPr>
            <a:lvl8pPr>
              <a:defRPr sz="1600"/>
            </a:lvl8pPr>
            <a:lvl9pPr>
              <a:defRPr sz="16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3199461456"/>
      </p:ext>
    </p:extLst>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379511" y="1330656"/>
            <a:ext cx="5616915" cy="639762"/>
          </a:xfrm>
          <a:prstGeom prst="rect">
            <a:avLst/>
          </a:prstGeom>
          <a:solidFill>
            <a:srgbClr val="86C400"/>
          </a:solidFill>
        </p:spPr>
        <p:txBody>
          <a:bodyPr anchor="b">
            <a:normAutofit/>
          </a:bodyPr>
          <a:lstStyle>
            <a:lvl1pPr marL="0" indent="0">
              <a:buNone/>
              <a:defRPr sz="3200" b="1">
                <a:solidFill>
                  <a:schemeClr val="bg1"/>
                </a:solidFill>
                <a:effectLst/>
              </a:defRPr>
            </a:lvl1pPr>
            <a:lvl2pPr marL="457044" indent="0">
              <a:buNone/>
              <a:defRPr sz="2000" b="1"/>
            </a:lvl2pPr>
            <a:lvl3pPr marL="914088" indent="0">
              <a:buNone/>
              <a:defRPr sz="1800" b="1"/>
            </a:lvl3pPr>
            <a:lvl4pPr marL="1371133" indent="0">
              <a:buNone/>
              <a:defRPr sz="1600" b="1"/>
            </a:lvl4pPr>
            <a:lvl5pPr marL="1828178" indent="0">
              <a:buNone/>
              <a:defRPr sz="1600" b="1"/>
            </a:lvl5pPr>
            <a:lvl6pPr marL="2285222" indent="0">
              <a:buNone/>
              <a:defRPr sz="1600" b="1"/>
            </a:lvl6pPr>
            <a:lvl7pPr marL="2742267" indent="0">
              <a:buNone/>
              <a:defRPr sz="1600" b="1"/>
            </a:lvl7pPr>
            <a:lvl8pPr marL="3199311" indent="0">
              <a:buNone/>
              <a:defRPr sz="1600" b="1"/>
            </a:lvl8pPr>
            <a:lvl9pPr marL="3656358" indent="0">
              <a:buNone/>
              <a:defRPr sz="1600" b="1"/>
            </a:lvl9pPr>
          </a:lstStyle>
          <a:p>
            <a:pPr lvl="0"/>
            <a:r>
              <a:rPr lang="en-US" dirty="0" smtClean="0"/>
              <a:t>Click to edit Master text styles</a:t>
            </a:r>
          </a:p>
        </p:txBody>
      </p:sp>
      <p:sp>
        <p:nvSpPr>
          <p:cNvPr id="4" name="Content Placeholder 3"/>
          <p:cNvSpPr>
            <a:spLocks noGrp="1"/>
          </p:cNvSpPr>
          <p:nvPr>
            <p:ph sz="half" idx="2"/>
          </p:nvPr>
        </p:nvSpPr>
        <p:spPr>
          <a:xfrm>
            <a:off x="379511" y="1981200"/>
            <a:ext cx="5616915" cy="4648200"/>
          </a:xfrm>
          <a:prstGeom prst="rect">
            <a:avLst/>
          </a:prstGeom>
        </p:spPr>
        <p:txBody>
          <a:bodyPr/>
          <a:lstStyle>
            <a:lvl1pPr>
              <a:defRPr sz="2800"/>
            </a:lvl1pPr>
            <a:lvl2pPr>
              <a:defRPr sz="2400"/>
            </a:lvl2pPr>
            <a:lvl3pPr>
              <a:defRPr sz="2000"/>
            </a:lvl3pPr>
            <a:lvl4pPr>
              <a:defRPr sz="1800"/>
            </a:lvl4pPr>
            <a:lvl5pPr>
              <a:defRPr sz="1800"/>
            </a:lvl5pPr>
            <a:lvl6pPr>
              <a:defRPr sz="1600"/>
            </a:lvl6pPr>
            <a:lvl7pPr>
              <a:defRPr sz="1600"/>
            </a:lvl7pPr>
            <a:lvl8pPr>
              <a:defRPr sz="1600"/>
            </a:lvl8pPr>
            <a:lvl9pPr>
              <a:defRPr sz="16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5" name="Text Placeholder 4"/>
          <p:cNvSpPr>
            <a:spLocks noGrp="1"/>
          </p:cNvSpPr>
          <p:nvPr>
            <p:ph type="body" sz="quarter" idx="3"/>
          </p:nvPr>
        </p:nvSpPr>
        <p:spPr>
          <a:xfrm>
            <a:off x="6345807" y="1330656"/>
            <a:ext cx="5619121" cy="639762"/>
          </a:xfrm>
          <a:prstGeom prst="rect">
            <a:avLst/>
          </a:prstGeom>
          <a:solidFill>
            <a:srgbClr val="1F497D"/>
          </a:solidFill>
        </p:spPr>
        <p:txBody>
          <a:bodyPr anchor="b">
            <a:normAutofit/>
          </a:bodyPr>
          <a:lstStyle>
            <a:lvl1pPr marL="0" indent="0">
              <a:buNone/>
              <a:defRPr sz="3200" b="1">
                <a:solidFill>
                  <a:schemeClr val="bg1"/>
                </a:solidFill>
                <a:effectLst/>
              </a:defRPr>
            </a:lvl1pPr>
            <a:lvl2pPr marL="457044" indent="0">
              <a:buNone/>
              <a:defRPr sz="2000" b="1"/>
            </a:lvl2pPr>
            <a:lvl3pPr marL="914088" indent="0">
              <a:buNone/>
              <a:defRPr sz="1800" b="1"/>
            </a:lvl3pPr>
            <a:lvl4pPr marL="1371133" indent="0">
              <a:buNone/>
              <a:defRPr sz="1600" b="1"/>
            </a:lvl4pPr>
            <a:lvl5pPr marL="1828178" indent="0">
              <a:buNone/>
              <a:defRPr sz="1600" b="1"/>
            </a:lvl5pPr>
            <a:lvl6pPr marL="2285222" indent="0">
              <a:buNone/>
              <a:defRPr sz="1600" b="1"/>
            </a:lvl6pPr>
            <a:lvl7pPr marL="2742267" indent="0">
              <a:buNone/>
              <a:defRPr sz="1600" b="1"/>
            </a:lvl7pPr>
            <a:lvl8pPr marL="3199311" indent="0">
              <a:buNone/>
              <a:defRPr sz="1600" b="1"/>
            </a:lvl8pPr>
            <a:lvl9pPr marL="3656358" indent="0">
              <a:buNone/>
              <a:defRPr sz="1600" b="1"/>
            </a:lvl9pPr>
          </a:lstStyle>
          <a:p>
            <a:pPr lvl="0"/>
            <a:r>
              <a:rPr lang="en-US" dirty="0" smtClean="0"/>
              <a:t>Click to edit Master text styles</a:t>
            </a:r>
          </a:p>
        </p:txBody>
      </p:sp>
      <p:sp>
        <p:nvSpPr>
          <p:cNvPr id="6" name="Content Placeholder 5"/>
          <p:cNvSpPr>
            <a:spLocks noGrp="1"/>
          </p:cNvSpPr>
          <p:nvPr>
            <p:ph sz="quarter" idx="4"/>
          </p:nvPr>
        </p:nvSpPr>
        <p:spPr>
          <a:xfrm>
            <a:off x="6345807" y="1981200"/>
            <a:ext cx="5619121" cy="4648200"/>
          </a:xfrm>
          <a:prstGeom prst="rect">
            <a:avLst/>
          </a:prstGeom>
        </p:spPr>
        <p:txBody>
          <a:bodyPr/>
          <a:lstStyle>
            <a:lvl1pPr>
              <a:defRPr sz="2800"/>
            </a:lvl1pPr>
            <a:lvl2pPr>
              <a:defRPr sz="2400"/>
            </a:lvl2pPr>
            <a:lvl3pPr>
              <a:defRPr sz="2000"/>
            </a:lvl3pPr>
            <a:lvl4pPr>
              <a:defRPr sz="1800"/>
            </a:lvl4pPr>
            <a:lvl5pPr>
              <a:defRPr sz="1800"/>
            </a:lvl5pPr>
            <a:lvl6pPr>
              <a:defRPr sz="1600"/>
            </a:lvl6pPr>
            <a:lvl7pPr>
              <a:defRPr sz="1600"/>
            </a:lvl7pPr>
            <a:lvl8pPr>
              <a:defRPr sz="1600"/>
            </a:lvl8pPr>
            <a:lvl9pPr>
              <a:defRPr sz="16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669021601"/>
      </p:ext>
    </p:extLst>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67839895"/>
      </p:ext>
    </p:extLst>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728541262"/>
      </p:ext>
    </p:extLst>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5_Blank Color 1 Layout">
    <p:spTree>
      <p:nvGrpSpPr>
        <p:cNvPr id="1" name=""/>
        <p:cNvGrpSpPr/>
        <p:nvPr/>
      </p:nvGrpSpPr>
      <p:grpSpPr>
        <a:xfrm>
          <a:off x="0" y="0"/>
          <a:ext cx="0" cy="0"/>
          <a:chOff x="0" y="0"/>
          <a:chExt cx="0" cy="0"/>
        </a:xfrm>
      </p:grpSpPr>
      <p:sp>
        <p:nvSpPr>
          <p:cNvPr id="6" name="top right small rectangle"/>
          <p:cNvSpPr/>
          <p:nvPr userDrawn="1"/>
        </p:nvSpPr>
        <p:spPr bwMode="auto">
          <a:xfrm>
            <a:off x="0" y="0"/>
            <a:ext cx="12192000" cy="6858000"/>
          </a:xfrm>
          <a:prstGeom prst="rect">
            <a:avLst/>
          </a:prstGeom>
          <a:solidFill>
            <a:schemeClr val="tx2"/>
          </a:solidFill>
          <a:ln>
            <a:noFill/>
            <a:headEnd type="none" w="med" len="med"/>
            <a:tailEnd type="none" w="med" len="med"/>
          </a:ln>
        </p:spPr>
        <p:style>
          <a:lnRef idx="2">
            <a:schemeClr val="accent5">
              <a:shade val="50000"/>
            </a:schemeClr>
          </a:lnRef>
          <a:fillRef idx="1">
            <a:schemeClr val="accent5"/>
          </a:fillRef>
          <a:effectRef idx="0">
            <a:schemeClr val="accent5"/>
          </a:effectRef>
          <a:fontRef idx="minor">
            <a:schemeClr val="lt1"/>
          </a:fontRef>
        </p:style>
        <p:txBody>
          <a:bodyPr vert="horz" wrap="square" lIns="91404" tIns="45703" rIns="91404" bIns="45703" numCol="1" rtlCol="0" anchor="ctr" anchorCtr="0" compatLnSpc="1">
            <a:prstTxWarp prst="textNoShape">
              <a:avLst/>
            </a:prstTxWarp>
          </a:bodyPr>
          <a:lstStyle/>
          <a:p>
            <a:pPr algn="ctr" defTabSz="913788" fontAlgn="base">
              <a:spcBef>
                <a:spcPct val="0"/>
              </a:spcBef>
              <a:spcAft>
                <a:spcPct val="0"/>
              </a:spcAft>
            </a:pPr>
            <a:endParaRPr lang="en-US" sz="2200" dirty="0">
              <a:gradFill>
                <a:gsLst>
                  <a:gs pos="0">
                    <a:srgbClr val="FFFFFF"/>
                  </a:gs>
                  <a:gs pos="100000">
                    <a:srgbClr val="FFFFFF"/>
                  </a:gs>
                </a:gsLst>
                <a:lin ang="5400000" scaled="0"/>
              </a:gradFill>
            </a:endParaRPr>
          </a:p>
        </p:txBody>
      </p:sp>
      <p:sp>
        <p:nvSpPr>
          <p:cNvPr id="11" name="Rectangle 2"/>
          <p:cNvSpPr>
            <a:spLocks noChangeArrowheads="1"/>
          </p:cNvSpPr>
          <p:nvPr userDrawn="1"/>
        </p:nvSpPr>
        <p:spPr bwMode="auto">
          <a:xfrm>
            <a:off x="530087" y="5960743"/>
            <a:ext cx="11078818" cy="738664"/>
          </a:xfrm>
          <a:prstGeom prst="rect">
            <a:avLst/>
          </a:prstGeom>
          <a:noFill/>
          <a:ln w="9525">
            <a:noFill/>
            <a:miter lim="800000"/>
            <a:headEnd/>
            <a:tailEnd/>
          </a:ln>
        </p:spPr>
        <p:txBody>
          <a:bodyPr wrap="square">
            <a:spAutoFit/>
          </a:bodyPr>
          <a:lstStyle/>
          <a:p>
            <a:pPr marL="0" lvl="1" defTabSz="914088">
              <a:defRPr/>
            </a:pPr>
            <a:r>
              <a:rPr lang="en-US" sz="1050" dirty="0">
                <a:solidFill>
                  <a:schemeClr val="bg1">
                    <a:lumMod val="85000"/>
                  </a:schemeClr>
                </a:solidFill>
              </a:rPr>
              <a:t>©2013 Microsoft Corporation. All rights reserved. Microsoft, Windows, Office, Azure, System Center, Dynamics and other product names are or may be registered trademarks and/or trademarks in the U.S. and/or other countries. 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MICROSOFT MAKES NO WARRANTIES, EXPRESS, IMPLIED OR STATUTORY, AS TO THE INFORMATION IN THIS PRESENTATION.</a:t>
            </a:r>
          </a:p>
        </p:txBody>
      </p:sp>
      <p:pic>
        <p:nvPicPr>
          <p:cNvPr id="5" name="Picture 4"/>
          <p:cNvPicPr>
            <a:picLocks noChangeAspect="1"/>
          </p:cNvPicPr>
          <p:nvPr userDrawn="1"/>
        </p:nvPicPr>
        <p:blipFill rotWithShape="1">
          <a:blip r:embed="rId2" cstate="print">
            <a:extLst>
              <a:ext uri="{28A0092B-C50C-407E-A947-70E740481C1C}">
                <a14:useLocalDpi xmlns:a14="http://schemas.microsoft.com/office/drawing/2010/main" val="0"/>
              </a:ext>
            </a:extLst>
          </a:blip>
          <a:srcRect l="9719"/>
          <a:stretch/>
        </p:blipFill>
        <p:spPr>
          <a:xfrm>
            <a:off x="530087" y="2940117"/>
            <a:ext cx="5473148" cy="2229412"/>
          </a:xfrm>
          <a:prstGeom prst="rect">
            <a:avLst/>
          </a:prstGeom>
        </p:spPr>
      </p:pic>
    </p:spTree>
    <p:extLst>
      <p:ext uri="{BB962C8B-B14F-4D97-AF65-F5344CB8AC3E}">
        <p14:creationId xmlns:p14="http://schemas.microsoft.com/office/powerpoint/2010/main" val="266783722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519249" y="2234114"/>
            <a:ext cx="8375702" cy="1359196"/>
          </a:xfrm>
        </p:spPr>
        <p:txBody>
          <a:bodyPr anchor="ctr" anchorCtr="0">
            <a:noAutofit/>
          </a:bodyPr>
          <a:lstStyle>
            <a:lvl1pPr>
              <a:lnSpc>
                <a:spcPct val="90000"/>
              </a:lnSpc>
              <a:defRPr sz="6600" baseline="0">
                <a:solidFill>
                  <a:schemeClr val="bg1">
                    <a:alpha val="99000"/>
                  </a:schemeClr>
                </a:solidFill>
                <a:latin typeface="Segoe UI Light" pitchFamily="34" charset="0"/>
              </a:defRPr>
            </a:lvl1pPr>
          </a:lstStyle>
          <a:p>
            <a:r>
              <a:rPr lang="en-US" dirty="0" smtClean="0"/>
              <a:t>Title Here</a:t>
            </a:r>
            <a:endParaRPr lang="en-US" dirty="0"/>
          </a:p>
        </p:txBody>
      </p:sp>
      <p:sp>
        <p:nvSpPr>
          <p:cNvPr id="7" name="Text Placeholder 6"/>
          <p:cNvSpPr>
            <a:spLocks noGrp="1"/>
          </p:cNvSpPr>
          <p:nvPr>
            <p:ph type="body" sz="quarter" idx="11" hasCustomPrompt="1"/>
          </p:nvPr>
        </p:nvSpPr>
        <p:spPr>
          <a:xfrm>
            <a:off x="519249" y="4612342"/>
            <a:ext cx="5455754" cy="1144929"/>
          </a:xfrm>
        </p:spPr>
        <p:txBody>
          <a:bodyPr/>
          <a:lstStyle>
            <a:lvl1pPr marL="0" indent="0">
              <a:buFont typeface="Arial" pitchFamily="34" charset="0"/>
              <a:buNone/>
              <a:defRPr sz="2400">
                <a:solidFill>
                  <a:schemeClr val="bg1">
                    <a:alpha val="98000"/>
                  </a:schemeClr>
                </a:solidFill>
                <a:latin typeface="+mj-lt"/>
              </a:defRPr>
            </a:lvl1pPr>
            <a:lvl2pPr marL="460375" indent="0">
              <a:buFont typeface="Arial" pitchFamily="34" charset="0"/>
              <a:buNone/>
              <a:defRPr/>
            </a:lvl2pPr>
            <a:lvl3pPr marL="855663" indent="0">
              <a:buFont typeface="Arial" pitchFamily="34" charset="0"/>
              <a:buNone/>
              <a:defRPr/>
            </a:lvl3pPr>
            <a:lvl4pPr marL="1258888" indent="0">
              <a:buFont typeface="Arial" pitchFamily="34" charset="0"/>
              <a:buNone/>
              <a:defRPr/>
            </a:lvl4pPr>
            <a:lvl5pPr marL="1604963" indent="0">
              <a:buFont typeface="Arial" pitchFamily="34" charset="0"/>
              <a:buNone/>
              <a:defRPr/>
            </a:lvl5pPr>
          </a:lstStyle>
          <a:p>
            <a:pPr lvl="0"/>
            <a:r>
              <a:rPr lang="en-US" dirty="0" smtClean="0"/>
              <a:t>Name</a:t>
            </a:r>
          </a:p>
          <a:p>
            <a:pPr lvl="0"/>
            <a:r>
              <a:rPr lang="en-US" dirty="0" smtClean="0"/>
              <a:t>Title</a:t>
            </a:r>
          </a:p>
          <a:p>
            <a:pPr lvl="0"/>
            <a:r>
              <a:rPr lang="en-US" dirty="0" smtClean="0"/>
              <a:t>Microsoft Corporation</a:t>
            </a:r>
          </a:p>
        </p:txBody>
      </p:sp>
      <p:pic>
        <p:nvPicPr>
          <p:cNvPr id="13" name="Picture 12"/>
          <p:cNvPicPr>
            <a:picLocks noChangeAspect="1"/>
          </p:cNvPicPr>
          <p:nvPr userDrawn="1"/>
        </p:nvPicPr>
        <p:blipFill>
          <a:blip r:embed="rId3">
            <a:extLst>
              <a:ext uri="{BEBA8EAE-BF5A-486C-A8C5-ECC9F3942E4B}">
                <a14:imgProps xmlns:a14="http://schemas.microsoft.com/office/drawing/2010/main">
                  <a14:imgLayer r:embed="rId4">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519249" y="228600"/>
            <a:ext cx="2498478" cy="290338"/>
          </a:xfrm>
          <a:prstGeom prst="rect">
            <a:avLst/>
          </a:prstGeom>
        </p:spPr>
      </p:pic>
    </p:spTree>
    <p:extLst>
      <p:ext uri="{BB962C8B-B14F-4D97-AF65-F5344CB8AC3E}">
        <p14:creationId xmlns:p14="http://schemas.microsoft.com/office/powerpoint/2010/main" val="3325808548"/>
      </p:ext>
    </p:extLst>
  </p:cSld>
  <p:clrMapOvr>
    <a:masterClrMapping/>
  </p:clrMapOvr>
  <p:transition>
    <p:fade/>
  </p:transition>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19248" y="228601"/>
            <a:ext cx="11151917" cy="747897"/>
          </a:xfrm>
        </p:spPr>
        <p:txBody>
          <a:bodyPr/>
          <a:lstStyle>
            <a:lvl1pPr>
              <a:defRPr sz="5400"/>
            </a:lvl1pPr>
          </a:lstStyle>
          <a:p>
            <a:r>
              <a:rPr lang="en-US" smtClean="0"/>
              <a:t>Click to edit Master title style</a:t>
            </a:r>
            <a:endParaRPr lang="en-US" dirty="0"/>
          </a:p>
        </p:txBody>
      </p:sp>
      <p:sp>
        <p:nvSpPr>
          <p:cNvPr id="5" name="Text Placeholder 4"/>
          <p:cNvSpPr>
            <a:spLocks noGrp="1"/>
          </p:cNvSpPr>
          <p:nvPr>
            <p:ph type="body" sz="quarter" idx="10"/>
          </p:nvPr>
        </p:nvSpPr>
        <p:spPr>
          <a:xfrm>
            <a:off x="519248" y="1447800"/>
            <a:ext cx="11151917" cy="946413"/>
          </a:xfrm>
        </p:spPr>
        <p:txBody>
          <a:bodyPr/>
          <a:lstStyle>
            <a:lvl1pPr marL="3175" indent="0">
              <a:spcBef>
                <a:spcPts val="0"/>
              </a:spcBef>
              <a:spcAft>
                <a:spcPts val="900"/>
              </a:spcAft>
              <a:buSzPct val="80000"/>
              <a:buFont typeface="Arial" pitchFamily="34" charset="0"/>
              <a:buNone/>
              <a:defRPr sz="4000" spc="-100" baseline="0">
                <a:gradFill>
                  <a:gsLst>
                    <a:gs pos="0">
                      <a:srgbClr val="595959"/>
                    </a:gs>
                    <a:gs pos="86000">
                      <a:srgbClr val="595959"/>
                    </a:gs>
                  </a:gsLst>
                  <a:lin ang="5400000" scaled="0"/>
                </a:gradFill>
                <a:latin typeface="Segoe UI Light" pitchFamily="34" charset="0"/>
              </a:defRPr>
            </a:lvl1pPr>
            <a:lvl2pPr marL="3175" indent="0">
              <a:spcBef>
                <a:spcPts val="0"/>
              </a:spcBef>
              <a:buSzPct val="80000"/>
              <a:buFont typeface="Arial" pitchFamily="34" charset="0"/>
              <a:buNone/>
              <a:defRPr sz="2000" spc="-50" baseline="0">
                <a:gradFill>
                  <a:gsLst>
                    <a:gs pos="0">
                      <a:srgbClr val="595959"/>
                    </a:gs>
                    <a:gs pos="86000">
                      <a:srgbClr val="595959"/>
                    </a:gs>
                  </a:gsLst>
                  <a:lin ang="5400000" scaled="0"/>
                </a:gradFill>
              </a:defRPr>
            </a:lvl2pPr>
            <a:lvl3pPr marL="1258888" indent="-403225">
              <a:buSzPct val="80000"/>
              <a:buFontTx/>
              <a:buBlip>
                <a:blip r:embed="rId2"/>
              </a:buBlip>
              <a:defRPr>
                <a:gradFill>
                  <a:gsLst>
                    <a:gs pos="0">
                      <a:schemeClr val="tx1">
                        <a:lumMod val="90000"/>
                        <a:lumOff val="10000"/>
                      </a:schemeClr>
                    </a:gs>
                    <a:gs pos="86000">
                      <a:schemeClr val="tx1">
                        <a:lumMod val="90000"/>
                        <a:lumOff val="10000"/>
                      </a:schemeClr>
                    </a:gs>
                  </a:gsLst>
                  <a:lin ang="5400000" scaled="0"/>
                </a:gradFill>
              </a:defRPr>
            </a:lvl3pPr>
            <a:lvl4pPr marL="1604963" indent="-346075">
              <a:buSzPct val="80000"/>
              <a:buFontTx/>
              <a:buBlip>
                <a:blip r:embed="rId2"/>
              </a:buBlip>
              <a:defRPr>
                <a:gradFill>
                  <a:gsLst>
                    <a:gs pos="0">
                      <a:schemeClr val="tx1">
                        <a:lumMod val="90000"/>
                        <a:lumOff val="10000"/>
                      </a:schemeClr>
                    </a:gs>
                    <a:gs pos="86000">
                      <a:schemeClr val="tx1">
                        <a:lumMod val="90000"/>
                        <a:lumOff val="10000"/>
                      </a:schemeClr>
                    </a:gs>
                  </a:gsLst>
                  <a:lin ang="5400000" scaled="0"/>
                </a:gradFill>
              </a:defRPr>
            </a:lvl4pPr>
            <a:lvl5pPr marL="1941513" indent="-336550">
              <a:buSzPct val="80000"/>
              <a:buFontTx/>
              <a:buBlip>
                <a:blip r:embed="rId2"/>
              </a:buBlip>
              <a:defRPr>
                <a:gradFill>
                  <a:gsLst>
                    <a:gs pos="0">
                      <a:schemeClr val="tx1">
                        <a:lumMod val="90000"/>
                        <a:lumOff val="10000"/>
                      </a:schemeClr>
                    </a:gs>
                    <a:gs pos="86000">
                      <a:schemeClr val="tx1">
                        <a:lumMod val="90000"/>
                        <a:lumOff val="10000"/>
                      </a:schemeClr>
                    </a:gs>
                  </a:gsLst>
                  <a:lin ang="5400000" scaled="0"/>
                </a:gradFill>
              </a:defRPr>
            </a:lvl5pPr>
          </a:lstStyle>
          <a:p>
            <a:pPr lvl="0"/>
            <a:r>
              <a:rPr lang="en-US" smtClean="0"/>
              <a:t>Click to edit Master text styles</a:t>
            </a:r>
          </a:p>
          <a:p>
            <a:pPr lvl="1"/>
            <a:r>
              <a:rPr lang="en-US" smtClean="0"/>
              <a:t>Second level</a:t>
            </a:r>
          </a:p>
        </p:txBody>
      </p:sp>
      <p:pic>
        <p:nvPicPr>
          <p:cNvPr id="4" name="Picture 3"/>
          <p:cNvPicPr>
            <a:picLocks noChangeAspect="1"/>
          </p:cNvPicPr>
          <p:nvPr userDrawn="1"/>
        </p:nvPicPr>
        <p:blipFill>
          <a:blip r:embed="rId3" cstate="print">
            <a:duotone>
              <a:prstClr val="black"/>
              <a:schemeClr val="tx2">
                <a:tint val="45000"/>
                <a:satMod val="400000"/>
              </a:schemeClr>
            </a:duotone>
            <a:extLst>
              <a:ext uri="{BEBA8EAE-BF5A-486C-A8C5-ECC9F3942E4B}">
                <a14:imgProps xmlns:a14="http://schemas.microsoft.com/office/drawing/2010/main">
                  <a14:imgLayer r:embed="rId4">
                    <a14:imgEffect>
                      <a14:brightnessContrast bright="-20000" contrast="-40000"/>
                    </a14:imgEffect>
                  </a14:imgLayer>
                </a14:imgProps>
              </a:ext>
              <a:ext uri="{28A0092B-C50C-407E-A947-70E740481C1C}">
                <a14:useLocalDpi xmlns:a14="http://schemas.microsoft.com/office/drawing/2010/main" val="0"/>
              </a:ext>
            </a:extLst>
          </a:blip>
          <a:stretch>
            <a:fillRect/>
          </a:stretch>
        </p:blipFill>
        <p:spPr>
          <a:xfrm>
            <a:off x="518804" y="6372547"/>
            <a:ext cx="1682359" cy="195501"/>
          </a:xfrm>
          <a:prstGeom prst="rect">
            <a:avLst/>
          </a:prstGeom>
        </p:spPr>
      </p:pic>
    </p:spTree>
    <p:extLst>
      <p:ext uri="{BB962C8B-B14F-4D97-AF65-F5344CB8AC3E}">
        <p14:creationId xmlns:p14="http://schemas.microsoft.com/office/powerpoint/2010/main" val="2068499933"/>
      </p:ext>
    </p:extLst>
  </p:cSld>
  <p:clrMapOvr>
    <a:masterClrMapping/>
  </p:clrMapOvr>
  <p:transition>
    <p:fade/>
  </p:transition>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and  Non-Bulleted Content">
    <p:spTree>
      <p:nvGrpSpPr>
        <p:cNvPr id="1" name=""/>
        <p:cNvGrpSpPr/>
        <p:nvPr/>
      </p:nvGrpSpPr>
      <p:grpSpPr>
        <a:xfrm>
          <a:off x="0" y="0"/>
          <a:ext cx="0" cy="0"/>
          <a:chOff x="0" y="0"/>
          <a:chExt cx="0" cy="0"/>
        </a:xfrm>
      </p:grpSpPr>
      <p:sp>
        <p:nvSpPr>
          <p:cNvPr id="2" name="Title 1"/>
          <p:cNvSpPr>
            <a:spLocks noGrp="1"/>
          </p:cNvSpPr>
          <p:nvPr>
            <p:ph type="title"/>
          </p:nvPr>
        </p:nvSpPr>
        <p:spPr>
          <a:xfrm>
            <a:off x="519248" y="228601"/>
            <a:ext cx="11151917" cy="747897"/>
          </a:xfrm>
        </p:spPr>
        <p:txBody>
          <a:bodyPr/>
          <a:lstStyle>
            <a:lvl1pPr algn="l" defTabSz="914363" rtl="0" eaLnBrk="1" latinLnBrk="0" hangingPunct="1">
              <a:lnSpc>
                <a:spcPct val="90000"/>
              </a:lnSpc>
              <a:spcBef>
                <a:spcPct val="0"/>
              </a:spcBef>
              <a:buNone/>
              <a:defRPr lang="en-US" sz="5400" b="0" kern="1200" cap="none" spc="-100" baseline="0" dirty="0">
                <a:ln w="3175">
                  <a:noFill/>
                </a:ln>
                <a:gradFill flip="none" rotWithShape="1">
                  <a:gsLst>
                    <a:gs pos="0">
                      <a:srgbClr val="595959"/>
                    </a:gs>
                    <a:gs pos="86000">
                      <a:srgbClr val="595959"/>
                    </a:gs>
                  </a:gsLst>
                  <a:lin ang="5400000" scaled="0"/>
                  <a:tileRect/>
                </a:gradFill>
                <a:effectLst/>
                <a:latin typeface="Segoe UI Light" pitchFamily="34" charset="0"/>
                <a:ea typeface="+mn-ea"/>
                <a:cs typeface="Arial" charset="0"/>
              </a:defRPr>
            </a:lvl1pPr>
          </a:lstStyle>
          <a:p>
            <a:r>
              <a:rPr lang="en-US" smtClean="0"/>
              <a:t>Click to edit Master title style</a:t>
            </a:r>
            <a:endParaRPr lang="en-US" dirty="0"/>
          </a:p>
        </p:txBody>
      </p:sp>
      <p:sp>
        <p:nvSpPr>
          <p:cNvPr id="5" name="Text Placeholder 4"/>
          <p:cNvSpPr>
            <a:spLocks noGrp="1"/>
          </p:cNvSpPr>
          <p:nvPr>
            <p:ph type="body" sz="quarter" idx="10"/>
          </p:nvPr>
        </p:nvSpPr>
        <p:spPr>
          <a:xfrm>
            <a:off x="519248" y="1447799"/>
            <a:ext cx="11151917" cy="2099036"/>
          </a:xfrm>
        </p:spPr>
        <p:txBody>
          <a:bodyPr/>
          <a:lstStyle>
            <a:lvl1pPr marL="0" indent="0">
              <a:spcBef>
                <a:spcPts val="0"/>
              </a:spcBef>
              <a:spcAft>
                <a:spcPts val="0"/>
              </a:spcAft>
              <a:buFont typeface="Arial" pitchFamily="34" charset="0"/>
              <a:buNone/>
              <a:defRPr lang="en-US" sz="3200" kern="1200" dirty="0" smtClean="0">
                <a:gradFill>
                  <a:gsLst>
                    <a:gs pos="0">
                      <a:srgbClr val="595959"/>
                    </a:gs>
                    <a:gs pos="86000">
                      <a:srgbClr val="595959"/>
                    </a:gs>
                  </a:gsLst>
                  <a:lin ang="5400000" scaled="0"/>
                </a:gradFill>
                <a:latin typeface="+mn-lt"/>
                <a:ea typeface="+mn-ea"/>
                <a:cs typeface="+mn-cs"/>
              </a:defRPr>
            </a:lvl1pPr>
            <a:lvl2pPr marL="688975" indent="-342900">
              <a:spcBef>
                <a:spcPts val="0"/>
              </a:spcBef>
              <a:spcAft>
                <a:spcPts val="0"/>
              </a:spcAft>
              <a:buFont typeface="Arial" pitchFamily="34" charset="0"/>
              <a:buChar char="•"/>
              <a:defRPr lang="en-US" sz="2800" kern="1200" dirty="0" smtClean="0">
                <a:gradFill>
                  <a:gsLst>
                    <a:gs pos="0">
                      <a:srgbClr val="595959"/>
                    </a:gs>
                    <a:gs pos="86000">
                      <a:srgbClr val="595959"/>
                    </a:gs>
                  </a:gsLst>
                  <a:lin ang="5400000" scaled="0"/>
                </a:gradFill>
                <a:latin typeface="+mn-lt"/>
                <a:ea typeface="+mn-ea"/>
                <a:cs typeface="+mn-cs"/>
              </a:defRPr>
            </a:lvl2pPr>
            <a:lvl3pPr marL="0" indent="0">
              <a:spcBef>
                <a:spcPts val="0"/>
              </a:spcBef>
              <a:spcAft>
                <a:spcPts val="400"/>
              </a:spcAft>
              <a:buNone/>
              <a:defRPr sz="2000"/>
            </a:lvl3pPr>
            <a:lvl4pPr marL="0" indent="0">
              <a:spcBef>
                <a:spcPts val="0"/>
              </a:spcBef>
              <a:spcAft>
                <a:spcPts val="400"/>
              </a:spcAft>
              <a:buNone/>
              <a:defRPr/>
            </a:lvl4pPr>
            <a:lvl5pPr marL="342900" indent="-342900">
              <a:spcBef>
                <a:spcPts val="0"/>
              </a:spcBef>
              <a:spcAft>
                <a:spcPts val="400"/>
              </a:spcAft>
              <a:buFont typeface="Arial" pitchFamily="34" charset="0"/>
              <a:buChar char="•"/>
              <a:defRPr/>
            </a:lvl5pPr>
            <a:lvl6pPr marL="1033462" indent="-342900">
              <a:buFont typeface="Arial" pitchFamily="34" charset="0"/>
              <a:buChar char="•"/>
              <a:defRPr sz="2400">
                <a:gradFill>
                  <a:gsLst>
                    <a:gs pos="0">
                      <a:srgbClr val="595959"/>
                    </a:gs>
                    <a:gs pos="86000">
                      <a:srgbClr val="595959"/>
                    </a:gs>
                  </a:gsLst>
                  <a:lin ang="5400000" scaled="0"/>
                </a:gradFill>
              </a:defRPr>
            </a:lvl6pPr>
            <a:lvl7pPr marL="1255713" indent="-225425">
              <a:defRPr>
                <a:gradFill>
                  <a:gsLst>
                    <a:gs pos="0">
                      <a:srgbClr val="595959"/>
                    </a:gs>
                    <a:gs pos="86000">
                      <a:srgbClr val="595959"/>
                    </a:gs>
                  </a:gsLst>
                  <a:lin ang="5400000" scaled="0"/>
                </a:gradFill>
              </a:defRPr>
            </a:lvl7pPr>
            <a:lvl8pPr marL="1487488" indent="-231775">
              <a:defRPr>
                <a:gradFill>
                  <a:gsLst>
                    <a:gs pos="0">
                      <a:srgbClr val="595959"/>
                    </a:gs>
                    <a:gs pos="86000">
                      <a:srgbClr val="595959"/>
                    </a:gs>
                  </a:gsLst>
                  <a:lin ang="5400000" scaled="0"/>
                </a:gradFill>
              </a:defRPr>
            </a:lvl8pPr>
          </a:lstStyle>
          <a:p>
            <a:pPr marL="346075" lvl="0" indent="-346075" algn="l" defTabSz="914363" rtl="0" eaLnBrk="1" latinLnBrk="0" hangingPunct="1">
              <a:lnSpc>
                <a:spcPct val="90000"/>
              </a:lnSpc>
              <a:spcBef>
                <a:spcPct val="20000"/>
              </a:spcBef>
              <a:buSzPct val="90000"/>
              <a:buFont typeface="Arial" pitchFamily="34" charset="0"/>
              <a:buChar char="•"/>
            </a:pPr>
            <a:r>
              <a:rPr lang="en-US" smtClean="0"/>
              <a:t>Click to edit Master text styles</a:t>
            </a:r>
          </a:p>
          <a:p>
            <a:pPr marL="346075" lvl="1" indent="-346075" algn="l" defTabSz="914363" rtl="0" eaLnBrk="1" latinLnBrk="0" hangingPunct="1">
              <a:lnSpc>
                <a:spcPct val="90000"/>
              </a:lnSpc>
              <a:spcBef>
                <a:spcPct val="20000"/>
              </a:spcBef>
              <a:buSzPct val="90000"/>
              <a:buFont typeface="Arial" pitchFamily="34" charset="0"/>
              <a:buChar char="•"/>
            </a:pPr>
            <a:r>
              <a:rPr lang="en-US" smtClean="0"/>
              <a:t>Second level</a:t>
            </a:r>
          </a:p>
          <a:p>
            <a:pPr marL="346075" lvl="2" indent="-346075" algn="l" defTabSz="914363" rtl="0" eaLnBrk="1" latinLnBrk="0" hangingPunct="1">
              <a:lnSpc>
                <a:spcPct val="90000"/>
              </a:lnSpc>
              <a:spcBef>
                <a:spcPct val="20000"/>
              </a:spcBef>
              <a:buSzPct val="90000"/>
              <a:buFont typeface="Arial" pitchFamily="34" charset="0"/>
              <a:buChar char="•"/>
            </a:pPr>
            <a:r>
              <a:rPr lang="en-US" smtClean="0"/>
              <a:t>Third level</a:t>
            </a:r>
          </a:p>
          <a:p>
            <a:pPr marL="346075" lvl="3" indent="-346075" algn="l" defTabSz="914363" rtl="0" eaLnBrk="1" latinLnBrk="0" hangingPunct="1">
              <a:lnSpc>
                <a:spcPct val="90000"/>
              </a:lnSpc>
              <a:spcBef>
                <a:spcPct val="20000"/>
              </a:spcBef>
              <a:buSzPct val="90000"/>
              <a:buFont typeface="Arial" pitchFamily="34" charset="0"/>
              <a:buChar char="•"/>
            </a:pPr>
            <a:r>
              <a:rPr lang="en-US" smtClean="0"/>
              <a:t>Fourth level</a:t>
            </a:r>
          </a:p>
          <a:p>
            <a:pPr marL="346075" lvl="4" indent="-346075" algn="l" defTabSz="914363" rtl="0" eaLnBrk="1" latinLnBrk="0" hangingPunct="1">
              <a:lnSpc>
                <a:spcPct val="90000"/>
              </a:lnSpc>
              <a:spcBef>
                <a:spcPct val="20000"/>
              </a:spcBef>
              <a:buSzPct val="90000"/>
              <a:buFont typeface="Arial" pitchFamily="34" charset="0"/>
              <a:buChar char="•"/>
            </a:pPr>
            <a:r>
              <a:rPr lang="en-US" smtClean="0"/>
              <a:t>Fifth level</a:t>
            </a:r>
            <a:endParaRPr lang="en-US" dirty="0" smtClean="0"/>
          </a:p>
        </p:txBody>
      </p:sp>
      <p:pic>
        <p:nvPicPr>
          <p:cNvPr id="4" name="Picture 3"/>
          <p:cNvPicPr>
            <a:picLocks noChangeAspect="1"/>
          </p:cNvPicPr>
          <p:nvPr userDrawn="1"/>
        </p:nvPicPr>
        <p:blipFill>
          <a:blip r:embed="rId2" cstate="print">
            <a:duotone>
              <a:prstClr val="black"/>
              <a:schemeClr val="tx2">
                <a:tint val="45000"/>
                <a:satMod val="400000"/>
              </a:schemeClr>
            </a:duotone>
            <a:extLst>
              <a:ext uri="{BEBA8EAE-BF5A-486C-A8C5-ECC9F3942E4B}">
                <a14:imgProps xmlns:a14="http://schemas.microsoft.com/office/drawing/2010/main">
                  <a14:imgLayer r:embed="rId3">
                    <a14:imgEffect>
                      <a14:brightnessContrast bright="-20000" contrast="-40000"/>
                    </a14:imgEffect>
                  </a14:imgLayer>
                </a14:imgProps>
              </a:ext>
              <a:ext uri="{28A0092B-C50C-407E-A947-70E740481C1C}">
                <a14:useLocalDpi xmlns:a14="http://schemas.microsoft.com/office/drawing/2010/main" val="0"/>
              </a:ext>
            </a:extLst>
          </a:blip>
          <a:stretch>
            <a:fillRect/>
          </a:stretch>
        </p:blipFill>
        <p:spPr>
          <a:xfrm>
            <a:off x="518804" y="6372547"/>
            <a:ext cx="1682359" cy="195501"/>
          </a:xfrm>
          <a:prstGeom prst="rect">
            <a:avLst/>
          </a:prstGeom>
        </p:spPr>
      </p:pic>
    </p:spTree>
    <p:extLst>
      <p:ext uri="{BB962C8B-B14F-4D97-AF65-F5344CB8AC3E}">
        <p14:creationId xmlns:p14="http://schemas.microsoft.com/office/powerpoint/2010/main" val="4221545642"/>
      </p:ext>
    </p:extLst>
  </p:cSld>
  <p:clrMapOvr>
    <a:masterClrMapping/>
  </p:clrMapOvr>
  <p:transition>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519248" y="228601"/>
            <a:ext cx="11151917" cy="747897"/>
          </a:xfrm>
        </p:spPr>
        <p:txBody>
          <a:bodyPr/>
          <a:lstStyle>
            <a:lvl1pPr>
              <a:defRPr sz="5400"/>
            </a:lvl1pPr>
          </a:lstStyle>
          <a:p>
            <a:r>
              <a:rPr lang="en-US" smtClean="0"/>
              <a:t>Click to edit Master title style</a:t>
            </a:r>
            <a:endParaRPr lang="en-US" dirty="0"/>
          </a:p>
        </p:txBody>
      </p:sp>
      <p:sp>
        <p:nvSpPr>
          <p:cNvPr id="3" name="Content Placeholder 2"/>
          <p:cNvSpPr>
            <a:spLocks noGrp="1"/>
          </p:cNvSpPr>
          <p:nvPr>
            <p:ph sz="half" idx="1"/>
          </p:nvPr>
        </p:nvSpPr>
        <p:spPr>
          <a:xfrm>
            <a:off x="519248" y="1447800"/>
            <a:ext cx="5487829" cy="2443746"/>
          </a:xfrm>
        </p:spPr>
        <p:txBody>
          <a:bodyPr/>
          <a:lstStyle>
            <a:lvl1pPr marL="341313" indent="-341313">
              <a:lnSpc>
                <a:spcPct val="90000"/>
              </a:lnSpc>
              <a:buSzPct val="80000"/>
              <a:buFont typeface="Arial" pitchFamily="34" charset="0"/>
              <a:buChar char="•"/>
              <a:defRPr sz="3200"/>
            </a:lvl1pPr>
            <a:lvl2pPr marL="627063" indent="-285750">
              <a:lnSpc>
                <a:spcPct val="90000"/>
              </a:lnSpc>
              <a:buSzPct val="80000"/>
              <a:buFont typeface="Arial" pitchFamily="34" charset="0"/>
              <a:buChar char="•"/>
              <a:defRPr sz="2800"/>
            </a:lvl2pPr>
            <a:lvl3pPr marL="914400" indent="-287338">
              <a:lnSpc>
                <a:spcPct val="90000"/>
              </a:lnSpc>
              <a:buSzPct val="80000"/>
              <a:buFont typeface="Arial" pitchFamily="34" charset="0"/>
              <a:buChar char="•"/>
              <a:defRPr sz="2400"/>
            </a:lvl3pPr>
            <a:lvl4pPr marL="1712913" indent="-225425">
              <a:lnSpc>
                <a:spcPct val="90000"/>
              </a:lnSpc>
              <a:buSzPct val="80000"/>
              <a:buFont typeface="Arial" pitchFamily="34" charset="0"/>
              <a:buChar char="•"/>
              <a:defRPr sz="2000"/>
            </a:lvl4pPr>
            <a:lvl5pPr marL="1944688" indent="-231775">
              <a:lnSpc>
                <a:spcPct val="90000"/>
              </a:lnSpc>
              <a:buSzPct val="80000"/>
              <a:buFont typeface="Arial" pitchFamily="34" charset="0"/>
              <a:buChar char="•"/>
              <a:defRPr sz="20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183335" y="1447800"/>
            <a:ext cx="5487829" cy="2443746"/>
          </a:xfrm>
        </p:spPr>
        <p:txBody>
          <a:bodyPr/>
          <a:lstStyle>
            <a:lvl1pPr marL="457200" indent="-457200">
              <a:lnSpc>
                <a:spcPct val="90000"/>
              </a:lnSpc>
              <a:buSzPct val="80000"/>
              <a:buFont typeface="Arial" pitchFamily="34" charset="0"/>
              <a:buChar char="•"/>
              <a:defRPr lang="en-US" sz="3200" kern="1200" dirty="0" smtClean="0">
                <a:gradFill>
                  <a:gsLst>
                    <a:gs pos="0">
                      <a:srgbClr val="595959"/>
                    </a:gs>
                    <a:gs pos="86000">
                      <a:srgbClr val="595959"/>
                    </a:gs>
                  </a:gsLst>
                  <a:lin ang="5400000" scaled="0"/>
                </a:gradFill>
                <a:latin typeface="+mn-lt"/>
                <a:ea typeface="+mn-ea"/>
                <a:cs typeface="+mn-cs"/>
              </a:defRPr>
            </a:lvl1pPr>
            <a:lvl2pPr marL="798513" indent="-457200">
              <a:lnSpc>
                <a:spcPct val="90000"/>
              </a:lnSpc>
              <a:buSzPct val="80000"/>
              <a:buFont typeface="Arial" pitchFamily="34" charset="0"/>
              <a:buChar char="•"/>
              <a:defRPr lang="en-US" sz="2800" kern="1200" dirty="0" smtClean="0">
                <a:gradFill>
                  <a:gsLst>
                    <a:gs pos="0">
                      <a:srgbClr val="595959"/>
                    </a:gs>
                    <a:gs pos="86000">
                      <a:srgbClr val="595959"/>
                    </a:gs>
                  </a:gsLst>
                  <a:lin ang="5400000" scaled="0"/>
                </a:gradFill>
                <a:latin typeface="+mn-lt"/>
                <a:ea typeface="+mn-ea"/>
                <a:cs typeface="+mn-cs"/>
              </a:defRPr>
            </a:lvl2pPr>
            <a:lvl3pPr marL="969962" indent="-342900">
              <a:lnSpc>
                <a:spcPct val="90000"/>
              </a:lnSpc>
              <a:buSzPct val="80000"/>
              <a:buFont typeface="Arial" pitchFamily="34" charset="0"/>
              <a:buChar char="•"/>
              <a:defRPr lang="en-US" sz="2400" kern="1200" dirty="0" smtClean="0">
                <a:gradFill>
                  <a:gsLst>
                    <a:gs pos="0">
                      <a:srgbClr val="595959"/>
                    </a:gs>
                    <a:gs pos="86000">
                      <a:srgbClr val="595959"/>
                    </a:gs>
                  </a:gsLst>
                  <a:lin ang="5400000" scaled="0"/>
                </a:gradFill>
                <a:latin typeface="+mn-lt"/>
                <a:ea typeface="+mn-ea"/>
                <a:cs typeface="+mn-cs"/>
              </a:defRPr>
            </a:lvl3pPr>
            <a:lvl4pPr marL="1830388" indent="-342900">
              <a:lnSpc>
                <a:spcPct val="90000"/>
              </a:lnSpc>
              <a:buSzPct val="80000"/>
              <a:buFont typeface="Arial" pitchFamily="34" charset="0"/>
              <a:buChar char="•"/>
              <a:defRPr lang="en-US" sz="2000" kern="1200" dirty="0" smtClean="0">
                <a:gradFill>
                  <a:gsLst>
                    <a:gs pos="0">
                      <a:srgbClr val="595959"/>
                    </a:gs>
                    <a:gs pos="86000">
                      <a:srgbClr val="595959"/>
                    </a:gs>
                  </a:gsLst>
                  <a:lin ang="5400000" scaled="0"/>
                </a:gradFill>
                <a:latin typeface="+mn-lt"/>
                <a:ea typeface="+mn-ea"/>
                <a:cs typeface="+mn-cs"/>
              </a:defRPr>
            </a:lvl4pPr>
            <a:lvl5pPr marL="2055813" indent="-342900">
              <a:lnSpc>
                <a:spcPct val="90000"/>
              </a:lnSpc>
              <a:buSzPct val="80000"/>
              <a:buFont typeface="Arial" pitchFamily="34" charset="0"/>
              <a:buChar char="•"/>
              <a:defRPr lang="en-US" sz="2000" kern="1200" dirty="0">
                <a:gradFill>
                  <a:gsLst>
                    <a:gs pos="0">
                      <a:srgbClr val="595959"/>
                    </a:gs>
                    <a:gs pos="86000">
                      <a:srgbClr val="595959"/>
                    </a:gs>
                  </a:gsLst>
                  <a:lin ang="5400000" scaled="0"/>
                </a:gradFill>
                <a:latin typeface="+mn-lt"/>
                <a:ea typeface="+mn-ea"/>
                <a:cs typeface="+mn-cs"/>
              </a:defRPr>
            </a:lvl5pPr>
            <a:lvl6pPr>
              <a:defRPr sz="1800"/>
            </a:lvl6pPr>
            <a:lvl7pPr>
              <a:defRPr sz="1800"/>
            </a:lvl7pPr>
            <a:lvl8pPr>
              <a:defRPr sz="1800"/>
            </a:lvl8pPr>
            <a:lvl9pPr>
              <a:defRPr sz="1800"/>
            </a:lvl9pPr>
          </a:lstStyle>
          <a:p>
            <a:pPr marL="341313" lvl="0" indent="-341313" algn="l" defTabSz="914363" rtl="0" eaLnBrk="1" latinLnBrk="0" hangingPunct="1">
              <a:lnSpc>
                <a:spcPct val="90000"/>
              </a:lnSpc>
              <a:spcBef>
                <a:spcPct val="20000"/>
              </a:spcBef>
              <a:buSzPct val="80000"/>
              <a:buFont typeface="Arial" pitchFamily="34" charset="0"/>
              <a:buChar char="•"/>
            </a:pPr>
            <a:r>
              <a:rPr lang="en-US" smtClean="0"/>
              <a:t>Click to edit Master text styles</a:t>
            </a:r>
          </a:p>
          <a:p>
            <a:pPr marL="341313" lvl="1" indent="-341313" algn="l" defTabSz="914363" rtl="0" eaLnBrk="1" latinLnBrk="0" hangingPunct="1">
              <a:lnSpc>
                <a:spcPct val="90000"/>
              </a:lnSpc>
              <a:spcBef>
                <a:spcPct val="20000"/>
              </a:spcBef>
              <a:buSzPct val="80000"/>
              <a:buFont typeface="Arial" pitchFamily="34" charset="0"/>
              <a:buChar char="•"/>
            </a:pPr>
            <a:r>
              <a:rPr lang="en-US" smtClean="0"/>
              <a:t>Second level</a:t>
            </a:r>
          </a:p>
          <a:p>
            <a:pPr marL="341313" lvl="2" indent="-341313" algn="l" defTabSz="914363" rtl="0" eaLnBrk="1" latinLnBrk="0" hangingPunct="1">
              <a:lnSpc>
                <a:spcPct val="90000"/>
              </a:lnSpc>
              <a:spcBef>
                <a:spcPct val="20000"/>
              </a:spcBef>
              <a:buSzPct val="80000"/>
              <a:buFont typeface="Arial" pitchFamily="34" charset="0"/>
              <a:buChar char="•"/>
            </a:pPr>
            <a:r>
              <a:rPr lang="en-US" smtClean="0"/>
              <a:t>Third level</a:t>
            </a:r>
          </a:p>
          <a:p>
            <a:pPr marL="341313" lvl="3" indent="-341313" algn="l" defTabSz="914363" rtl="0" eaLnBrk="1" latinLnBrk="0" hangingPunct="1">
              <a:lnSpc>
                <a:spcPct val="90000"/>
              </a:lnSpc>
              <a:spcBef>
                <a:spcPct val="20000"/>
              </a:spcBef>
              <a:buSzPct val="80000"/>
              <a:buFont typeface="Arial" pitchFamily="34" charset="0"/>
              <a:buChar char="•"/>
            </a:pPr>
            <a:r>
              <a:rPr lang="en-US" smtClean="0"/>
              <a:t>Fourth level</a:t>
            </a:r>
          </a:p>
          <a:p>
            <a:pPr marL="341313" lvl="4" indent="-341313" algn="l" defTabSz="914363" rtl="0" eaLnBrk="1" latinLnBrk="0" hangingPunct="1">
              <a:lnSpc>
                <a:spcPct val="90000"/>
              </a:lnSpc>
              <a:spcBef>
                <a:spcPct val="20000"/>
              </a:spcBef>
              <a:buSzPct val="80000"/>
              <a:buFont typeface="Arial" pitchFamily="34" charset="0"/>
              <a:buChar char="•"/>
            </a:pPr>
            <a:r>
              <a:rPr lang="en-US" smtClean="0"/>
              <a:t>Fifth level</a:t>
            </a:r>
            <a:endParaRPr lang="en-US" dirty="0"/>
          </a:p>
        </p:txBody>
      </p:sp>
      <p:pic>
        <p:nvPicPr>
          <p:cNvPr id="5" name="Picture 4"/>
          <p:cNvPicPr>
            <a:picLocks noChangeAspect="1"/>
          </p:cNvPicPr>
          <p:nvPr userDrawn="1"/>
        </p:nvPicPr>
        <p:blipFill>
          <a:blip r:embed="rId2" cstate="print">
            <a:duotone>
              <a:prstClr val="black"/>
              <a:schemeClr val="tx2">
                <a:tint val="45000"/>
                <a:satMod val="400000"/>
              </a:schemeClr>
            </a:duotone>
            <a:extLst>
              <a:ext uri="{BEBA8EAE-BF5A-486C-A8C5-ECC9F3942E4B}">
                <a14:imgProps xmlns:a14="http://schemas.microsoft.com/office/drawing/2010/main">
                  <a14:imgLayer r:embed="rId3">
                    <a14:imgEffect>
                      <a14:brightnessContrast bright="-20000" contrast="-40000"/>
                    </a14:imgEffect>
                  </a14:imgLayer>
                </a14:imgProps>
              </a:ext>
              <a:ext uri="{28A0092B-C50C-407E-A947-70E740481C1C}">
                <a14:useLocalDpi xmlns:a14="http://schemas.microsoft.com/office/drawing/2010/main" val="0"/>
              </a:ext>
            </a:extLst>
          </a:blip>
          <a:stretch>
            <a:fillRect/>
          </a:stretch>
        </p:blipFill>
        <p:spPr>
          <a:xfrm>
            <a:off x="518804" y="6372547"/>
            <a:ext cx="1682359" cy="195501"/>
          </a:xfrm>
          <a:prstGeom prst="rect">
            <a:avLst/>
          </a:prstGeom>
        </p:spPr>
      </p:pic>
    </p:spTree>
    <p:extLst>
      <p:ext uri="{BB962C8B-B14F-4D97-AF65-F5344CB8AC3E}">
        <p14:creationId xmlns:p14="http://schemas.microsoft.com/office/powerpoint/2010/main" val="2124348897"/>
      </p:ext>
    </p:extLst>
  </p:cSld>
  <p:clrMapOvr>
    <a:masterClrMapping/>
  </p:clrMapOvr>
  <p:transition>
    <p:fade/>
  </p:transition>
  <p:timing>
    <p:tnLst>
      <p:par>
        <p:cTn id="1" dur="indefinite" restart="never" nodeType="tmRoot"/>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519248" y="228601"/>
            <a:ext cx="11151917" cy="747897"/>
          </a:xfrm>
        </p:spPr>
        <p:txBody>
          <a:bodyPr/>
          <a:lstStyle>
            <a:lvl1pPr>
              <a:defRPr sz="5400"/>
            </a:lvl1pPr>
          </a:lstStyle>
          <a:p>
            <a:r>
              <a:rPr lang="en-US" smtClean="0"/>
              <a:t>Click to edit Master title style</a:t>
            </a:r>
            <a:endParaRPr lang="en-US" dirty="0"/>
          </a:p>
        </p:txBody>
      </p:sp>
      <p:sp>
        <p:nvSpPr>
          <p:cNvPr id="3" name="Text Placeholder 2"/>
          <p:cNvSpPr>
            <a:spLocks noGrp="1"/>
          </p:cNvSpPr>
          <p:nvPr>
            <p:ph type="body" idx="1"/>
          </p:nvPr>
        </p:nvSpPr>
        <p:spPr>
          <a:xfrm>
            <a:off x="519248" y="1447800"/>
            <a:ext cx="5487829" cy="443198"/>
          </a:xfrm>
        </p:spPr>
        <p:txBody>
          <a:bodyPr anchor="b"/>
          <a:lstStyle>
            <a:lvl1pPr marL="0" indent="0">
              <a:lnSpc>
                <a:spcPct val="90000"/>
              </a:lnSpc>
              <a:spcBef>
                <a:spcPts val="0"/>
              </a:spcBef>
              <a:buNone/>
              <a:defRPr sz="3200" b="0">
                <a:latin typeface="Segoe UI Light" pitchFamily="34" charset="0"/>
              </a:defRPr>
            </a:lvl1pPr>
            <a:lvl2pPr marL="457182" indent="0">
              <a:buNone/>
              <a:defRPr sz="2000" b="1"/>
            </a:lvl2pPr>
            <a:lvl3pPr marL="914363" indent="0">
              <a:buNone/>
              <a:defRPr sz="1800" b="1"/>
            </a:lvl3pPr>
            <a:lvl4pPr marL="1371545" indent="0">
              <a:buNone/>
              <a:defRPr sz="1600" b="1"/>
            </a:lvl4pPr>
            <a:lvl5pPr marL="1828727" indent="0">
              <a:buNone/>
              <a:defRPr sz="1600" b="1"/>
            </a:lvl5pPr>
            <a:lvl6pPr marL="2285909" indent="0">
              <a:buNone/>
              <a:defRPr sz="1600" b="1"/>
            </a:lvl6pPr>
            <a:lvl7pPr marL="2743090" indent="0">
              <a:buNone/>
              <a:defRPr sz="1600" b="1"/>
            </a:lvl7pPr>
            <a:lvl8pPr marL="3200272" indent="0">
              <a:buNone/>
              <a:defRPr sz="1600" b="1"/>
            </a:lvl8pPr>
            <a:lvl9pPr marL="3657454"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508000" y="2266796"/>
            <a:ext cx="5486400" cy="1945148"/>
          </a:xfrm>
        </p:spPr>
        <p:txBody>
          <a:bodyPr/>
          <a:lstStyle>
            <a:lvl1pPr marL="403225" indent="-403225">
              <a:buSzPct val="80000"/>
              <a:buFont typeface="Arial" pitchFamily="34" charset="0"/>
              <a:buChar char="•"/>
              <a:defRPr sz="2800"/>
            </a:lvl1pPr>
            <a:lvl2pPr marL="744538" indent="-322263">
              <a:buSzPct val="80000"/>
              <a:buFont typeface="Arial" pitchFamily="34" charset="0"/>
              <a:buChar char="•"/>
              <a:defRPr sz="2800"/>
            </a:lvl2pPr>
            <a:lvl3pPr marL="1027113" indent="-282575" defTabSz="1030288">
              <a:buSzPct val="80000"/>
              <a:buFont typeface="Arial" pitchFamily="34" charset="0"/>
              <a:buChar char="•"/>
              <a:defRPr sz="2400"/>
            </a:lvl3pPr>
            <a:lvl4pPr marL="1317625" indent="-287338">
              <a:buSzPct val="80000"/>
              <a:buFont typeface="Arial" pitchFamily="34" charset="0"/>
              <a:buChar char="•"/>
              <a:defRPr sz="2000"/>
            </a:lvl4pPr>
            <a:lvl5pPr marL="1541463" indent="-223838">
              <a:buSzPct val="80000"/>
              <a:buFont typeface="Arial" pitchFamily="34" charset="0"/>
              <a:buChar char="•"/>
              <a:defRPr sz="20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183335" y="1447800"/>
            <a:ext cx="5487829" cy="443198"/>
          </a:xfrm>
        </p:spPr>
        <p:txBody>
          <a:bodyPr anchor="b"/>
          <a:lstStyle>
            <a:lvl1pPr marL="0" indent="0">
              <a:lnSpc>
                <a:spcPct val="90000"/>
              </a:lnSpc>
              <a:spcBef>
                <a:spcPts val="0"/>
              </a:spcBef>
              <a:buNone/>
              <a:defRPr sz="3200" b="0">
                <a:latin typeface="Segoe UI Light" pitchFamily="34" charset="0"/>
              </a:defRPr>
            </a:lvl1pPr>
            <a:lvl2pPr marL="457182" indent="0">
              <a:buNone/>
              <a:defRPr sz="2000" b="1"/>
            </a:lvl2pPr>
            <a:lvl3pPr marL="914363" indent="0">
              <a:buNone/>
              <a:defRPr sz="1800" b="1"/>
            </a:lvl3pPr>
            <a:lvl4pPr marL="1371545" indent="0">
              <a:buNone/>
              <a:defRPr sz="1600" b="1"/>
            </a:lvl4pPr>
            <a:lvl5pPr marL="1828727" indent="0">
              <a:buNone/>
              <a:defRPr sz="1600" b="1"/>
            </a:lvl5pPr>
            <a:lvl6pPr marL="2285909" indent="0">
              <a:buNone/>
              <a:defRPr sz="1600" b="1"/>
            </a:lvl6pPr>
            <a:lvl7pPr marL="2743090" indent="0">
              <a:buNone/>
              <a:defRPr sz="1600" b="1"/>
            </a:lvl7pPr>
            <a:lvl8pPr marL="3200272" indent="0">
              <a:buNone/>
              <a:defRPr sz="1600" b="1"/>
            </a:lvl8pPr>
            <a:lvl9pPr marL="3657454"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83335" y="2266796"/>
            <a:ext cx="5487829" cy="1945148"/>
          </a:xfrm>
        </p:spPr>
        <p:txBody>
          <a:bodyPr/>
          <a:lstStyle>
            <a:lvl1pPr marL="296321" indent="-296321">
              <a:buSzPct val="80000"/>
              <a:buFont typeface="Arial" pitchFamily="34" charset="0"/>
              <a:buChar char="•"/>
              <a:defRPr lang="en-US" sz="2800" kern="1200" dirty="0" smtClean="0">
                <a:gradFill>
                  <a:gsLst>
                    <a:gs pos="0">
                      <a:srgbClr val="595959"/>
                    </a:gs>
                    <a:gs pos="86000">
                      <a:srgbClr val="595959"/>
                    </a:gs>
                  </a:gsLst>
                  <a:lin ang="5400000" scaled="0"/>
                </a:gradFill>
                <a:latin typeface="+mn-lt"/>
                <a:ea typeface="+mn-ea"/>
                <a:cs typeface="+mn-cs"/>
              </a:defRPr>
            </a:lvl1pPr>
            <a:lvl2pPr marL="457200" indent="-457200">
              <a:buSzPct val="80000"/>
              <a:buFont typeface="Arial" pitchFamily="34" charset="0"/>
              <a:buChar char="•"/>
              <a:defRPr lang="en-US" sz="2800" kern="1200" dirty="0" smtClean="0">
                <a:gradFill>
                  <a:gsLst>
                    <a:gs pos="0">
                      <a:srgbClr val="595959"/>
                    </a:gs>
                    <a:gs pos="86000">
                      <a:srgbClr val="595959"/>
                    </a:gs>
                  </a:gsLst>
                  <a:lin ang="5400000" scaled="0"/>
                </a:gradFill>
                <a:latin typeface="+mn-lt"/>
                <a:ea typeface="+mn-ea"/>
                <a:cs typeface="+mn-cs"/>
              </a:defRPr>
            </a:lvl2pPr>
            <a:lvl3pPr marL="765175" indent="-342900">
              <a:buSzPct val="80000"/>
              <a:buFont typeface="Arial" pitchFamily="34" charset="0"/>
              <a:buChar char="•"/>
              <a:defRPr lang="en-US" sz="2400" kern="1200" dirty="0" smtClean="0">
                <a:gradFill>
                  <a:gsLst>
                    <a:gs pos="0">
                      <a:srgbClr val="595959"/>
                    </a:gs>
                    <a:gs pos="86000">
                      <a:srgbClr val="595959"/>
                    </a:gs>
                  </a:gsLst>
                  <a:lin ang="5400000" scaled="0"/>
                </a:gradFill>
                <a:latin typeface="+mn-lt"/>
                <a:ea typeface="+mn-ea"/>
                <a:cs typeface="+mn-cs"/>
              </a:defRPr>
            </a:lvl3pPr>
            <a:lvl4pPr marL="1373187" indent="-342900">
              <a:buSzPct val="80000"/>
              <a:buFont typeface="Arial" pitchFamily="34" charset="0"/>
              <a:buChar char="•"/>
              <a:defRPr lang="en-US" sz="2000" kern="1200" dirty="0" smtClean="0">
                <a:gradFill>
                  <a:gsLst>
                    <a:gs pos="0">
                      <a:srgbClr val="595959"/>
                    </a:gs>
                    <a:gs pos="86000">
                      <a:srgbClr val="595959"/>
                    </a:gs>
                  </a:gsLst>
                  <a:lin ang="5400000" scaled="0"/>
                </a:gradFill>
                <a:latin typeface="+mn-lt"/>
                <a:ea typeface="+mn-ea"/>
                <a:cs typeface="+mn-cs"/>
              </a:defRPr>
            </a:lvl4pPr>
            <a:lvl5pPr marL="1087438" indent="-342900">
              <a:buSzPct val="80000"/>
              <a:buFont typeface="Arial" pitchFamily="34" charset="0"/>
              <a:buChar char="•"/>
              <a:defRPr lang="en-US" sz="2000" kern="1200" dirty="0">
                <a:gradFill>
                  <a:gsLst>
                    <a:gs pos="0">
                      <a:srgbClr val="595959"/>
                    </a:gs>
                    <a:gs pos="86000">
                      <a:srgbClr val="595959"/>
                    </a:gs>
                  </a:gsLst>
                  <a:lin ang="5400000" scaled="0"/>
                </a:gradFill>
                <a:latin typeface="+mn-lt"/>
                <a:ea typeface="+mn-ea"/>
                <a:cs typeface="+mn-cs"/>
              </a:defRPr>
            </a:lvl5pPr>
            <a:lvl6pPr marL="1373187" indent="-342900">
              <a:defRPr sz="1600"/>
            </a:lvl6pPr>
            <a:lvl7pPr marL="1603375" indent="-285750">
              <a:defRPr sz="1600"/>
            </a:lvl7pPr>
            <a:lvl8pPr>
              <a:defRPr sz="1600"/>
            </a:lvl8pPr>
            <a:lvl9pPr>
              <a:defRPr sz="1600"/>
            </a:lvl9pPr>
          </a:lstStyle>
          <a:p>
            <a:pPr marL="403225" lvl="0" indent="-403225" algn="l" defTabSz="914363" rtl="0" eaLnBrk="1" latinLnBrk="0" hangingPunct="1">
              <a:lnSpc>
                <a:spcPct val="90000"/>
              </a:lnSpc>
              <a:spcBef>
                <a:spcPct val="20000"/>
              </a:spcBef>
              <a:buSzPct val="80000"/>
            </a:pPr>
            <a:r>
              <a:rPr lang="en-US" smtClean="0"/>
              <a:t>Click to edit Master text styles</a:t>
            </a:r>
          </a:p>
          <a:p>
            <a:pPr marL="403225" lvl="1" indent="-403225" algn="l" defTabSz="914363" rtl="0" eaLnBrk="1" latinLnBrk="0" hangingPunct="1">
              <a:lnSpc>
                <a:spcPct val="90000"/>
              </a:lnSpc>
              <a:spcBef>
                <a:spcPct val="20000"/>
              </a:spcBef>
              <a:buSzPct val="80000"/>
            </a:pPr>
            <a:r>
              <a:rPr lang="en-US" smtClean="0"/>
              <a:t>Second level</a:t>
            </a:r>
          </a:p>
          <a:p>
            <a:pPr marL="403225" lvl="2" indent="-403225" algn="l" defTabSz="914363" rtl="0" eaLnBrk="1" latinLnBrk="0" hangingPunct="1">
              <a:lnSpc>
                <a:spcPct val="90000"/>
              </a:lnSpc>
              <a:spcBef>
                <a:spcPct val="20000"/>
              </a:spcBef>
              <a:buSzPct val="80000"/>
            </a:pPr>
            <a:r>
              <a:rPr lang="en-US" smtClean="0"/>
              <a:t>Third level</a:t>
            </a:r>
          </a:p>
          <a:p>
            <a:pPr marL="403225" lvl="3" indent="-403225" algn="l" defTabSz="914363" rtl="0" eaLnBrk="1" latinLnBrk="0" hangingPunct="1">
              <a:lnSpc>
                <a:spcPct val="90000"/>
              </a:lnSpc>
              <a:spcBef>
                <a:spcPct val="20000"/>
              </a:spcBef>
              <a:buSzPct val="80000"/>
            </a:pPr>
            <a:r>
              <a:rPr lang="en-US" smtClean="0"/>
              <a:t>Fourth level</a:t>
            </a:r>
          </a:p>
          <a:p>
            <a:pPr marL="403225" lvl="4" indent="-403225" algn="l" defTabSz="914363" rtl="0" eaLnBrk="1" latinLnBrk="0" hangingPunct="1">
              <a:lnSpc>
                <a:spcPct val="90000"/>
              </a:lnSpc>
              <a:spcBef>
                <a:spcPct val="20000"/>
              </a:spcBef>
              <a:buSzPct val="80000"/>
            </a:pPr>
            <a:r>
              <a:rPr lang="en-US" smtClean="0"/>
              <a:t>Fifth level</a:t>
            </a:r>
            <a:endParaRPr lang="en-US" dirty="0"/>
          </a:p>
        </p:txBody>
      </p:sp>
      <p:pic>
        <p:nvPicPr>
          <p:cNvPr id="7" name="Picture 6"/>
          <p:cNvPicPr>
            <a:picLocks noChangeAspect="1"/>
          </p:cNvPicPr>
          <p:nvPr userDrawn="1"/>
        </p:nvPicPr>
        <p:blipFill>
          <a:blip r:embed="rId2" cstate="print">
            <a:duotone>
              <a:prstClr val="black"/>
              <a:schemeClr val="tx2">
                <a:tint val="45000"/>
                <a:satMod val="400000"/>
              </a:schemeClr>
            </a:duotone>
            <a:extLst>
              <a:ext uri="{BEBA8EAE-BF5A-486C-A8C5-ECC9F3942E4B}">
                <a14:imgProps xmlns:a14="http://schemas.microsoft.com/office/drawing/2010/main">
                  <a14:imgLayer r:embed="rId3">
                    <a14:imgEffect>
                      <a14:brightnessContrast bright="-20000" contrast="-40000"/>
                    </a14:imgEffect>
                  </a14:imgLayer>
                </a14:imgProps>
              </a:ext>
              <a:ext uri="{28A0092B-C50C-407E-A947-70E740481C1C}">
                <a14:useLocalDpi xmlns:a14="http://schemas.microsoft.com/office/drawing/2010/main" val="0"/>
              </a:ext>
            </a:extLst>
          </a:blip>
          <a:stretch>
            <a:fillRect/>
          </a:stretch>
        </p:blipFill>
        <p:spPr>
          <a:xfrm>
            <a:off x="518804" y="6372547"/>
            <a:ext cx="1682359" cy="195501"/>
          </a:xfrm>
          <a:prstGeom prst="rect">
            <a:avLst/>
          </a:prstGeom>
        </p:spPr>
      </p:pic>
    </p:spTree>
    <p:extLst>
      <p:ext uri="{BB962C8B-B14F-4D97-AF65-F5344CB8AC3E}">
        <p14:creationId xmlns:p14="http://schemas.microsoft.com/office/powerpoint/2010/main" val="3463364115"/>
      </p:ext>
    </p:extLst>
  </p:cSld>
  <p:clrMapOvr>
    <a:masterClrMapping/>
  </p:clrMapOvr>
  <p:transition>
    <p:fade/>
  </p:transition>
  <p:timing>
    <p:tnLst>
      <p:par>
        <p:cTn id="1" dur="indefinite" restart="never" nodeType="tmRoot"/>
      </p:par>
    </p:tn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519248" y="228601"/>
            <a:ext cx="11151917" cy="747897"/>
          </a:xfrm>
        </p:spPr>
        <p:txBody>
          <a:bodyPr/>
          <a:lstStyle>
            <a:lvl1pPr>
              <a:defRPr sz="5400"/>
            </a:lvl1pPr>
          </a:lstStyle>
          <a:p>
            <a:r>
              <a:rPr lang="en-US" smtClean="0"/>
              <a:t>Click to edit Master title style</a:t>
            </a:r>
            <a:endParaRPr lang="en-US" dirty="0"/>
          </a:p>
        </p:txBody>
      </p:sp>
      <p:pic>
        <p:nvPicPr>
          <p:cNvPr id="3" name="Picture 2"/>
          <p:cNvPicPr>
            <a:picLocks noChangeAspect="1"/>
          </p:cNvPicPr>
          <p:nvPr userDrawn="1"/>
        </p:nvPicPr>
        <p:blipFill>
          <a:blip r:embed="rId2" cstate="print">
            <a:duotone>
              <a:prstClr val="black"/>
              <a:schemeClr val="tx2">
                <a:tint val="45000"/>
                <a:satMod val="400000"/>
              </a:schemeClr>
            </a:duotone>
            <a:extLst>
              <a:ext uri="{BEBA8EAE-BF5A-486C-A8C5-ECC9F3942E4B}">
                <a14:imgProps xmlns:a14="http://schemas.microsoft.com/office/drawing/2010/main">
                  <a14:imgLayer r:embed="rId3">
                    <a14:imgEffect>
                      <a14:brightnessContrast bright="-20000" contrast="-40000"/>
                    </a14:imgEffect>
                  </a14:imgLayer>
                </a14:imgProps>
              </a:ext>
              <a:ext uri="{28A0092B-C50C-407E-A947-70E740481C1C}">
                <a14:useLocalDpi xmlns:a14="http://schemas.microsoft.com/office/drawing/2010/main" val="0"/>
              </a:ext>
            </a:extLst>
          </a:blip>
          <a:stretch>
            <a:fillRect/>
          </a:stretch>
        </p:blipFill>
        <p:spPr>
          <a:xfrm>
            <a:off x="518804" y="6372547"/>
            <a:ext cx="1682359" cy="195501"/>
          </a:xfrm>
          <a:prstGeom prst="rect">
            <a:avLst/>
          </a:prstGeom>
        </p:spPr>
      </p:pic>
    </p:spTree>
    <p:extLst>
      <p:ext uri="{BB962C8B-B14F-4D97-AF65-F5344CB8AC3E}">
        <p14:creationId xmlns:p14="http://schemas.microsoft.com/office/powerpoint/2010/main" val="2884355387"/>
      </p:ext>
    </p:extLst>
  </p:cSld>
  <p:clrMapOvr>
    <a:masterClrMapping/>
  </p:clrMapOvr>
  <p:transition>
    <p:fade/>
  </p:transition>
  <p:timing>
    <p:tnLst>
      <p:par>
        <p:cTn id="1" dur="indefinite" restart="never" nodeType="tmRoot"/>
      </p:par>
    </p:tn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cstate="print">
            <a:duotone>
              <a:prstClr val="black"/>
              <a:schemeClr val="tx2">
                <a:tint val="45000"/>
                <a:satMod val="400000"/>
              </a:schemeClr>
            </a:duotone>
            <a:extLst>
              <a:ext uri="{BEBA8EAE-BF5A-486C-A8C5-ECC9F3942E4B}">
                <a14:imgProps xmlns:a14="http://schemas.microsoft.com/office/drawing/2010/main">
                  <a14:imgLayer r:embed="rId3">
                    <a14:imgEffect>
                      <a14:brightnessContrast bright="-20000" contrast="-40000"/>
                    </a14:imgEffect>
                  </a14:imgLayer>
                </a14:imgProps>
              </a:ext>
              <a:ext uri="{28A0092B-C50C-407E-A947-70E740481C1C}">
                <a14:useLocalDpi xmlns:a14="http://schemas.microsoft.com/office/drawing/2010/main" val="0"/>
              </a:ext>
            </a:extLst>
          </a:blip>
          <a:stretch>
            <a:fillRect/>
          </a:stretch>
        </p:blipFill>
        <p:spPr>
          <a:xfrm>
            <a:off x="518804" y="6372547"/>
            <a:ext cx="1682359" cy="195501"/>
          </a:xfrm>
          <a:prstGeom prst="rect">
            <a:avLst/>
          </a:prstGeom>
        </p:spPr>
      </p:pic>
    </p:spTree>
    <p:extLst>
      <p:ext uri="{BB962C8B-B14F-4D97-AF65-F5344CB8AC3E}">
        <p14:creationId xmlns:p14="http://schemas.microsoft.com/office/powerpoint/2010/main" val="230138728"/>
      </p:ext>
    </p:extLst>
  </p:cSld>
  <p:clrMapOvr>
    <a:masterClrMapping/>
  </p:clrMapOvr>
  <p:transition>
    <p:fade/>
  </p:transition>
  <p:timing>
    <p:tnLst>
      <p:par>
        <p:cTn id="1" dur="indefinite" restart="never" nodeType="tmRoot"/>
      </p:par>
    </p:tnLst>
  </p:timing>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Agenda">
    <p:bg>
      <p:bgPr>
        <a:solidFill>
          <a:schemeClr val="bg1"/>
        </a:solidFill>
        <a:effectLst/>
      </p:bgPr>
    </p:bg>
    <p:spTree>
      <p:nvGrpSpPr>
        <p:cNvPr id="1" name=""/>
        <p:cNvGrpSpPr/>
        <p:nvPr/>
      </p:nvGrpSpPr>
      <p:grpSpPr>
        <a:xfrm>
          <a:off x="0" y="0"/>
          <a:ext cx="0" cy="0"/>
          <a:chOff x="0" y="0"/>
          <a:chExt cx="0" cy="0"/>
        </a:xfrm>
      </p:grpSpPr>
      <p:sp>
        <p:nvSpPr>
          <p:cNvPr id="19" name="Rectangle 18"/>
          <p:cNvSpPr/>
          <p:nvPr userDrawn="1"/>
        </p:nvSpPr>
        <p:spPr bwMode="auto">
          <a:xfrm>
            <a:off x="519248" y="1447800"/>
            <a:ext cx="11151916" cy="5181600"/>
          </a:xfrm>
          <a:prstGeom prst="rect">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91404" tIns="45703" rIns="91404" bIns="45703" numCol="1" spcCol="0" rtlCol="0" anchor="ctr" anchorCtr="0" compatLnSpc="1">
            <a:prstTxWarp prst="textNoShape">
              <a:avLst/>
            </a:prstTxWarp>
          </a:bodyPr>
          <a:lstStyle/>
          <a:p>
            <a:pPr algn="ctr" defTabSz="913788" fontAlgn="base">
              <a:spcBef>
                <a:spcPct val="0"/>
              </a:spcBef>
              <a:spcAft>
                <a:spcPct val="0"/>
              </a:spcAft>
            </a:pPr>
            <a:endParaRPr lang="en-US" sz="2200" dirty="0">
              <a:gradFill>
                <a:gsLst>
                  <a:gs pos="0">
                    <a:srgbClr val="FFFFFF"/>
                  </a:gs>
                  <a:gs pos="100000">
                    <a:srgbClr val="FFFFFF"/>
                  </a:gs>
                </a:gsLst>
                <a:lin ang="5400000" scaled="0"/>
              </a:gradFill>
            </a:endParaRPr>
          </a:p>
        </p:txBody>
      </p:sp>
      <p:sp>
        <p:nvSpPr>
          <p:cNvPr id="2" name="Title 1"/>
          <p:cNvSpPr>
            <a:spLocks noGrp="1"/>
          </p:cNvSpPr>
          <p:nvPr>
            <p:ph type="title"/>
          </p:nvPr>
        </p:nvSpPr>
        <p:spPr/>
        <p:txBody>
          <a:bodyPr/>
          <a:lstStyle>
            <a:lvl1pPr algn="l" defTabSz="914363" rtl="0" eaLnBrk="1" latinLnBrk="0" hangingPunct="1">
              <a:lnSpc>
                <a:spcPct val="90000"/>
              </a:lnSpc>
              <a:spcBef>
                <a:spcPct val="0"/>
              </a:spcBef>
              <a:buNone/>
              <a:defRPr lang="en-US" sz="5400" b="0" kern="1200" cap="none" spc="-100" baseline="0" dirty="0">
                <a:ln w="3175">
                  <a:noFill/>
                </a:ln>
                <a:gradFill flip="none" rotWithShape="1">
                  <a:gsLst>
                    <a:gs pos="0">
                      <a:srgbClr val="595959"/>
                    </a:gs>
                    <a:gs pos="86000">
                      <a:srgbClr val="595959"/>
                    </a:gs>
                  </a:gsLst>
                  <a:lin ang="5400000" scaled="0"/>
                  <a:tileRect/>
                </a:gradFill>
                <a:effectLst/>
                <a:latin typeface="Segoe UI Light" pitchFamily="34" charset="0"/>
                <a:ea typeface="+mn-ea"/>
                <a:cs typeface="Arial" charset="0"/>
              </a:defRPr>
            </a:lvl1pPr>
          </a:lstStyle>
          <a:p>
            <a:r>
              <a:rPr lang="en-US" smtClean="0"/>
              <a:t>Click to edit Master title style</a:t>
            </a:r>
            <a:endParaRPr lang="en-US" dirty="0"/>
          </a:p>
        </p:txBody>
      </p:sp>
      <p:sp>
        <p:nvSpPr>
          <p:cNvPr id="5" name="Text Placeholder 4"/>
          <p:cNvSpPr>
            <a:spLocks noGrp="1"/>
          </p:cNvSpPr>
          <p:nvPr>
            <p:ph type="body" sz="quarter" idx="11"/>
          </p:nvPr>
        </p:nvSpPr>
        <p:spPr>
          <a:xfrm>
            <a:off x="3474709" y="3417661"/>
            <a:ext cx="6947121" cy="1241878"/>
          </a:xfrm>
        </p:spPr>
        <p:txBody>
          <a:bodyPr lIns="182880" tIns="182880" anchor="ctr" anchorCtr="0"/>
          <a:lstStyle>
            <a:lvl1pPr marL="574675" indent="-571500">
              <a:spcAft>
                <a:spcPts val="1200"/>
              </a:spcAft>
              <a:buNone/>
              <a:defRPr lang="en-US" sz="4400" kern="1200" spc="-100" baseline="0" dirty="0" smtClean="0">
                <a:gradFill>
                  <a:gsLst>
                    <a:gs pos="0">
                      <a:srgbClr val="595959"/>
                    </a:gs>
                    <a:gs pos="86000">
                      <a:srgbClr val="595959"/>
                    </a:gs>
                  </a:gsLst>
                  <a:lin ang="5400000" scaled="0"/>
                </a:gradFill>
                <a:latin typeface="Segoe UI Light" pitchFamily="34" charset="0"/>
                <a:ea typeface="+mn-ea"/>
                <a:cs typeface="+mn-cs"/>
              </a:defRPr>
            </a:lvl1pPr>
            <a:lvl2pPr>
              <a:defRPr lang="en-US" sz="2400" kern="1200" spc="-50" baseline="0" dirty="0">
                <a:gradFill>
                  <a:gsLst>
                    <a:gs pos="0">
                      <a:srgbClr val="595959"/>
                    </a:gs>
                    <a:gs pos="86000">
                      <a:srgbClr val="595959"/>
                    </a:gs>
                  </a:gsLst>
                  <a:lin ang="5400000" scaled="0"/>
                </a:gradFill>
                <a:latin typeface="+mn-lt"/>
                <a:ea typeface="+mn-ea"/>
                <a:cs typeface="+mn-cs"/>
              </a:defRPr>
            </a:lvl2pPr>
          </a:lstStyle>
          <a:p>
            <a:pPr marL="3175" lvl="0" indent="0" algn="l" defTabSz="914363" rtl="0" eaLnBrk="1" latinLnBrk="0" hangingPunct="1">
              <a:lnSpc>
                <a:spcPct val="90000"/>
              </a:lnSpc>
              <a:spcBef>
                <a:spcPts val="0"/>
              </a:spcBef>
              <a:spcAft>
                <a:spcPts val="900"/>
              </a:spcAft>
              <a:buSzPct val="80000"/>
            </a:pPr>
            <a:r>
              <a:rPr lang="en-US" smtClean="0"/>
              <a:t>Click to edit Master text styles</a:t>
            </a:r>
          </a:p>
          <a:p>
            <a:pPr marL="3175" lvl="1" indent="0" algn="l" defTabSz="914363" rtl="0" eaLnBrk="1" latinLnBrk="0" hangingPunct="1">
              <a:lnSpc>
                <a:spcPct val="90000"/>
              </a:lnSpc>
              <a:spcBef>
                <a:spcPts val="0"/>
              </a:spcBef>
              <a:spcAft>
                <a:spcPts val="900"/>
              </a:spcAft>
              <a:buSzPct val="80000"/>
            </a:pPr>
            <a:r>
              <a:rPr lang="en-US" smtClean="0"/>
              <a:t>Second level</a:t>
            </a:r>
          </a:p>
        </p:txBody>
      </p:sp>
      <p:sp>
        <p:nvSpPr>
          <p:cNvPr id="6" name="Freeform 11"/>
          <p:cNvSpPr>
            <a:spLocks noEditPoints="1"/>
          </p:cNvSpPr>
          <p:nvPr userDrawn="1"/>
        </p:nvSpPr>
        <p:spPr bwMode="black">
          <a:xfrm>
            <a:off x="928957" y="2838266"/>
            <a:ext cx="2423129" cy="2400670"/>
          </a:xfrm>
          <a:custGeom>
            <a:avLst/>
            <a:gdLst>
              <a:gd name="T0" fmla="*/ 65 w 300"/>
              <a:gd name="T1" fmla="*/ 2 h 297"/>
              <a:gd name="T2" fmla="*/ 113 w 300"/>
              <a:gd name="T3" fmla="*/ 0 h 297"/>
              <a:gd name="T4" fmla="*/ 115 w 300"/>
              <a:gd name="T5" fmla="*/ 12 h 297"/>
              <a:gd name="T6" fmla="*/ 235 w 300"/>
              <a:gd name="T7" fmla="*/ 12 h 297"/>
              <a:gd name="T8" fmla="*/ 232 w 300"/>
              <a:gd name="T9" fmla="*/ 0 h 297"/>
              <a:gd name="T10" fmla="*/ 185 w 300"/>
              <a:gd name="T11" fmla="*/ 2 h 297"/>
              <a:gd name="T12" fmla="*/ 235 w 300"/>
              <a:gd name="T13" fmla="*/ 12 h 297"/>
              <a:gd name="T14" fmla="*/ 98 w 300"/>
              <a:gd name="T15" fmla="*/ 273 h 297"/>
              <a:gd name="T16" fmla="*/ 0 w 300"/>
              <a:gd name="T17" fmla="*/ 295 h 297"/>
              <a:gd name="T18" fmla="*/ 95 w 300"/>
              <a:gd name="T19" fmla="*/ 297 h 297"/>
              <a:gd name="T20" fmla="*/ 205 w 300"/>
              <a:gd name="T21" fmla="*/ 297 h 297"/>
              <a:gd name="T22" fmla="*/ 300 w 300"/>
              <a:gd name="T23" fmla="*/ 295 h 297"/>
              <a:gd name="T24" fmla="*/ 202 w 300"/>
              <a:gd name="T25" fmla="*/ 273 h 297"/>
              <a:gd name="T26" fmla="*/ 205 w 300"/>
              <a:gd name="T27" fmla="*/ 297 h 297"/>
              <a:gd name="T28" fmla="*/ 271 w 300"/>
              <a:gd name="T29" fmla="*/ 83 h 297"/>
              <a:gd name="T30" fmla="*/ 299 w 300"/>
              <a:gd name="T31" fmla="*/ 268 h 297"/>
              <a:gd name="T32" fmla="*/ 227 w 300"/>
              <a:gd name="T33" fmla="*/ 169 h 297"/>
              <a:gd name="T34" fmla="*/ 182 w 300"/>
              <a:gd name="T35" fmla="*/ 166 h 297"/>
              <a:gd name="T36" fmla="*/ 155 w 300"/>
              <a:gd name="T37" fmla="*/ 152 h 297"/>
              <a:gd name="T38" fmla="*/ 154 w 300"/>
              <a:gd name="T39" fmla="*/ 159 h 297"/>
              <a:gd name="T40" fmla="*/ 145 w 300"/>
              <a:gd name="T41" fmla="*/ 158 h 297"/>
              <a:gd name="T42" fmla="*/ 119 w 300"/>
              <a:gd name="T43" fmla="*/ 152 h 297"/>
              <a:gd name="T44" fmla="*/ 115 w 300"/>
              <a:gd name="T45" fmla="*/ 169 h 297"/>
              <a:gd name="T46" fmla="*/ 96 w 300"/>
              <a:gd name="T47" fmla="*/ 268 h 297"/>
              <a:gd name="T48" fmla="*/ 25 w 300"/>
              <a:gd name="T49" fmla="*/ 169 h 297"/>
              <a:gd name="T50" fmla="*/ 42 w 300"/>
              <a:gd name="T51" fmla="*/ 76 h 297"/>
              <a:gd name="T52" fmla="*/ 73 w 300"/>
              <a:gd name="T53" fmla="*/ 59 h 297"/>
              <a:gd name="T54" fmla="*/ 61 w 300"/>
              <a:gd name="T55" fmla="*/ 57 h 297"/>
              <a:gd name="T56" fmla="*/ 120 w 300"/>
              <a:gd name="T57" fmla="*/ 15 h 297"/>
              <a:gd name="T58" fmla="*/ 118 w 300"/>
              <a:gd name="T59" fmla="*/ 59 h 297"/>
              <a:gd name="T60" fmla="*/ 108 w 300"/>
              <a:gd name="T61" fmla="*/ 68 h 297"/>
              <a:gd name="T62" fmla="*/ 145 w 300"/>
              <a:gd name="T63" fmla="*/ 62 h 297"/>
              <a:gd name="T64" fmla="*/ 140 w 300"/>
              <a:gd name="T65" fmla="*/ 61 h 297"/>
              <a:gd name="T66" fmla="*/ 142 w 300"/>
              <a:gd name="T67" fmla="*/ 55 h 297"/>
              <a:gd name="T68" fmla="*/ 160 w 300"/>
              <a:gd name="T69" fmla="*/ 56 h 297"/>
              <a:gd name="T70" fmla="*/ 158 w 300"/>
              <a:gd name="T71" fmla="*/ 62 h 297"/>
              <a:gd name="T72" fmla="*/ 155 w 300"/>
              <a:gd name="T73" fmla="*/ 68 h 297"/>
              <a:gd name="T74" fmla="*/ 192 w 300"/>
              <a:gd name="T75" fmla="*/ 59 h 297"/>
              <a:gd name="T76" fmla="*/ 180 w 300"/>
              <a:gd name="T77" fmla="*/ 57 h 297"/>
              <a:gd name="T78" fmla="*/ 239 w 300"/>
              <a:gd name="T79" fmla="*/ 15 h 297"/>
              <a:gd name="T80" fmla="*/ 237 w 300"/>
              <a:gd name="T81" fmla="*/ 59 h 297"/>
              <a:gd name="T82" fmla="*/ 227 w 300"/>
              <a:gd name="T83" fmla="*/ 76 h 297"/>
              <a:gd name="T84" fmla="*/ 122 w 300"/>
              <a:gd name="T85" fmla="*/ 83 h 297"/>
              <a:gd name="T86" fmla="*/ 145 w 300"/>
              <a:gd name="T87" fmla="*/ 72 h 297"/>
              <a:gd name="T88" fmla="*/ 108 w 300"/>
              <a:gd name="T89" fmla="*/ 76 h 297"/>
              <a:gd name="T90" fmla="*/ 123 w 300"/>
              <a:gd name="T91" fmla="*/ 78 h 297"/>
              <a:gd name="T92" fmla="*/ 180 w 300"/>
              <a:gd name="T93" fmla="*/ 76 h 297"/>
              <a:gd name="T94" fmla="*/ 192 w 300"/>
              <a:gd name="T95" fmla="*/ 72 h 297"/>
              <a:gd name="T96" fmla="*/ 155 w 300"/>
              <a:gd name="T97" fmla="*/ 83 h 297"/>
              <a:gd name="T98" fmla="*/ 178 w 300"/>
              <a:gd name="T99" fmla="*/ 78 h 297"/>
              <a:gd name="T100" fmla="*/ 158 w 300"/>
              <a:gd name="T101" fmla="*/ 101 h 297"/>
              <a:gd name="T102" fmla="*/ 142 w 300"/>
              <a:gd name="T103" fmla="*/ 118 h 297"/>
              <a:gd name="T104" fmla="*/ 158 w 300"/>
              <a:gd name="T105" fmla="*/ 101 h 297"/>
              <a:gd name="T106" fmla="*/ 129 w 300"/>
              <a:gd name="T107" fmla="*/ 91 h 297"/>
              <a:gd name="T108" fmla="*/ 133 w 300"/>
              <a:gd name="T109" fmla="*/ 141 h 297"/>
              <a:gd name="T110" fmla="*/ 171 w 300"/>
              <a:gd name="T111" fmla="*/ 91 h 297"/>
              <a:gd name="T112" fmla="*/ 167 w 300"/>
              <a:gd name="T113" fmla="*/ 141 h 297"/>
              <a:gd name="T114" fmla="*/ 171 w 300"/>
              <a:gd name="T115" fmla="*/ 91 h 2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300" h="297">
                <a:moveTo>
                  <a:pt x="65" y="12"/>
                </a:moveTo>
                <a:cubicBezTo>
                  <a:pt x="65" y="2"/>
                  <a:pt x="65" y="2"/>
                  <a:pt x="65" y="2"/>
                </a:cubicBezTo>
                <a:cubicBezTo>
                  <a:pt x="65" y="1"/>
                  <a:pt x="67" y="0"/>
                  <a:pt x="68" y="0"/>
                </a:cubicBezTo>
                <a:cubicBezTo>
                  <a:pt x="113" y="0"/>
                  <a:pt x="113" y="0"/>
                  <a:pt x="113" y="0"/>
                </a:cubicBezTo>
                <a:cubicBezTo>
                  <a:pt x="114" y="0"/>
                  <a:pt x="115" y="1"/>
                  <a:pt x="115" y="2"/>
                </a:cubicBezTo>
                <a:cubicBezTo>
                  <a:pt x="115" y="12"/>
                  <a:pt x="115" y="12"/>
                  <a:pt x="115" y="12"/>
                </a:cubicBezTo>
                <a:lnTo>
                  <a:pt x="65" y="12"/>
                </a:lnTo>
                <a:close/>
                <a:moveTo>
                  <a:pt x="235" y="12"/>
                </a:moveTo>
                <a:cubicBezTo>
                  <a:pt x="235" y="2"/>
                  <a:pt x="235" y="2"/>
                  <a:pt x="235" y="2"/>
                </a:cubicBezTo>
                <a:cubicBezTo>
                  <a:pt x="235" y="1"/>
                  <a:pt x="233" y="0"/>
                  <a:pt x="232" y="0"/>
                </a:cubicBezTo>
                <a:cubicBezTo>
                  <a:pt x="187" y="0"/>
                  <a:pt x="187" y="0"/>
                  <a:pt x="187" y="0"/>
                </a:cubicBezTo>
                <a:cubicBezTo>
                  <a:pt x="186" y="0"/>
                  <a:pt x="185" y="1"/>
                  <a:pt x="185" y="2"/>
                </a:cubicBezTo>
                <a:cubicBezTo>
                  <a:pt x="185" y="12"/>
                  <a:pt x="185" y="12"/>
                  <a:pt x="185" y="12"/>
                </a:cubicBezTo>
                <a:lnTo>
                  <a:pt x="235" y="12"/>
                </a:lnTo>
                <a:close/>
                <a:moveTo>
                  <a:pt x="98" y="295"/>
                </a:moveTo>
                <a:cubicBezTo>
                  <a:pt x="98" y="273"/>
                  <a:pt x="98" y="273"/>
                  <a:pt x="98" y="273"/>
                </a:cubicBezTo>
                <a:cubicBezTo>
                  <a:pt x="0" y="273"/>
                  <a:pt x="0" y="273"/>
                  <a:pt x="0" y="273"/>
                </a:cubicBezTo>
                <a:cubicBezTo>
                  <a:pt x="0" y="295"/>
                  <a:pt x="0" y="295"/>
                  <a:pt x="0" y="295"/>
                </a:cubicBezTo>
                <a:cubicBezTo>
                  <a:pt x="0" y="296"/>
                  <a:pt x="1" y="297"/>
                  <a:pt x="2" y="297"/>
                </a:cubicBezTo>
                <a:cubicBezTo>
                  <a:pt x="95" y="297"/>
                  <a:pt x="95" y="297"/>
                  <a:pt x="95" y="297"/>
                </a:cubicBezTo>
                <a:cubicBezTo>
                  <a:pt x="97" y="297"/>
                  <a:pt x="98" y="296"/>
                  <a:pt x="98" y="295"/>
                </a:cubicBezTo>
                <a:close/>
                <a:moveTo>
                  <a:pt x="205" y="297"/>
                </a:moveTo>
                <a:cubicBezTo>
                  <a:pt x="298" y="297"/>
                  <a:pt x="298" y="297"/>
                  <a:pt x="298" y="297"/>
                </a:cubicBezTo>
                <a:cubicBezTo>
                  <a:pt x="299" y="297"/>
                  <a:pt x="300" y="296"/>
                  <a:pt x="300" y="295"/>
                </a:cubicBezTo>
                <a:cubicBezTo>
                  <a:pt x="300" y="273"/>
                  <a:pt x="300" y="273"/>
                  <a:pt x="300" y="273"/>
                </a:cubicBezTo>
                <a:cubicBezTo>
                  <a:pt x="202" y="273"/>
                  <a:pt x="202" y="273"/>
                  <a:pt x="202" y="273"/>
                </a:cubicBezTo>
                <a:cubicBezTo>
                  <a:pt x="202" y="295"/>
                  <a:pt x="202" y="295"/>
                  <a:pt x="202" y="295"/>
                </a:cubicBezTo>
                <a:cubicBezTo>
                  <a:pt x="202" y="296"/>
                  <a:pt x="203" y="297"/>
                  <a:pt x="205" y="297"/>
                </a:cubicBezTo>
                <a:close/>
                <a:moveTo>
                  <a:pt x="263" y="76"/>
                </a:moveTo>
                <a:cubicBezTo>
                  <a:pt x="267" y="76"/>
                  <a:pt x="270" y="79"/>
                  <a:pt x="271" y="83"/>
                </a:cubicBezTo>
                <a:cubicBezTo>
                  <a:pt x="275" y="169"/>
                  <a:pt x="275" y="169"/>
                  <a:pt x="275" y="169"/>
                </a:cubicBezTo>
                <a:cubicBezTo>
                  <a:pt x="299" y="268"/>
                  <a:pt x="299" y="268"/>
                  <a:pt x="299" y="268"/>
                </a:cubicBezTo>
                <a:cubicBezTo>
                  <a:pt x="204" y="268"/>
                  <a:pt x="204" y="268"/>
                  <a:pt x="204" y="268"/>
                </a:cubicBezTo>
                <a:cubicBezTo>
                  <a:pt x="227" y="169"/>
                  <a:pt x="227" y="169"/>
                  <a:pt x="227" y="169"/>
                </a:cubicBezTo>
                <a:cubicBezTo>
                  <a:pt x="185" y="169"/>
                  <a:pt x="185" y="169"/>
                  <a:pt x="185" y="169"/>
                </a:cubicBezTo>
                <a:cubicBezTo>
                  <a:pt x="183" y="169"/>
                  <a:pt x="182" y="168"/>
                  <a:pt x="182" y="166"/>
                </a:cubicBezTo>
                <a:cubicBezTo>
                  <a:pt x="181" y="152"/>
                  <a:pt x="181" y="152"/>
                  <a:pt x="181" y="152"/>
                </a:cubicBezTo>
                <a:cubicBezTo>
                  <a:pt x="155" y="152"/>
                  <a:pt x="155" y="152"/>
                  <a:pt x="155" y="152"/>
                </a:cubicBezTo>
                <a:cubicBezTo>
                  <a:pt x="155" y="158"/>
                  <a:pt x="155" y="158"/>
                  <a:pt x="155" y="158"/>
                </a:cubicBezTo>
                <a:cubicBezTo>
                  <a:pt x="155" y="159"/>
                  <a:pt x="154" y="159"/>
                  <a:pt x="154" y="159"/>
                </a:cubicBezTo>
                <a:cubicBezTo>
                  <a:pt x="146" y="159"/>
                  <a:pt x="146" y="159"/>
                  <a:pt x="146" y="159"/>
                </a:cubicBezTo>
                <a:cubicBezTo>
                  <a:pt x="146" y="159"/>
                  <a:pt x="145" y="159"/>
                  <a:pt x="145" y="158"/>
                </a:cubicBezTo>
                <a:cubicBezTo>
                  <a:pt x="145" y="152"/>
                  <a:pt x="145" y="152"/>
                  <a:pt x="145" y="152"/>
                </a:cubicBezTo>
                <a:cubicBezTo>
                  <a:pt x="119" y="152"/>
                  <a:pt x="119" y="152"/>
                  <a:pt x="119" y="152"/>
                </a:cubicBezTo>
                <a:cubicBezTo>
                  <a:pt x="118" y="166"/>
                  <a:pt x="118" y="166"/>
                  <a:pt x="118" y="166"/>
                </a:cubicBezTo>
                <a:cubicBezTo>
                  <a:pt x="118" y="168"/>
                  <a:pt x="117" y="169"/>
                  <a:pt x="115" y="169"/>
                </a:cubicBezTo>
                <a:cubicBezTo>
                  <a:pt x="73" y="169"/>
                  <a:pt x="73" y="169"/>
                  <a:pt x="73" y="169"/>
                </a:cubicBezTo>
                <a:cubicBezTo>
                  <a:pt x="96" y="268"/>
                  <a:pt x="96" y="268"/>
                  <a:pt x="96" y="268"/>
                </a:cubicBezTo>
                <a:cubicBezTo>
                  <a:pt x="1" y="268"/>
                  <a:pt x="1" y="268"/>
                  <a:pt x="1" y="268"/>
                </a:cubicBezTo>
                <a:cubicBezTo>
                  <a:pt x="25" y="169"/>
                  <a:pt x="25" y="169"/>
                  <a:pt x="25" y="169"/>
                </a:cubicBezTo>
                <a:cubicBezTo>
                  <a:pt x="34" y="83"/>
                  <a:pt x="34" y="83"/>
                  <a:pt x="34" y="83"/>
                </a:cubicBezTo>
                <a:cubicBezTo>
                  <a:pt x="34" y="79"/>
                  <a:pt x="38" y="76"/>
                  <a:pt x="42" y="76"/>
                </a:cubicBezTo>
                <a:cubicBezTo>
                  <a:pt x="73" y="76"/>
                  <a:pt x="73" y="76"/>
                  <a:pt x="73" y="76"/>
                </a:cubicBezTo>
                <a:cubicBezTo>
                  <a:pt x="73" y="59"/>
                  <a:pt x="73" y="59"/>
                  <a:pt x="73" y="59"/>
                </a:cubicBezTo>
                <a:cubicBezTo>
                  <a:pt x="63" y="59"/>
                  <a:pt x="63" y="59"/>
                  <a:pt x="63" y="59"/>
                </a:cubicBezTo>
                <a:cubicBezTo>
                  <a:pt x="62" y="59"/>
                  <a:pt x="61" y="58"/>
                  <a:pt x="61" y="57"/>
                </a:cubicBezTo>
                <a:cubicBezTo>
                  <a:pt x="61" y="15"/>
                  <a:pt x="61" y="15"/>
                  <a:pt x="61" y="15"/>
                </a:cubicBezTo>
                <a:cubicBezTo>
                  <a:pt x="120" y="15"/>
                  <a:pt x="120" y="15"/>
                  <a:pt x="120" y="15"/>
                </a:cubicBezTo>
                <a:cubicBezTo>
                  <a:pt x="120" y="57"/>
                  <a:pt x="120" y="57"/>
                  <a:pt x="120" y="57"/>
                </a:cubicBezTo>
                <a:cubicBezTo>
                  <a:pt x="120" y="58"/>
                  <a:pt x="119" y="59"/>
                  <a:pt x="118" y="59"/>
                </a:cubicBezTo>
                <a:cubicBezTo>
                  <a:pt x="108" y="59"/>
                  <a:pt x="108" y="59"/>
                  <a:pt x="108" y="59"/>
                </a:cubicBezTo>
                <a:cubicBezTo>
                  <a:pt x="108" y="68"/>
                  <a:pt x="108" y="68"/>
                  <a:pt x="108" y="68"/>
                </a:cubicBezTo>
                <a:cubicBezTo>
                  <a:pt x="145" y="68"/>
                  <a:pt x="145" y="68"/>
                  <a:pt x="145" y="68"/>
                </a:cubicBezTo>
                <a:cubicBezTo>
                  <a:pt x="145" y="62"/>
                  <a:pt x="145" y="62"/>
                  <a:pt x="145" y="62"/>
                </a:cubicBezTo>
                <a:cubicBezTo>
                  <a:pt x="142" y="62"/>
                  <a:pt x="142" y="62"/>
                  <a:pt x="142" y="62"/>
                </a:cubicBezTo>
                <a:cubicBezTo>
                  <a:pt x="141" y="62"/>
                  <a:pt x="140" y="61"/>
                  <a:pt x="140" y="61"/>
                </a:cubicBezTo>
                <a:cubicBezTo>
                  <a:pt x="140" y="56"/>
                  <a:pt x="140" y="56"/>
                  <a:pt x="140" y="56"/>
                </a:cubicBezTo>
                <a:cubicBezTo>
                  <a:pt x="140" y="55"/>
                  <a:pt x="141" y="55"/>
                  <a:pt x="142" y="55"/>
                </a:cubicBezTo>
                <a:cubicBezTo>
                  <a:pt x="158" y="55"/>
                  <a:pt x="158" y="55"/>
                  <a:pt x="158" y="55"/>
                </a:cubicBezTo>
                <a:cubicBezTo>
                  <a:pt x="159" y="55"/>
                  <a:pt x="160" y="55"/>
                  <a:pt x="160" y="56"/>
                </a:cubicBezTo>
                <a:cubicBezTo>
                  <a:pt x="160" y="61"/>
                  <a:pt x="160" y="61"/>
                  <a:pt x="160" y="61"/>
                </a:cubicBezTo>
                <a:cubicBezTo>
                  <a:pt x="160" y="61"/>
                  <a:pt x="159" y="62"/>
                  <a:pt x="158" y="62"/>
                </a:cubicBezTo>
                <a:cubicBezTo>
                  <a:pt x="155" y="62"/>
                  <a:pt x="155" y="62"/>
                  <a:pt x="155" y="62"/>
                </a:cubicBezTo>
                <a:cubicBezTo>
                  <a:pt x="155" y="68"/>
                  <a:pt x="155" y="68"/>
                  <a:pt x="155" y="68"/>
                </a:cubicBezTo>
                <a:cubicBezTo>
                  <a:pt x="192" y="68"/>
                  <a:pt x="192" y="68"/>
                  <a:pt x="192" y="68"/>
                </a:cubicBezTo>
                <a:cubicBezTo>
                  <a:pt x="192" y="59"/>
                  <a:pt x="192" y="59"/>
                  <a:pt x="192" y="59"/>
                </a:cubicBezTo>
                <a:cubicBezTo>
                  <a:pt x="182" y="59"/>
                  <a:pt x="182" y="59"/>
                  <a:pt x="182" y="59"/>
                </a:cubicBezTo>
                <a:cubicBezTo>
                  <a:pt x="181" y="59"/>
                  <a:pt x="180" y="58"/>
                  <a:pt x="180" y="57"/>
                </a:cubicBezTo>
                <a:cubicBezTo>
                  <a:pt x="180" y="15"/>
                  <a:pt x="180" y="15"/>
                  <a:pt x="180" y="15"/>
                </a:cubicBezTo>
                <a:cubicBezTo>
                  <a:pt x="239" y="15"/>
                  <a:pt x="239" y="15"/>
                  <a:pt x="239" y="15"/>
                </a:cubicBezTo>
                <a:cubicBezTo>
                  <a:pt x="239" y="57"/>
                  <a:pt x="239" y="57"/>
                  <a:pt x="239" y="57"/>
                </a:cubicBezTo>
                <a:cubicBezTo>
                  <a:pt x="239" y="58"/>
                  <a:pt x="238" y="59"/>
                  <a:pt x="237" y="59"/>
                </a:cubicBezTo>
                <a:cubicBezTo>
                  <a:pt x="227" y="59"/>
                  <a:pt x="227" y="59"/>
                  <a:pt x="227" y="59"/>
                </a:cubicBezTo>
                <a:cubicBezTo>
                  <a:pt x="227" y="76"/>
                  <a:pt x="227" y="76"/>
                  <a:pt x="227" y="76"/>
                </a:cubicBezTo>
                <a:lnTo>
                  <a:pt x="263" y="76"/>
                </a:lnTo>
                <a:close/>
                <a:moveTo>
                  <a:pt x="122" y="83"/>
                </a:moveTo>
                <a:cubicBezTo>
                  <a:pt x="145" y="83"/>
                  <a:pt x="145" y="83"/>
                  <a:pt x="145" y="83"/>
                </a:cubicBezTo>
                <a:cubicBezTo>
                  <a:pt x="145" y="72"/>
                  <a:pt x="145" y="72"/>
                  <a:pt x="145" y="72"/>
                </a:cubicBezTo>
                <a:cubicBezTo>
                  <a:pt x="108" y="72"/>
                  <a:pt x="108" y="72"/>
                  <a:pt x="108" y="72"/>
                </a:cubicBezTo>
                <a:cubicBezTo>
                  <a:pt x="108" y="76"/>
                  <a:pt x="108" y="76"/>
                  <a:pt x="108" y="76"/>
                </a:cubicBezTo>
                <a:cubicBezTo>
                  <a:pt x="120" y="76"/>
                  <a:pt x="120" y="76"/>
                  <a:pt x="120" y="76"/>
                </a:cubicBezTo>
                <a:cubicBezTo>
                  <a:pt x="122" y="76"/>
                  <a:pt x="123" y="77"/>
                  <a:pt x="123" y="78"/>
                </a:cubicBezTo>
                <a:lnTo>
                  <a:pt x="122" y="83"/>
                </a:lnTo>
                <a:close/>
                <a:moveTo>
                  <a:pt x="180" y="76"/>
                </a:moveTo>
                <a:cubicBezTo>
                  <a:pt x="192" y="76"/>
                  <a:pt x="192" y="76"/>
                  <a:pt x="192" y="76"/>
                </a:cubicBezTo>
                <a:cubicBezTo>
                  <a:pt x="192" y="72"/>
                  <a:pt x="192" y="72"/>
                  <a:pt x="192" y="72"/>
                </a:cubicBezTo>
                <a:cubicBezTo>
                  <a:pt x="155" y="72"/>
                  <a:pt x="155" y="72"/>
                  <a:pt x="155" y="72"/>
                </a:cubicBezTo>
                <a:cubicBezTo>
                  <a:pt x="155" y="83"/>
                  <a:pt x="155" y="83"/>
                  <a:pt x="155" y="83"/>
                </a:cubicBezTo>
                <a:cubicBezTo>
                  <a:pt x="178" y="83"/>
                  <a:pt x="178" y="83"/>
                  <a:pt x="178" y="83"/>
                </a:cubicBezTo>
                <a:cubicBezTo>
                  <a:pt x="178" y="78"/>
                  <a:pt x="178" y="78"/>
                  <a:pt x="178" y="78"/>
                </a:cubicBezTo>
                <a:cubicBezTo>
                  <a:pt x="177" y="77"/>
                  <a:pt x="178" y="76"/>
                  <a:pt x="180" y="76"/>
                </a:cubicBezTo>
                <a:close/>
                <a:moveTo>
                  <a:pt x="158" y="101"/>
                </a:moveTo>
                <a:cubicBezTo>
                  <a:pt x="142" y="101"/>
                  <a:pt x="142" y="101"/>
                  <a:pt x="142" y="101"/>
                </a:cubicBezTo>
                <a:cubicBezTo>
                  <a:pt x="142" y="118"/>
                  <a:pt x="142" y="118"/>
                  <a:pt x="142" y="118"/>
                </a:cubicBezTo>
                <a:cubicBezTo>
                  <a:pt x="158" y="118"/>
                  <a:pt x="158" y="118"/>
                  <a:pt x="158" y="118"/>
                </a:cubicBezTo>
                <a:lnTo>
                  <a:pt x="158" y="101"/>
                </a:lnTo>
                <a:close/>
                <a:moveTo>
                  <a:pt x="133" y="91"/>
                </a:moveTo>
                <a:cubicBezTo>
                  <a:pt x="129" y="91"/>
                  <a:pt x="129" y="91"/>
                  <a:pt x="129" y="91"/>
                </a:cubicBezTo>
                <a:cubicBezTo>
                  <a:pt x="129" y="141"/>
                  <a:pt x="129" y="141"/>
                  <a:pt x="129" y="141"/>
                </a:cubicBezTo>
                <a:cubicBezTo>
                  <a:pt x="133" y="141"/>
                  <a:pt x="133" y="141"/>
                  <a:pt x="133" y="141"/>
                </a:cubicBezTo>
                <a:lnTo>
                  <a:pt x="133" y="91"/>
                </a:lnTo>
                <a:close/>
                <a:moveTo>
                  <a:pt x="171" y="91"/>
                </a:moveTo>
                <a:cubicBezTo>
                  <a:pt x="167" y="91"/>
                  <a:pt x="167" y="91"/>
                  <a:pt x="167" y="91"/>
                </a:cubicBezTo>
                <a:cubicBezTo>
                  <a:pt x="167" y="141"/>
                  <a:pt x="167" y="141"/>
                  <a:pt x="167" y="141"/>
                </a:cubicBezTo>
                <a:cubicBezTo>
                  <a:pt x="171" y="141"/>
                  <a:pt x="171" y="141"/>
                  <a:pt x="171" y="141"/>
                </a:cubicBezTo>
                <a:lnTo>
                  <a:pt x="171" y="91"/>
                </a:lnTo>
                <a:close/>
              </a:path>
            </a:pathLst>
          </a:custGeom>
          <a:solidFill>
            <a:schemeClr val="accent2"/>
          </a:solidFill>
          <a:ln>
            <a:noFill/>
          </a:ln>
        </p:spPr>
        <p:txBody>
          <a:bodyPr vert="horz" wrap="square" lIns="82305" tIns="41153" rIns="82305" bIns="41153" numCol="1" anchor="t" anchorCtr="0" compatLnSpc="1">
            <a:prstTxWarp prst="textNoShape">
              <a:avLst/>
            </a:prstTxWarp>
          </a:bodyPr>
          <a:lstStyle/>
          <a:p>
            <a:pPr defTabSz="914363"/>
            <a:endParaRPr lang="en-US" sz="1600">
              <a:solidFill>
                <a:srgbClr val="292929"/>
              </a:solidFill>
            </a:endParaRPr>
          </a:p>
        </p:txBody>
      </p:sp>
    </p:spTree>
    <p:extLst>
      <p:ext uri="{BB962C8B-B14F-4D97-AF65-F5344CB8AC3E}">
        <p14:creationId xmlns:p14="http://schemas.microsoft.com/office/powerpoint/2010/main" val="3746200727"/>
      </p:ext>
    </p:extLst>
  </p:cSld>
  <p:clrMapOvr>
    <a:masterClrMapping/>
  </p:clrMapOvr>
  <p:transition>
    <p:fade/>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_Demo, Video etc. &quot;special&quot; slides">
    <p:bg>
      <p:bgPr>
        <a:solidFill>
          <a:schemeClr val="accent1">
            <a:alpha val="99000"/>
          </a:schemeClr>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889617" y="1447800"/>
            <a:ext cx="4206383" cy="1523494"/>
          </a:xfrm>
        </p:spPr>
        <p:txBody>
          <a:bodyPr anchor="ctr" anchorCtr="0">
            <a:noAutofit/>
          </a:bodyPr>
          <a:lstStyle>
            <a:lvl1pPr>
              <a:lnSpc>
                <a:spcPct val="90000"/>
              </a:lnSpc>
              <a:defRPr sz="4800" baseline="0">
                <a:solidFill>
                  <a:schemeClr val="bg1">
                    <a:alpha val="98000"/>
                  </a:schemeClr>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1889617" y="5630473"/>
            <a:ext cx="4206384" cy="461665"/>
          </a:xfrm>
        </p:spPr>
        <p:txBody>
          <a:bodyPr>
            <a:noAutofit/>
          </a:bodyPr>
          <a:lstStyle>
            <a:lvl1pPr marL="0" indent="0" algn="l" defTabSz="914363" rtl="0" eaLnBrk="1" latinLnBrk="0" hangingPunct="1">
              <a:lnSpc>
                <a:spcPct val="90000"/>
              </a:lnSpc>
              <a:spcBef>
                <a:spcPts val="0"/>
              </a:spcBef>
              <a:buSzPct val="80000"/>
              <a:buFont typeface="Arial" pitchFamily="34" charset="0"/>
              <a:buNone/>
              <a:defRPr lang="en-US" sz="2400" kern="1200" dirty="0">
                <a:solidFill>
                  <a:schemeClr val="bg1">
                    <a:alpha val="99000"/>
                  </a:schemeClr>
                </a:solidFill>
                <a:latin typeface="+mn-lt"/>
                <a:ea typeface="+mn-ea"/>
                <a:cs typeface="+mn-cs"/>
              </a:defRPr>
            </a:lvl1pPr>
            <a:lvl2pPr marL="457182" indent="0" algn="ctr">
              <a:buNone/>
              <a:defRPr>
                <a:solidFill>
                  <a:schemeClr val="tx1">
                    <a:tint val="75000"/>
                  </a:schemeClr>
                </a:solidFill>
              </a:defRPr>
            </a:lvl2pPr>
            <a:lvl3pPr marL="914363" indent="0" algn="ctr">
              <a:buNone/>
              <a:defRPr>
                <a:solidFill>
                  <a:schemeClr val="tx1">
                    <a:tint val="75000"/>
                  </a:schemeClr>
                </a:solidFill>
              </a:defRPr>
            </a:lvl3pPr>
            <a:lvl4pPr marL="1371545" indent="0" algn="ctr">
              <a:buNone/>
              <a:defRPr>
                <a:solidFill>
                  <a:schemeClr val="tx1">
                    <a:tint val="75000"/>
                  </a:schemeClr>
                </a:solidFill>
              </a:defRPr>
            </a:lvl4pPr>
            <a:lvl5pPr marL="1828727" indent="0" algn="ctr">
              <a:buNone/>
              <a:defRPr>
                <a:solidFill>
                  <a:schemeClr val="tx1">
                    <a:tint val="75000"/>
                  </a:schemeClr>
                </a:solidFill>
              </a:defRPr>
            </a:lvl5pPr>
            <a:lvl6pPr marL="2285909" indent="0" algn="ctr">
              <a:buNone/>
              <a:defRPr>
                <a:solidFill>
                  <a:schemeClr val="tx1">
                    <a:tint val="75000"/>
                  </a:schemeClr>
                </a:solidFill>
              </a:defRPr>
            </a:lvl6pPr>
            <a:lvl7pPr marL="2743090" indent="0" algn="ctr">
              <a:buNone/>
              <a:defRPr>
                <a:solidFill>
                  <a:schemeClr val="tx1">
                    <a:tint val="75000"/>
                  </a:schemeClr>
                </a:solidFill>
              </a:defRPr>
            </a:lvl7pPr>
            <a:lvl8pPr marL="3200272" indent="0" algn="ctr">
              <a:buNone/>
              <a:defRPr>
                <a:solidFill>
                  <a:schemeClr val="tx1">
                    <a:tint val="75000"/>
                  </a:schemeClr>
                </a:solidFill>
              </a:defRPr>
            </a:lvl8pPr>
            <a:lvl9pPr marL="3657454" indent="0" algn="ctr">
              <a:buNone/>
              <a:defRPr>
                <a:solidFill>
                  <a:schemeClr val="tx1">
                    <a:tint val="75000"/>
                  </a:schemeClr>
                </a:solidFill>
              </a:defRPr>
            </a:lvl9pPr>
          </a:lstStyle>
          <a:p>
            <a:r>
              <a:rPr lang="en-US" smtClean="0"/>
              <a:t>Click to edit Master subtitle style</a:t>
            </a:r>
            <a:endParaRPr lang="en-US" dirty="0"/>
          </a:p>
        </p:txBody>
      </p:sp>
      <p:sp>
        <p:nvSpPr>
          <p:cNvPr id="7" name="Text Placeholder 6"/>
          <p:cNvSpPr>
            <a:spLocks noGrp="1"/>
          </p:cNvSpPr>
          <p:nvPr>
            <p:ph type="body" sz="quarter" idx="10" hasCustomPrompt="1"/>
          </p:nvPr>
        </p:nvSpPr>
        <p:spPr>
          <a:xfrm>
            <a:off x="1889617" y="4160520"/>
            <a:ext cx="8874849" cy="1274538"/>
          </a:xfrm>
        </p:spPr>
        <p:txBody>
          <a:bodyPr anchor="t" anchorCtr="0">
            <a:noAutofit/>
            <a:scene3d>
              <a:camera prst="orthographicFront"/>
              <a:lightRig rig="flat" dir="t"/>
            </a:scene3d>
            <a:sp3d>
              <a:contourClr>
                <a:schemeClr val="bg2"/>
              </a:contourClr>
            </a:sp3d>
          </a:bodyPr>
          <a:lstStyle>
            <a:lvl1pPr marL="0" indent="0" algn="l">
              <a:buFont typeface="Arial" pitchFamily="34" charset="0"/>
              <a:buNone/>
              <a:defRPr kumimoji="0" lang="en-US" sz="6600" b="0" i="0" u="none" strike="noStrike" kern="1200" cap="none" spc="-642" normalizeH="0" baseline="0" noProof="0" dirty="0" smtClean="0">
                <a:ln w="11430"/>
                <a:solidFill>
                  <a:schemeClr val="accent1">
                    <a:lumMod val="40000"/>
                    <a:lumOff val="60000"/>
                    <a:alpha val="99000"/>
                  </a:schemeClr>
                </a:solidFill>
                <a:effectLst/>
                <a:uLnTx/>
                <a:uFillTx/>
                <a:latin typeface="Segoe UI Light" pitchFamily="34" charset="0"/>
                <a:ea typeface="+mn-ea"/>
                <a:cs typeface="+mn-cs"/>
              </a:defRPr>
            </a:lvl1pPr>
          </a:lstStyle>
          <a:p>
            <a:pPr lvl="0"/>
            <a:r>
              <a:rPr lang="en-US" dirty="0" smtClean="0"/>
              <a:t>click to…</a:t>
            </a:r>
          </a:p>
        </p:txBody>
      </p:sp>
      <p:grpSp>
        <p:nvGrpSpPr>
          <p:cNvPr id="9" name="Group 8"/>
          <p:cNvGrpSpPr/>
          <p:nvPr userDrawn="1"/>
        </p:nvGrpSpPr>
        <p:grpSpPr>
          <a:xfrm>
            <a:off x="7715394" y="2136047"/>
            <a:ext cx="3500039" cy="2114058"/>
            <a:chOff x="1411369" y="3975421"/>
            <a:chExt cx="1714604" cy="1035908"/>
          </a:xfrm>
        </p:grpSpPr>
        <p:sp>
          <p:nvSpPr>
            <p:cNvPr id="12" name="Freeform 6"/>
            <p:cNvSpPr>
              <a:spLocks/>
            </p:cNvSpPr>
            <p:nvPr userDrawn="1"/>
          </p:nvSpPr>
          <p:spPr bwMode="auto">
            <a:xfrm>
              <a:off x="1900471" y="3975421"/>
              <a:ext cx="1225502" cy="656717"/>
            </a:xfrm>
            <a:custGeom>
              <a:avLst/>
              <a:gdLst>
                <a:gd name="T0" fmla="*/ 138 w 189"/>
                <a:gd name="T1" fmla="*/ 0 h 101"/>
                <a:gd name="T2" fmla="*/ 94 w 189"/>
                <a:gd name="T3" fmla="*/ 26 h 101"/>
                <a:gd name="T4" fmla="*/ 75 w 189"/>
                <a:gd name="T5" fmla="*/ 21 h 101"/>
                <a:gd name="T6" fmla="*/ 40 w 189"/>
                <a:gd name="T7" fmla="*/ 42 h 101"/>
                <a:gd name="T8" fmla="*/ 29 w 189"/>
                <a:gd name="T9" fmla="*/ 40 h 101"/>
                <a:gd name="T10" fmla="*/ 0 w 189"/>
                <a:gd name="T11" fmla="*/ 64 h 101"/>
                <a:gd name="T12" fmla="*/ 11 w 189"/>
                <a:gd name="T13" fmla="*/ 62 h 101"/>
                <a:gd name="T14" fmla="*/ 30 w 189"/>
                <a:gd name="T15" fmla="*/ 66 h 101"/>
                <a:gd name="T16" fmla="*/ 82 w 189"/>
                <a:gd name="T17" fmla="*/ 39 h 101"/>
                <a:gd name="T18" fmla="*/ 145 w 189"/>
                <a:gd name="T19" fmla="*/ 101 h 101"/>
                <a:gd name="T20" fmla="*/ 189 w 189"/>
                <a:gd name="T21" fmla="*/ 51 h 101"/>
                <a:gd name="T22" fmla="*/ 138 w 189"/>
                <a:gd name="T23" fmla="*/ 0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9" h="101">
                  <a:moveTo>
                    <a:pt x="138" y="0"/>
                  </a:moveTo>
                  <a:cubicBezTo>
                    <a:pt x="119" y="0"/>
                    <a:pt x="103" y="10"/>
                    <a:pt x="94" y="26"/>
                  </a:cubicBezTo>
                  <a:cubicBezTo>
                    <a:pt x="89" y="23"/>
                    <a:pt x="82" y="21"/>
                    <a:pt x="75" y="21"/>
                  </a:cubicBezTo>
                  <a:cubicBezTo>
                    <a:pt x="60" y="21"/>
                    <a:pt x="46" y="30"/>
                    <a:pt x="40" y="42"/>
                  </a:cubicBezTo>
                  <a:cubicBezTo>
                    <a:pt x="36" y="41"/>
                    <a:pt x="33" y="40"/>
                    <a:pt x="29" y="40"/>
                  </a:cubicBezTo>
                  <a:cubicBezTo>
                    <a:pt x="15" y="40"/>
                    <a:pt x="3" y="50"/>
                    <a:pt x="0" y="64"/>
                  </a:cubicBezTo>
                  <a:cubicBezTo>
                    <a:pt x="3" y="63"/>
                    <a:pt x="7" y="62"/>
                    <a:pt x="11" y="62"/>
                  </a:cubicBezTo>
                  <a:cubicBezTo>
                    <a:pt x="17" y="62"/>
                    <a:pt x="24" y="64"/>
                    <a:pt x="30" y="66"/>
                  </a:cubicBezTo>
                  <a:cubicBezTo>
                    <a:pt x="42" y="49"/>
                    <a:pt x="61" y="39"/>
                    <a:pt x="82" y="39"/>
                  </a:cubicBezTo>
                  <a:cubicBezTo>
                    <a:pt x="117" y="39"/>
                    <a:pt x="145" y="67"/>
                    <a:pt x="145" y="101"/>
                  </a:cubicBezTo>
                  <a:cubicBezTo>
                    <a:pt x="170" y="98"/>
                    <a:pt x="189" y="77"/>
                    <a:pt x="189" y="51"/>
                  </a:cubicBezTo>
                  <a:cubicBezTo>
                    <a:pt x="189" y="22"/>
                    <a:pt x="167" y="0"/>
                    <a:pt x="138"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defTabSz="914363"/>
              <a:endParaRPr lang="en-US" sz="1800" dirty="0">
                <a:solidFill>
                  <a:srgbClr val="292929"/>
                </a:solidFill>
              </a:endParaRPr>
            </a:p>
          </p:txBody>
        </p:sp>
        <p:sp>
          <p:nvSpPr>
            <p:cNvPr id="15" name="Freeform 7"/>
            <p:cNvSpPr>
              <a:spLocks/>
            </p:cNvSpPr>
            <p:nvPr userDrawn="1"/>
          </p:nvSpPr>
          <p:spPr bwMode="auto">
            <a:xfrm>
              <a:off x="1411369" y="4269433"/>
              <a:ext cx="1390368" cy="741896"/>
            </a:xfrm>
            <a:custGeom>
              <a:avLst/>
              <a:gdLst>
                <a:gd name="T0" fmla="*/ 157 w 214"/>
                <a:gd name="T1" fmla="*/ 0 h 114"/>
                <a:gd name="T2" fmla="*/ 107 w 214"/>
                <a:gd name="T3" fmla="*/ 29 h 114"/>
                <a:gd name="T4" fmla="*/ 86 w 214"/>
                <a:gd name="T5" fmla="*/ 23 h 114"/>
                <a:gd name="T6" fmla="*/ 46 w 214"/>
                <a:gd name="T7" fmla="*/ 48 h 114"/>
                <a:gd name="T8" fmla="*/ 34 w 214"/>
                <a:gd name="T9" fmla="*/ 45 h 114"/>
                <a:gd name="T10" fmla="*/ 0 w 214"/>
                <a:gd name="T11" fmla="*/ 80 h 114"/>
                <a:gd name="T12" fmla="*/ 34 w 214"/>
                <a:gd name="T13" fmla="*/ 114 h 114"/>
                <a:gd name="T14" fmla="*/ 86 w 214"/>
                <a:gd name="T15" fmla="*/ 114 h 114"/>
                <a:gd name="T16" fmla="*/ 157 w 214"/>
                <a:gd name="T17" fmla="*/ 114 h 114"/>
                <a:gd name="T18" fmla="*/ 214 w 214"/>
                <a:gd name="T19" fmla="*/ 57 h 114"/>
                <a:gd name="T20" fmla="*/ 157 w 214"/>
                <a:gd name="T21"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14" h="114">
                  <a:moveTo>
                    <a:pt x="157" y="0"/>
                  </a:moveTo>
                  <a:cubicBezTo>
                    <a:pt x="136" y="0"/>
                    <a:pt x="117" y="11"/>
                    <a:pt x="107" y="29"/>
                  </a:cubicBezTo>
                  <a:cubicBezTo>
                    <a:pt x="101" y="25"/>
                    <a:pt x="94" y="23"/>
                    <a:pt x="86" y="23"/>
                  </a:cubicBezTo>
                  <a:cubicBezTo>
                    <a:pt x="69" y="23"/>
                    <a:pt x="54" y="33"/>
                    <a:pt x="46" y="48"/>
                  </a:cubicBezTo>
                  <a:cubicBezTo>
                    <a:pt x="42" y="46"/>
                    <a:pt x="38" y="45"/>
                    <a:pt x="34" y="45"/>
                  </a:cubicBezTo>
                  <a:cubicBezTo>
                    <a:pt x="15" y="45"/>
                    <a:pt x="0" y="61"/>
                    <a:pt x="0" y="80"/>
                  </a:cubicBezTo>
                  <a:cubicBezTo>
                    <a:pt x="0" y="99"/>
                    <a:pt x="15" y="114"/>
                    <a:pt x="34" y="114"/>
                  </a:cubicBezTo>
                  <a:cubicBezTo>
                    <a:pt x="86" y="114"/>
                    <a:pt x="86" y="114"/>
                    <a:pt x="86" y="114"/>
                  </a:cubicBezTo>
                  <a:cubicBezTo>
                    <a:pt x="157" y="114"/>
                    <a:pt x="157" y="114"/>
                    <a:pt x="157" y="114"/>
                  </a:cubicBezTo>
                  <a:cubicBezTo>
                    <a:pt x="189" y="114"/>
                    <a:pt x="214" y="89"/>
                    <a:pt x="214" y="57"/>
                  </a:cubicBezTo>
                  <a:cubicBezTo>
                    <a:pt x="214" y="25"/>
                    <a:pt x="189" y="0"/>
                    <a:pt x="157"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defTabSz="914363"/>
              <a:endParaRPr lang="en-US" sz="1800" dirty="0">
                <a:solidFill>
                  <a:srgbClr val="292929"/>
                </a:solidFill>
              </a:endParaRPr>
            </a:p>
          </p:txBody>
        </p:sp>
      </p:grpSp>
    </p:spTree>
    <p:extLst>
      <p:ext uri="{BB962C8B-B14F-4D97-AF65-F5344CB8AC3E}">
        <p14:creationId xmlns:p14="http://schemas.microsoft.com/office/powerpoint/2010/main" val="567074725"/>
      </p:ext>
    </p:extLst>
  </p:cSld>
  <p:clrMapOvr>
    <a:masterClrMapping/>
  </p:clrMapOvr>
  <p:transition>
    <p:fade/>
  </p:transition>
  <p:timing>
    <p:tnLst>
      <p:par>
        <p:cTn id="1" dur="indefinite" restart="never" nodeType="tmRoot"/>
      </p:par>
    </p:tnLst>
  </p:timing>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2_Demo, Video etc. &quot;special&quot; slides">
    <p:bg>
      <p:bgPr>
        <a:solidFill>
          <a:srgbClr val="8CC600">
            <a:alpha val="99000"/>
          </a:srgbClr>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889617" y="1447800"/>
            <a:ext cx="4206383" cy="1523494"/>
          </a:xfrm>
        </p:spPr>
        <p:txBody>
          <a:bodyPr anchor="ctr" anchorCtr="0">
            <a:noAutofit/>
          </a:bodyPr>
          <a:lstStyle>
            <a:lvl1pPr>
              <a:lnSpc>
                <a:spcPct val="90000"/>
              </a:lnSpc>
              <a:defRPr sz="4800" baseline="0">
                <a:solidFill>
                  <a:schemeClr val="bg1">
                    <a:alpha val="98000"/>
                  </a:schemeClr>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1889617" y="5630473"/>
            <a:ext cx="4206384" cy="461665"/>
          </a:xfrm>
        </p:spPr>
        <p:txBody>
          <a:bodyPr>
            <a:noAutofit/>
          </a:bodyPr>
          <a:lstStyle>
            <a:lvl1pPr marL="0" indent="0" algn="l" defTabSz="914363" rtl="0" eaLnBrk="1" latinLnBrk="0" hangingPunct="1">
              <a:lnSpc>
                <a:spcPct val="90000"/>
              </a:lnSpc>
              <a:spcBef>
                <a:spcPts val="0"/>
              </a:spcBef>
              <a:buSzPct val="80000"/>
              <a:buFont typeface="Arial" pitchFamily="34" charset="0"/>
              <a:buNone/>
              <a:defRPr lang="en-US" sz="2400" kern="1200" dirty="0">
                <a:solidFill>
                  <a:schemeClr val="bg1">
                    <a:alpha val="99000"/>
                  </a:schemeClr>
                </a:solidFill>
                <a:latin typeface="+mn-lt"/>
                <a:ea typeface="+mn-ea"/>
                <a:cs typeface="+mn-cs"/>
              </a:defRPr>
            </a:lvl1pPr>
            <a:lvl2pPr marL="457182" indent="0" algn="ctr">
              <a:buNone/>
              <a:defRPr>
                <a:solidFill>
                  <a:schemeClr val="tx1">
                    <a:tint val="75000"/>
                  </a:schemeClr>
                </a:solidFill>
              </a:defRPr>
            </a:lvl2pPr>
            <a:lvl3pPr marL="914363" indent="0" algn="ctr">
              <a:buNone/>
              <a:defRPr>
                <a:solidFill>
                  <a:schemeClr val="tx1">
                    <a:tint val="75000"/>
                  </a:schemeClr>
                </a:solidFill>
              </a:defRPr>
            </a:lvl3pPr>
            <a:lvl4pPr marL="1371545" indent="0" algn="ctr">
              <a:buNone/>
              <a:defRPr>
                <a:solidFill>
                  <a:schemeClr val="tx1">
                    <a:tint val="75000"/>
                  </a:schemeClr>
                </a:solidFill>
              </a:defRPr>
            </a:lvl4pPr>
            <a:lvl5pPr marL="1828727" indent="0" algn="ctr">
              <a:buNone/>
              <a:defRPr>
                <a:solidFill>
                  <a:schemeClr val="tx1">
                    <a:tint val="75000"/>
                  </a:schemeClr>
                </a:solidFill>
              </a:defRPr>
            </a:lvl5pPr>
            <a:lvl6pPr marL="2285909" indent="0" algn="ctr">
              <a:buNone/>
              <a:defRPr>
                <a:solidFill>
                  <a:schemeClr val="tx1">
                    <a:tint val="75000"/>
                  </a:schemeClr>
                </a:solidFill>
              </a:defRPr>
            </a:lvl6pPr>
            <a:lvl7pPr marL="2743090" indent="0" algn="ctr">
              <a:buNone/>
              <a:defRPr>
                <a:solidFill>
                  <a:schemeClr val="tx1">
                    <a:tint val="75000"/>
                  </a:schemeClr>
                </a:solidFill>
              </a:defRPr>
            </a:lvl7pPr>
            <a:lvl8pPr marL="3200272" indent="0" algn="ctr">
              <a:buNone/>
              <a:defRPr>
                <a:solidFill>
                  <a:schemeClr val="tx1">
                    <a:tint val="75000"/>
                  </a:schemeClr>
                </a:solidFill>
              </a:defRPr>
            </a:lvl8pPr>
            <a:lvl9pPr marL="3657454" indent="0" algn="ctr">
              <a:buNone/>
              <a:defRPr>
                <a:solidFill>
                  <a:schemeClr val="tx1">
                    <a:tint val="75000"/>
                  </a:schemeClr>
                </a:solidFill>
              </a:defRPr>
            </a:lvl9pPr>
          </a:lstStyle>
          <a:p>
            <a:r>
              <a:rPr lang="en-US" smtClean="0"/>
              <a:t>Click to edit Master subtitle style</a:t>
            </a:r>
            <a:endParaRPr lang="en-US" dirty="0"/>
          </a:p>
        </p:txBody>
      </p:sp>
      <p:sp>
        <p:nvSpPr>
          <p:cNvPr id="7" name="Text Placeholder 6"/>
          <p:cNvSpPr>
            <a:spLocks noGrp="1"/>
          </p:cNvSpPr>
          <p:nvPr>
            <p:ph type="body" sz="quarter" idx="10" hasCustomPrompt="1"/>
          </p:nvPr>
        </p:nvSpPr>
        <p:spPr>
          <a:xfrm>
            <a:off x="1889617" y="4160520"/>
            <a:ext cx="8874849" cy="1274538"/>
          </a:xfrm>
        </p:spPr>
        <p:txBody>
          <a:bodyPr anchor="t" anchorCtr="0">
            <a:noAutofit/>
            <a:scene3d>
              <a:camera prst="orthographicFront"/>
              <a:lightRig rig="flat" dir="t"/>
            </a:scene3d>
            <a:sp3d>
              <a:contourClr>
                <a:schemeClr val="bg2"/>
              </a:contourClr>
            </a:sp3d>
          </a:bodyPr>
          <a:lstStyle>
            <a:lvl1pPr marL="0" indent="0" algn="l">
              <a:buFont typeface="Arial" pitchFamily="34" charset="0"/>
              <a:buNone/>
              <a:defRPr kumimoji="0" lang="en-US" sz="6600" b="0" i="0" u="none" strike="noStrike" kern="1200" cap="none" spc="-642" normalizeH="0" baseline="0" noProof="0" dirty="0" smtClean="0">
                <a:ln w="11430"/>
                <a:solidFill>
                  <a:schemeClr val="accent4">
                    <a:lumMod val="40000"/>
                    <a:lumOff val="60000"/>
                    <a:alpha val="99000"/>
                  </a:schemeClr>
                </a:solidFill>
                <a:effectLst/>
                <a:uLnTx/>
                <a:uFillTx/>
                <a:latin typeface="Segoe UI Light" pitchFamily="34" charset="0"/>
                <a:ea typeface="+mn-ea"/>
                <a:cs typeface="+mn-cs"/>
              </a:defRPr>
            </a:lvl1pPr>
          </a:lstStyle>
          <a:p>
            <a:pPr lvl="0"/>
            <a:r>
              <a:rPr lang="en-US" dirty="0" smtClean="0"/>
              <a:t>click to…</a:t>
            </a:r>
          </a:p>
        </p:txBody>
      </p:sp>
      <p:sp>
        <p:nvSpPr>
          <p:cNvPr id="8" name="Freeform 6"/>
          <p:cNvSpPr>
            <a:spLocks noEditPoints="1"/>
          </p:cNvSpPr>
          <p:nvPr userDrawn="1"/>
        </p:nvSpPr>
        <p:spPr bwMode="auto">
          <a:xfrm>
            <a:off x="8294113" y="2008094"/>
            <a:ext cx="2269668" cy="2169610"/>
          </a:xfrm>
          <a:custGeom>
            <a:avLst/>
            <a:gdLst>
              <a:gd name="T0" fmla="*/ 150 w 154"/>
              <a:gd name="T1" fmla="*/ 40 h 148"/>
              <a:gd name="T2" fmla="*/ 91 w 154"/>
              <a:gd name="T3" fmla="*/ 40 h 148"/>
              <a:gd name="T4" fmla="*/ 124 w 154"/>
              <a:gd name="T5" fmla="*/ 3 h 148"/>
              <a:gd name="T6" fmla="*/ 120 w 154"/>
              <a:gd name="T7" fmla="*/ 0 h 148"/>
              <a:gd name="T8" fmla="*/ 77 w 154"/>
              <a:gd name="T9" fmla="*/ 39 h 148"/>
              <a:gd name="T10" fmla="*/ 36 w 154"/>
              <a:gd name="T11" fmla="*/ 0 h 148"/>
              <a:gd name="T12" fmla="*/ 32 w 154"/>
              <a:gd name="T13" fmla="*/ 3 h 148"/>
              <a:gd name="T14" fmla="*/ 66 w 154"/>
              <a:gd name="T15" fmla="*/ 40 h 148"/>
              <a:gd name="T16" fmla="*/ 4 w 154"/>
              <a:gd name="T17" fmla="*/ 40 h 148"/>
              <a:gd name="T18" fmla="*/ 0 w 154"/>
              <a:gd name="T19" fmla="*/ 44 h 148"/>
              <a:gd name="T20" fmla="*/ 0 w 154"/>
              <a:gd name="T21" fmla="*/ 144 h 148"/>
              <a:gd name="T22" fmla="*/ 4 w 154"/>
              <a:gd name="T23" fmla="*/ 148 h 148"/>
              <a:gd name="T24" fmla="*/ 150 w 154"/>
              <a:gd name="T25" fmla="*/ 148 h 148"/>
              <a:gd name="T26" fmla="*/ 154 w 154"/>
              <a:gd name="T27" fmla="*/ 144 h 148"/>
              <a:gd name="T28" fmla="*/ 154 w 154"/>
              <a:gd name="T29" fmla="*/ 44 h 148"/>
              <a:gd name="T30" fmla="*/ 150 w 154"/>
              <a:gd name="T31" fmla="*/ 40 h 148"/>
              <a:gd name="T32" fmla="*/ 145 w 154"/>
              <a:gd name="T33" fmla="*/ 135 h 148"/>
              <a:gd name="T34" fmla="*/ 141 w 154"/>
              <a:gd name="T35" fmla="*/ 139 h 148"/>
              <a:gd name="T36" fmla="*/ 13 w 154"/>
              <a:gd name="T37" fmla="*/ 139 h 148"/>
              <a:gd name="T38" fmla="*/ 9 w 154"/>
              <a:gd name="T39" fmla="*/ 135 h 148"/>
              <a:gd name="T40" fmla="*/ 9 w 154"/>
              <a:gd name="T41" fmla="*/ 52 h 148"/>
              <a:gd name="T42" fmla="*/ 13 w 154"/>
              <a:gd name="T43" fmla="*/ 48 h 148"/>
              <a:gd name="T44" fmla="*/ 141 w 154"/>
              <a:gd name="T45" fmla="*/ 48 h 148"/>
              <a:gd name="T46" fmla="*/ 145 w 154"/>
              <a:gd name="T47" fmla="*/ 52 h 148"/>
              <a:gd name="T48" fmla="*/ 145 w 154"/>
              <a:gd name="T49" fmla="*/ 135 h 1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54" h="148">
                <a:moveTo>
                  <a:pt x="150" y="40"/>
                </a:moveTo>
                <a:cubicBezTo>
                  <a:pt x="91" y="40"/>
                  <a:pt x="91" y="40"/>
                  <a:pt x="91" y="40"/>
                </a:cubicBezTo>
                <a:cubicBezTo>
                  <a:pt x="124" y="3"/>
                  <a:pt x="124" y="3"/>
                  <a:pt x="124" y="3"/>
                </a:cubicBezTo>
                <a:cubicBezTo>
                  <a:pt x="120" y="0"/>
                  <a:pt x="120" y="0"/>
                  <a:pt x="120" y="0"/>
                </a:cubicBezTo>
                <a:cubicBezTo>
                  <a:pt x="77" y="39"/>
                  <a:pt x="77" y="39"/>
                  <a:pt x="77" y="39"/>
                </a:cubicBezTo>
                <a:cubicBezTo>
                  <a:pt x="36" y="0"/>
                  <a:pt x="36" y="0"/>
                  <a:pt x="36" y="0"/>
                </a:cubicBezTo>
                <a:cubicBezTo>
                  <a:pt x="32" y="3"/>
                  <a:pt x="32" y="3"/>
                  <a:pt x="32" y="3"/>
                </a:cubicBezTo>
                <a:cubicBezTo>
                  <a:pt x="66" y="40"/>
                  <a:pt x="66" y="40"/>
                  <a:pt x="66" y="40"/>
                </a:cubicBezTo>
                <a:cubicBezTo>
                  <a:pt x="4" y="40"/>
                  <a:pt x="4" y="40"/>
                  <a:pt x="4" y="40"/>
                </a:cubicBezTo>
                <a:cubicBezTo>
                  <a:pt x="2" y="40"/>
                  <a:pt x="0" y="42"/>
                  <a:pt x="0" y="44"/>
                </a:cubicBezTo>
                <a:cubicBezTo>
                  <a:pt x="0" y="144"/>
                  <a:pt x="0" y="144"/>
                  <a:pt x="0" y="144"/>
                </a:cubicBezTo>
                <a:cubicBezTo>
                  <a:pt x="0" y="146"/>
                  <a:pt x="2" y="148"/>
                  <a:pt x="4" y="148"/>
                </a:cubicBezTo>
                <a:cubicBezTo>
                  <a:pt x="150" y="148"/>
                  <a:pt x="150" y="148"/>
                  <a:pt x="150" y="148"/>
                </a:cubicBezTo>
                <a:cubicBezTo>
                  <a:pt x="152" y="148"/>
                  <a:pt x="154" y="146"/>
                  <a:pt x="154" y="144"/>
                </a:cubicBezTo>
                <a:cubicBezTo>
                  <a:pt x="154" y="44"/>
                  <a:pt x="154" y="44"/>
                  <a:pt x="154" y="44"/>
                </a:cubicBezTo>
                <a:cubicBezTo>
                  <a:pt x="154" y="42"/>
                  <a:pt x="152" y="40"/>
                  <a:pt x="150" y="40"/>
                </a:cubicBezTo>
                <a:close/>
                <a:moveTo>
                  <a:pt x="145" y="135"/>
                </a:moveTo>
                <a:cubicBezTo>
                  <a:pt x="145" y="137"/>
                  <a:pt x="143" y="139"/>
                  <a:pt x="141" y="139"/>
                </a:cubicBezTo>
                <a:cubicBezTo>
                  <a:pt x="13" y="139"/>
                  <a:pt x="13" y="139"/>
                  <a:pt x="13" y="139"/>
                </a:cubicBezTo>
                <a:cubicBezTo>
                  <a:pt x="11" y="139"/>
                  <a:pt x="9" y="137"/>
                  <a:pt x="9" y="135"/>
                </a:cubicBezTo>
                <a:cubicBezTo>
                  <a:pt x="9" y="52"/>
                  <a:pt x="9" y="52"/>
                  <a:pt x="9" y="52"/>
                </a:cubicBezTo>
                <a:cubicBezTo>
                  <a:pt x="9" y="50"/>
                  <a:pt x="11" y="48"/>
                  <a:pt x="13" y="48"/>
                </a:cubicBezTo>
                <a:cubicBezTo>
                  <a:pt x="141" y="48"/>
                  <a:pt x="141" y="48"/>
                  <a:pt x="141" y="48"/>
                </a:cubicBezTo>
                <a:cubicBezTo>
                  <a:pt x="143" y="48"/>
                  <a:pt x="145" y="50"/>
                  <a:pt x="145" y="52"/>
                </a:cubicBezTo>
                <a:lnTo>
                  <a:pt x="145" y="135"/>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363"/>
            <a:endParaRPr lang="en-US" sz="1800" dirty="0">
              <a:solidFill>
                <a:srgbClr val="292929"/>
              </a:solidFill>
            </a:endParaRPr>
          </a:p>
        </p:txBody>
      </p:sp>
    </p:spTree>
    <p:extLst>
      <p:ext uri="{BB962C8B-B14F-4D97-AF65-F5344CB8AC3E}">
        <p14:creationId xmlns:p14="http://schemas.microsoft.com/office/powerpoint/2010/main" val="888614308"/>
      </p:ext>
    </p:extLst>
  </p:cSld>
  <p:clrMapOvr>
    <a:masterClrMapping/>
  </p:clrMapOvr>
  <p:transition>
    <p:fade/>
  </p:transition>
  <p:timing>
    <p:tnLst>
      <p:par>
        <p:cTn id="1" dur="indefinite" restart="never" nodeType="tmRoot"/>
      </p:par>
    </p:tnLst>
  </p:timing>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3_Demo, Video etc. &quot;special&quot; slides">
    <p:bg>
      <p:bgPr>
        <a:solidFill>
          <a:schemeClr val="accent2">
            <a:alpha val="99000"/>
          </a:schemeClr>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889617" y="1447800"/>
            <a:ext cx="4206383" cy="1523494"/>
          </a:xfrm>
        </p:spPr>
        <p:txBody>
          <a:bodyPr anchor="ctr" anchorCtr="0">
            <a:noAutofit/>
          </a:bodyPr>
          <a:lstStyle>
            <a:lvl1pPr>
              <a:lnSpc>
                <a:spcPct val="90000"/>
              </a:lnSpc>
              <a:defRPr sz="4800" baseline="0">
                <a:solidFill>
                  <a:schemeClr val="bg1">
                    <a:alpha val="98000"/>
                  </a:schemeClr>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1889617" y="5630473"/>
            <a:ext cx="4206384" cy="461665"/>
          </a:xfrm>
        </p:spPr>
        <p:txBody>
          <a:bodyPr>
            <a:noAutofit/>
          </a:bodyPr>
          <a:lstStyle>
            <a:lvl1pPr marL="0" indent="0" algn="l" defTabSz="914363" rtl="0" eaLnBrk="1" latinLnBrk="0" hangingPunct="1">
              <a:lnSpc>
                <a:spcPct val="90000"/>
              </a:lnSpc>
              <a:spcBef>
                <a:spcPts val="0"/>
              </a:spcBef>
              <a:buSzPct val="80000"/>
              <a:buFont typeface="Arial" pitchFamily="34" charset="0"/>
              <a:buNone/>
              <a:defRPr lang="en-US" sz="2400" kern="1200" dirty="0">
                <a:solidFill>
                  <a:schemeClr val="bg1">
                    <a:alpha val="99000"/>
                  </a:schemeClr>
                </a:solidFill>
                <a:latin typeface="+mn-lt"/>
                <a:ea typeface="+mn-ea"/>
                <a:cs typeface="+mn-cs"/>
              </a:defRPr>
            </a:lvl1pPr>
            <a:lvl2pPr marL="457182" indent="0" algn="ctr">
              <a:buNone/>
              <a:defRPr>
                <a:solidFill>
                  <a:schemeClr val="tx1">
                    <a:tint val="75000"/>
                  </a:schemeClr>
                </a:solidFill>
              </a:defRPr>
            </a:lvl2pPr>
            <a:lvl3pPr marL="914363" indent="0" algn="ctr">
              <a:buNone/>
              <a:defRPr>
                <a:solidFill>
                  <a:schemeClr val="tx1">
                    <a:tint val="75000"/>
                  </a:schemeClr>
                </a:solidFill>
              </a:defRPr>
            </a:lvl3pPr>
            <a:lvl4pPr marL="1371545" indent="0" algn="ctr">
              <a:buNone/>
              <a:defRPr>
                <a:solidFill>
                  <a:schemeClr val="tx1">
                    <a:tint val="75000"/>
                  </a:schemeClr>
                </a:solidFill>
              </a:defRPr>
            </a:lvl4pPr>
            <a:lvl5pPr marL="1828727" indent="0" algn="ctr">
              <a:buNone/>
              <a:defRPr>
                <a:solidFill>
                  <a:schemeClr val="tx1">
                    <a:tint val="75000"/>
                  </a:schemeClr>
                </a:solidFill>
              </a:defRPr>
            </a:lvl5pPr>
            <a:lvl6pPr marL="2285909" indent="0" algn="ctr">
              <a:buNone/>
              <a:defRPr>
                <a:solidFill>
                  <a:schemeClr val="tx1">
                    <a:tint val="75000"/>
                  </a:schemeClr>
                </a:solidFill>
              </a:defRPr>
            </a:lvl6pPr>
            <a:lvl7pPr marL="2743090" indent="0" algn="ctr">
              <a:buNone/>
              <a:defRPr>
                <a:solidFill>
                  <a:schemeClr val="tx1">
                    <a:tint val="75000"/>
                  </a:schemeClr>
                </a:solidFill>
              </a:defRPr>
            </a:lvl7pPr>
            <a:lvl8pPr marL="3200272" indent="0" algn="ctr">
              <a:buNone/>
              <a:defRPr>
                <a:solidFill>
                  <a:schemeClr val="tx1">
                    <a:tint val="75000"/>
                  </a:schemeClr>
                </a:solidFill>
              </a:defRPr>
            </a:lvl8pPr>
            <a:lvl9pPr marL="3657454" indent="0" algn="ctr">
              <a:buNone/>
              <a:defRPr>
                <a:solidFill>
                  <a:schemeClr val="tx1">
                    <a:tint val="75000"/>
                  </a:schemeClr>
                </a:solidFill>
              </a:defRPr>
            </a:lvl9pPr>
          </a:lstStyle>
          <a:p>
            <a:r>
              <a:rPr lang="en-US" smtClean="0"/>
              <a:t>Click to edit Master subtitle style</a:t>
            </a:r>
            <a:endParaRPr lang="en-US" dirty="0"/>
          </a:p>
        </p:txBody>
      </p:sp>
      <p:sp>
        <p:nvSpPr>
          <p:cNvPr id="7" name="Text Placeholder 6"/>
          <p:cNvSpPr>
            <a:spLocks noGrp="1"/>
          </p:cNvSpPr>
          <p:nvPr>
            <p:ph type="body" sz="quarter" idx="10" hasCustomPrompt="1"/>
          </p:nvPr>
        </p:nvSpPr>
        <p:spPr>
          <a:xfrm>
            <a:off x="1889617" y="4160520"/>
            <a:ext cx="8874849" cy="1274538"/>
          </a:xfrm>
        </p:spPr>
        <p:txBody>
          <a:bodyPr anchor="t" anchorCtr="0">
            <a:noAutofit/>
            <a:scene3d>
              <a:camera prst="orthographicFront"/>
              <a:lightRig rig="flat" dir="t"/>
            </a:scene3d>
            <a:sp3d>
              <a:contourClr>
                <a:schemeClr val="bg2"/>
              </a:contourClr>
            </a:sp3d>
          </a:bodyPr>
          <a:lstStyle>
            <a:lvl1pPr marL="0" indent="0" algn="l">
              <a:buFont typeface="Arial" pitchFamily="34" charset="0"/>
              <a:buNone/>
              <a:defRPr kumimoji="0" lang="en-US" sz="6600" b="0" i="0" u="none" strike="noStrike" kern="1200" cap="none" spc="-642" normalizeH="0" baseline="0" noProof="0" dirty="0" smtClean="0">
                <a:ln w="11430"/>
                <a:solidFill>
                  <a:schemeClr val="accent2">
                    <a:lumMod val="40000"/>
                    <a:lumOff val="60000"/>
                    <a:alpha val="99000"/>
                  </a:schemeClr>
                </a:solidFill>
                <a:effectLst/>
                <a:uLnTx/>
                <a:uFillTx/>
                <a:latin typeface="Segoe UI Light" pitchFamily="34" charset="0"/>
                <a:ea typeface="+mn-ea"/>
                <a:cs typeface="+mn-cs"/>
              </a:defRPr>
            </a:lvl1pPr>
          </a:lstStyle>
          <a:p>
            <a:pPr lvl="0"/>
            <a:r>
              <a:rPr lang="en-US" dirty="0" smtClean="0"/>
              <a:t>click to…</a:t>
            </a:r>
          </a:p>
        </p:txBody>
      </p:sp>
      <p:grpSp>
        <p:nvGrpSpPr>
          <p:cNvPr id="8" name="Group 7"/>
          <p:cNvGrpSpPr/>
          <p:nvPr userDrawn="1"/>
        </p:nvGrpSpPr>
        <p:grpSpPr bwMode="black">
          <a:xfrm>
            <a:off x="7906631" y="2242931"/>
            <a:ext cx="3177742" cy="1934622"/>
            <a:chOff x="10387012" y="4179358"/>
            <a:chExt cx="974726" cy="593725"/>
          </a:xfrm>
          <a:solidFill>
            <a:srgbClr val="FFFFFF"/>
          </a:solidFill>
        </p:grpSpPr>
        <p:sp>
          <p:nvSpPr>
            <p:cNvPr id="9" name="Freeform 26"/>
            <p:cNvSpPr>
              <a:spLocks/>
            </p:cNvSpPr>
            <p:nvPr/>
          </p:nvSpPr>
          <p:spPr bwMode="black">
            <a:xfrm>
              <a:off x="10506075" y="4258733"/>
              <a:ext cx="706438" cy="514350"/>
            </a:xfrm>
            <a:custGeom>
              <a:avLst/>
              <a:gdLst>
                <a:gd name="T0" fmla="*/ 183 w 188"/>
                <a:gd name="T1" fmla="*/ 84 h 137"/>
                <a:gd name="T2" fmla="*/ 104 w 188"/>
                <a:gd name="T3" fmla="*/ 27 h 137"/>
                <a:gd name="T4" fmla="*/ 86 w 188"/>
                <a:gd name="T5" fmla="*/ 19 h 137"/>
                <a:gd name="T6" fmla="*/ 59 w 188"/>
                <a:gd name="T7" fmla="*/ 34 h 137"/>
                <a:gd name="T8" fmla="*/ 56 w 188"/>
                <a:gd name="T9" fmla="*/ 36 h 137"/>
                <a:gd name="T10" fmla="*/ 43 w 188"/>
                <a:gd name="T11" fmla="*/ 38 h 137"/>
                <a:gd name="T12" fmla="*/ 43 w 188"/>
                <a:gd name="T13" fmla="*/ 38 h 137"/>
                <a:gd name="T14" fmla="*/ 26 w 188"/>
                <a:gd name="T15" fmla="*/ 27 h 137"/>
                <a:gd name="T16" fmla="*/ 24 w 188"/>
                <a:gd name="T17" fmla="*/ 14 h 137"/>
                <a:gd name="T18" fmla="*/ 31 w 188"/>
                <a:gd name="T19" fmla="*/ 0 h 137"/>
                <a:gd name="T20" fmla="*/ 21 w 188"/>
                <a:gd name="T21" fmla="*/ 0 h 137"/>
                <a:gd name="T22" fmla="*/ 1 w 188"/>
                <a:gd name="T23" fmla="*/ 79 h 137"/>
                <a:gd name="T24" fmla="*/ 4 w 188"/>
                <a:gd name="T25" fmla="*/ 80 h 137"/>
                <a:gd name="T26" fmla="*/ 16 w 188"/>
                <a:gd name="T27" fmla="*/ 70 h 137"/>
                <a:gd name="T28" fmla="*/ 22 w 188"/>
                <a:gd name="T29" fmla="*/ 70 h 137"/>
                <a:gd name="T30" fmla="*/ 32 w 188"/>
                <a:gd name="T31" fmla="*/ 74 h 137"/>
                <a:gd name="T32" fmla="*/ 43 w 188"/>
                <a:gd name="T33" fmla="*/ 72 h 137"/>
                <a:gd name="T34" fmla="*/ 44 w 188"/>
                <a:gd name="T35" fmla="*/ 72 h 137"/>
                <a:gd name="T36" fmla="*/ 53 w 188"/>
                <a:gd name="T37" fmla="*/ 76 h 137"/>
                <a:gd name="T38" fmla="*/ 65 w 188"/>
                <a:gd name="T39" fmla="*/ 74 h 137"/>
                <a:gd name="T40" fmla="*/ 67 w 188"/>
                <a:gd name="T41" fmla="*/ 74 h 137"/>
                <a:gd name="T42" fmla="*/ 80 w 188"/>
                <a:gd name="T43" fmla="*/ 88 h 137"/>
                <a:gd name="T44" fmla="*/ 83 w 188"/>
                <a:gd name="T45" fmla="*/ 88 h 137"/>
                <a:gd name="T46" fmla="*/ 85 w 188"/>
                <a:gd name="T47" fmla="*/ 89 h 137"/>
                <a:gd name="T48" fmla="*/ 99 w 188"/>
                <a:gd name="T49" fmla="*/ 108 h 137"/>
                <a:gd name="T50" fmla="*/ 99 w 188"/>
                <a:gd name="T51" fmla="*/ 110 h 137"/>
                <a:gd name="T52" fmla="*/ 96 w 188"/>
                <a:gd name="T53" fmla="*/ 124 h 137"/>
                <a:gd name="T54" fmla="*/ 114 w 188"/>
                <a:gd name="T55" fmla="*/ 137 h 137"/>
                <a:gd name="T56" fmla="*/ 123 w 188"/>
                <a:gd name="T57" fmla="*/ 132 h 137"/>
                <a:gd name="T58" fmla="*/ 124 w 188"/>
                <a:gd name="T59" fmla="*/ 124 h 137"/>
                <a:gd name="T60" fmla="*/ 108 w 188"/>
                <a:gd name="T61" fmla="*/ 112 h 137"/>
                <a:gd name="T62" fmla="*/ 107 w 188"/>
                <a:gd name="T63" fmla="*/ 109 h 137"/>
                <a:gd name="T64" fmla="*/ 110 w 188"/>
                <a:gd name="T65" fmla="*/ 109 h 137"/>
                <a:gd name="T66" fmla="*/ 136 w 188"/>
                <a:gd name="T67" fmla="*/ 127 h 137"/>
                <a:gd name="T68" fmla="*/ 145 w 188"/>
                <a:gd name="T69" fmla="*/ 123 h 137"/>
                <a:gd name="T70" fmla="*/ 147 w 188"/>
                <a:gd name="T71" fmla="*/ 114 h 137"/>
                <a:gd name="T72" fmla="*/ 117 w 188"/>
                <a:gd name="T73" fmla="*/ 93 h 137"/>
                <a:gd name="T74" fmla="*/ 117 w 188"/>
                <a:gd name="T75" fmla="*/ 90 h 137"/>
                <a:gd name="T76" fmla="*/ 120 w 188"/>
                <a:gd name="T77" fmla="*/ 89 h 137"/>
                <a:gd name="T78" fmla="*/ 156 w 188"/>
                <a:gd name="T79" fmla="*/ 116 h 137"/>
                <a:gd name="T80" fmla="*/ 165 w 188"/>
                <a:gd name="T81" fmla="*/ 111 h 137"/>
                <a:gd name="T82" fmla="*/ 167 w 188"/>
                <a:gd name="T83" fmla="*/ 102 h 137"/>
                <a:gd name="T84" fmla="*/ 137 w 188"/>
                <a:gd name="T85" fmla="*/ 81 h 137"/>
                <a:gd name="T86" fmla="*/ 136 w 188"/>
                <a:gd name="T87" fmla="*/ 78 h 137"/>
                <a:gd name="T88" fmla="*/ 139 w 188"/>
                <a:gd name="T89" fmla="*/ 77 h 137"/>
                <a:gd name="T90" fmla="*/ 176 w 188"/>
                <a:gd name="T91" fmla="*/ 104 h 137"/>
                <a:gd name="T92" fmla="*/ 185 w 188"/>
                <a:gd name="T93" fmla="*/ 99 h 137"/>
                <a:gd name="T94" fmla="*/ 183 w 188"/>
                <a:gd name="T95" fmla="*/ 84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88" h="137">
                  <a:moveTo>
                    <a:pt x="183" y="84"/>
                  </a:moveTo>
                  <a:cubicBezTo>
                    <a:pt x="104" y="27"/>
                    <a:pt x="104" y="27"/>
                    <a:pt x="104" y="27"/>
                  </a:cubicBezTo>
                  <a:cubicBezTo>
                    <a:pt x="86" y="19"/>
                    <a:pt x="86" y="19"/>
                    <a:pt x="86" y="19"/>
                  </a:cubicBezTo>
                  <a:cubicBezTo>
                    <a:pt x="59" y="34"/>
                    <a:pt x="59" y="34"/>
                    <a:pt x="59" y="34"/>
                  </a:cubicBezTo>
                  <a:cubicBezTo>
                    <a:pt x="56" y="36"/>
                    <a:pt x="56" y="36"/>
                    <a:pt x="56" y="36"/>
                  </a:cubicBezTo>
                  <a:cubicBezTo>
                    <a:pt x="52" y="38"/>
                    <a:pt x="47" y="39"/>
                    <a:pt x="43" y="38"/>
                  </a:cubicBezTo>
                  <a:cubicBezTo>
                    <a:pt x="43" y="38"/>
                    <a:pt x="43" y="38"/>
                    <a:pt x="43" y="38"/>
                  </a:cubicBezTo>
                  <a:cubicBezTo>
                    <a:pt x="36" y="38"/>
                    <a:pt x="30" y="34"/>
                    <a:pt x="26" y="27"/>
                  </a:cubicBezTo>
                  <a:cubicBezTo>
                    <a:pt x="24" y="23"/>
                    <a:pt x="23" y="19"/>
                    <a:pt x="24" y="14"/>
                  </a:cubicBezTo>
                  <a:cubicBezTo>
                    <a:pt x="24" y="9"/>
                    <a:pt x="27" y="4"/>
                    <a:pt x="31" y="0"/>
                  </a:cubicBezTo>
                  <a:cubicBezTo>
                    <a:pt x="25" y="0"/>
                    <a:pt x="21" y="0"/>
                    <a:pt x="21" y="0"/>
                  </a:cubicBezTo>
                  <a:cubicBezTo>
                    <a:pt x="21" y="0"/>
                    <a:pt x="0" y="40"/>
                    <a:pt x="1" y="79"/>
                  </a:cubicBezTo>
                  <a:cubicBezTo>
                    <a:pt x="4" y="80"/>
                    <a:pt x="4" y="80"/>
                    <a:pt x="4" y="80"/>
                  </a:cubicBezTo>
                  <a:cubicBezTo>
                    <a:pt x="6" y="75"/>
                    <a:pt x="10" y="72"/>
                    <a:pt x="16" y="70"/>
                  </a:cubicBezTo>
                  <a:cubicBezTo>
                    <a:pt x="18" y="70"/>
                    <a:pt x="20" y="70"/>
                    <a:pt x="22" y="70"/>
                  </a:cubicBezTo>
                  <a:cubicBezTo>
                    <a:pt x="25" y="70"/>
                    <a:pt x="29" y="72"/>
                    <a:pt x="32" y="74"/>
                  </a:cubicBezTo>
                  <a:cubicBezTo>
                    <a:pt x="35" y="72"/>
                    <a:pt x="39" y="71"/>
                    <a:pt x="43" y="72"/>
                  </a:cubicBezTo>
                  <a:cubicBezTo>
                    <a:pt x="43" y="72"/>
                    <a:pt x="44" y="72"/>
                    <a:pt x="44" y="72"/>
                  </a:cubicBezTo>
                  <a:cubicBezTo>
                    <a:pt x="48" y="72"/>
                    <a:pt x="51" y="74"/>
                    <a:pt x="53" y="76"/>
                  </a:cubicBezTo>
                  <a:cubicBezTo>
                    <a:pt x="56" y="74"/>
                    <a:pt x="60" y="73"/>
                    <a:pt x="65" y="74"/>
                  </a:cubicBezTo>
                  <a:cubicBezTo>
                    <a:pt x="65" y="74"/>
                    <a:pt x="66" y="74"/>
                    <a:pt x="67" y="74"/>
                  </a:cubicBezTo>
                  <a:cubicBezTo>
                    <a:pt x="74" y="76"/>
                    <a:pt x="79" y="81"/>
                    <a:pt x="80" y="88"/>
                  </a:cubicBezTo>
                  <a:cubicBezTo>
                    <a:pt x="81" y="88"/>
                    <a:pt x="82" y="88"/>
                    <a:pt x="83" y="88"/>
                  </a:cubicBezTo>
                  <a:cubicBezTo>
                    <a:pt x="84" y="88"/>
                    <a:pt x="84" y="88"/>
                    <a:pt x="85" y="89"/>
                  </a:cubicBezTo>
                  <a:cubicBezTo>
                    <a:pt x="94" y="91"/>
                    <a:pt x="100" y="99"/>
                    <a:pt x="99" y="108"/>
                  </a:cubicBezTo>
                  <a:cubicBezTo>
                    <a:pt x="99" y="109"/>
                    <a:pt x="99" y="110"/>
                    <a:pt x="99" y="110"/>
                  </a:cubicBezTo>
                  <a:cubicBezTo>
                    <a:pt x="96" y="124"/>
                    <a:pt x="96" y="124"/>
                    <a:pt x="96" y="124"/>
                  </a:cubicBezTo>
                  <a:cubicBezTo>
                    <a:pt x="114" y="137"/>
                    <a:pt x="114" y="137"/>
                    <a:pt x="114" y="137"/>
                  </a:cubicBezTo>
                  <a:cubicBezTo>
                    <a:pt x="117" y="137"/>
                    <a:pt x="120" y="135"/>
                    <a:pt x="123" y="132"/>
                  </a:cubicBezTo>
                  <a:cubicBezTo>
                    <a:pt x="124" y="130"/>
                    <a:pt x="125" y="127"/>
                    <a:pt x="124" y="124"/>
                  </a:cubicBezTo>
                  <a:cubicBezTo>
                    <a:pt x="108" y="112"/>
                    <a:pt x="108" y="112"/>
                    <a:pt x="108" y="112"/>
                  </a:cubicBezTo>
                  <a:cubicBezTo>
                    <a:pt x="107" y="111"/>
                    <a:pt x="107" y="110"/>
                    <a:pt x="107" y="109"/>
                  </a:cubicBezTo>
                  <a:cubicBezTo>
                    <a:pt x="108" y="108"/>
                    <a:pt x="109" y="108"/>
                    <a:pt x="110" y="109"/>
                  </a:cubicBezTo>
                  <a:cubicBezTo>
                    <a:pt x="136" y="127"/>
                    <a:pt x="136" y="127"/>
                    <a:pt x="136" y="127"/>
                  </a:cubicBezTo>
                  <a:cubicBezTo>
                    <a:pt x="140" y="127"/>
                    <a:pt x="143" y="126"/>
                    <a:pt x="145" y="123"/>
                  </a:cubicBezTo>
                  <a:cubicBezTo>
                    <a:pt x="147" y="120"/>
                    <a:pt x="147" y="117"/>
                    <a:pt x="147" y="114"/>
                  </a:cubicBezTo>
                  <a:cubicBezTo>
                    <a:pt x="117" y="93"/>
                    <a:pt x="117" y="93"/>
                    <a:pt x="117" y="93"/>
                  </a:cubicBezTo>
                  <a:cubicBezTo>
                    <a:pt x="116" y="92"/>
                    <a:pt x="116" y="91"/>
                    <a:pt x="117" y="90"/>
                  </a:cubicBezTo>
                  <a:cubicBezTo>
                    <a:pt x="117" y="89"/>
                    <a:pt x="119" y="89"/>
                    <a:pt x="120" y="89"/>
                  </a:cubicBezTo>
                  <a:cubicBezTo>
                    <a:pt x="156" y="116"/>
                    <a:pt x="156" y="116"/>
                    <a:pt x="156" y="116"/>
                  </a:cubicBezTo>
                  <a:cubicBezTo>
                    <a:pt x="159" y="116"/>
                    <a:pt x="163" y="114"/>
                    <a:pt x="165" y="111"/>
                  </a:cubicBezTo>
                  <a:cubicBezTo>
                    <a:pt x="167" y="108"/>
                    <a:pt x="167" y="105"/>
                    <a:pt x="167" y="102"/>
                  </a:cubicBezTo>
                  <a:cubicBezTo>
                    <a:pt x="137" y="81"/>
                    <a:pt x="137" y="81"/>
                    <a:pt x="137" y="81"/>
                  </a:cubicBezTo>
                  <a:cubicBezTo>
                    <a:pt x="136" y="80"/>
                    <a:pt x="136" y="79"/>
                    <a:pt x="136" y="78"/>
                  </a:cubicBezTo>
                  <a:cubicBezTo>
                    <a:pt x="137" y="77"/>
                    <a:pt x="138" y="76"/>
                    <a:pt x="139" y="77"/>
                  </a:cubicBezTo>
                  <a:cubicBezTo>
                    <a:pt x="176" y="104"/>
                    <a:pt x="176" y="104"/>
                    <a:pt x="176" y="104"/>
                  </a:cubicBezTo>
                  <a:cubicBezTo>
                    <a:pt x="180" y="104"/>
                    <a:pt x="183" y="102"/>
                    <a:pt x="185" y="99"/>
                  </a:cubicBezTo>
                  <a:cubicBezTo>
                    <a:pt x="188" y="94"/>
                    <a:pt x="187" y="87"/>
                    <a:pt x="183" y="84"/>
                  </a:cubicBezTo>
                  <a:close/>
                </a:path>
              </a:pathLst>
            </a:custGeom>
            <a:grpFill/>
            <a:ln>
              <a:noFill/>
            </a:ln>
          </p:spPr>
          <p:txBody>
            <a:bodyPr vert="horz" wrap="square" lIns="91440" tIns="45720" rIns="91440" bIns="45720" numCol="1" anchor="t" anchorCtr="0" compatLnSpc="1">
              <a:prstTxWarp prst="textNoShape">
                <a:avLst/>
              </a:prstTxWarp>
            </a:bodyPr>
            <a:lstStyle/>
            <a:p>
              <a:pPr defTabSz="914363"/>
              <a:endParaRPr lang="en-US" sz="1600" dirty="0">
                <a:solidFill>
                  <a:srgbClr val="292929"/>
                </a:solidFill>
              </a:endParaRPr>
            </a:p>
          </p:txBody>
        </p:sp>
        <p:sp>
          <p:nvSpPr>
            <p:cNvPr id="12" name="Freeform 27"/>
            <p:cNvSpPr>
              <a:spLocks/>
            </p:cNvSpPr>
            <p:nvPr/>
          </p:nvSpPr>
          <p:spPr bwMode="black">
            <a:xfrm>
              <a:off x="10615612" y="4179358"/>
              <a:ext cx="657225" cy="376238"/>
            </a:xfrm>
            <a:custGeom>
              <a:avLst/>
              <a:gdLst>
                <a:gd name="T0" fmla="*/ 127 w 175"/>
                <a:gd name="T1" fmla="*/ 31 h 100"/>
                <a:gd name="T2" fmla="*/ 119 w 175"/>
                <a:gd name="T3" fmla="*/ 28 h 100"/>
                <a:gd name="T4" fmla="*/ 62 w 175"/>
                <a:gd name="T5" fmla="*/ 2 h 100"/>
                <a:gd name="T6" fmla="*/ 49 w 175"/>
                <a:gd name="T7" fmla="*/ 3 h 100"/>
                <a:gd name="T8" fmla="*/ 26 w 175"/>
                <a:gd name="T9" fmla="*/ 16 h 100"/>
                <a:gd name="T10" fmla="*/ 9 w 175"/>
                <a:gd name="T11" fmla="*/ 25 h 100"/>
                <a:gd name="T12" fmla="*/ 4 w 175"/>
                <a:gd name="T13" fmla="*/ 45 h 100"/>
                <a:gd name="T14" fmla="*/ 15 w 175"/>
                <a:gd name="T15" fmla="*/ 52 h 100"/>
                <a:gd name="T16" fmla="*/ 23 w 175"/>
                <a:gd name="T17" fmla="*/ 50 h 100"/>
                <a:gd name="T18" fmla="*/ 23 w 175"/>
                <a:gd name="T19" fmla="*/ 50 h 100"/>
                <a:gd name="T20" fmla="*/ 57 w 175"/>
                <a:gd name="T21" fmla="*/ 32 h 100"/>
                <a:gd name="T22" fmla="*/ 79 w 175"/>
                <a:gd name="T23" fmla="*/ 42 h 100"/>
                <a:gd name="T24" fmla="*/ 109 w 175"/>
                <a:gd name="T25" fmla="*/ 64 h 100"/>
                <a:gd name="T26" fmla="*/ 158 w 175"/>
                <a:gd name="T27" fmla="*/ 99 h 100"/>
                <a:gd name="T28" fmla="*/ 159 w 175"/>
                <a:gd name="T29" fmla="*/ 100 h 100"/>
                <a:gd name="T30" fmla="*/ 173 w 175"/>
                <a:gd name="T31" fmla="*/ 97 h 100"/>
                <a:gd name="T32" fmla="*/ 154 w 175"/>
                <a:gd name="T33" fmla="*/ 29 h 100"/>
                <a:gd name="T34" fmla="*/ 127 w 175"/>
                <a:gd name="T35" fmla="*/ 31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75" h="100">
                  <a:moveTo>
                    <a:pt x="127" y="31"/>
                  </a:moveTo>
                  <a:cubicBezTo>
                    <a:pt x="125" y="31"/>
                    <a:pt x="122" y="30"/>
                    <a:pt x="119" y="28"/>
                  </a:cubicBezTo>
                  <a:cubicBezTo>
                    <a:pt x="62" y="2"/>
                    <a:pt x="62" y="2"/>
                    <a:pt x="62" y="2"/>
                  </a:cubicBezTo>
                  <a:cubicBezTo>
                    <a:pt x="58" y="0"/>
                    <a:pt x="53" y="1"/>
                    <a:pt x="49" y="3"/>
                  </a:cubicBezTo>
                  <a:cubicBezTo>
                    <a:pt x="26" y="16"/>
                    <a:pt x="26" y="16"/>
                    <a:pt x="26" y="16"/>
                  </a:cubicBezTo>
                  <a:cubicBezTo>
                    <a:pt x="9" y="25"/>
                    <a:pt x="9" y="25"/>
                    <a:pt x="9" y="25"/>
                  </a:cubicBezTo>
                  <a:cubicBezTo>
                    <a:pt x="2" y="29"/>
                    <a:pt x="0" y="38"/>
                    <a:pt x="4" y="45"/>
                  </a:cubicBezTo>
                  <a:cubicBezTo>
                    <a:pt x="6" y="49"/>
                    <a:pt x="10" y="52"/>
                    <a:pt x="15" y="52"/>
                  </a:cubicBezTo>
                  <a:cubicBezTo>
                    <a:pt x="18" y="52"/>
                    <a:pt x="21" y="52"/>
                    <a:pt x="23" y="50"/>
                  </a:cubicBezTo>
                  <a:cubicBezTo>
                    <a:pt x="23" y="50"/>
                    <a:pt x="23" y="50"/>
                    <a:pt x="23" y="50"/>
                  </a:cubicBezTo>
                  <a:cubicBezTo>
                    <a:pt x="57" y="32"/>
                    <a:pt x="57" y="32"/>
                    <a:pt x="57" y="32"/>
                  </a:cubicBezTo>
                  <a:cubicBezTo>
                    <a:pt x="79" y="42"/>
                    <a:pt x="79" y="42"/>
                    <a:pt x="79" y="42"/>
                  </a:cubicBezTo>
                  <a:cubicBezTo>
                    <a:pt x="109" y="64"/>
                    <a:pt x="109" y="64"/>
                    <a:pt x="109" y="64"/>
                  </a:cubicBezTo>
                  <a:cubicBezTo>
                    <a:pt x="158" y="99"/>
                    <a:pt x="158" y="99"/>
                    <a:pt x="158" y="99"/>
                  </a:cubicBezTo>
                  <a:cubicBezTo>
                    <a:pt x="158" y="99"/>
                    <a:pt x="159" y="100"/>
                    <a:pt x="159" y="100"/>
                  </a:cubicBezTo>
                  <a:cubicBezTo>
                    <a:pt x="173" y="97"/>
                    <a:pt x="173" y="97"/>
                    <a:pt x="173" y="97"/>
                  </a:cubicBezTo>
                  <a:cubicBezTo>
                    <a:pt x="175" y="51"/>
                    <a:pt x="154" y="29"/>
                    <a:pt x="154" y="29"/>
                  </a:cubicBezTo>
                  <a:cubicBezTo>
                    <a:pt x="154" y="29"/>
                    <a:pt x="133" y="33"/>
                    <a:pt x="127" y="31"/>
                  </a:cubicBezTo>
                  <a:close/>
                </a:path>
              </a:pathLst>
            </a:custGeom>
            <a:grpFill/>
            <a:ln>
              <a:noFill/>
            </a:ln>
          </p:spPr>
          <p:txBody>
            <a:bodyPr vert="horz" wrap="square" lIns="91440" tIns="45720" rIns="91440" bIns="45720" numCol="1" anchor="t" anchorCtr="0" compatLnSpc="1">
              <a:prstTxWarp prst="textNoShape">
                <a:avLst/>
              </a:prstTxWarp>
            </a:bodyPr>
            <a:lstStyle/>
            <a:p>
              <a:pPr defTabSz="914363"/>
              <a:endParaRPr lang="en-US" sz="1600" dirty="0">
                <a:solidFill>
                  <a:srgbClr val="292929"/>
                </a:solidFill>
              </a:endParaRPr>
            </a:p>
          </p:txBody>
        </p:sp>
        <p:sp>
          <p:nvSpPr>
            <p:cNvPr id="14" name="Freeform 28"/>
            <p:cNvSpPr>
              <a:spLocks/>
            </p:cNvSpPr>
            <p:nvPr/>
          </p:nvSpPr>
          <p:spPr bwMode="black">
            <a:xfrm>
              <a:off x="10536237" y="4544483"/>
              <a:ext cx="319088" cy="220663"/>
            </a:xfrm>
            <a:custGeom>
              <a:avLst/>
              <a:gdLst>
                <a:gd name="T0" fmla="*/ 76 w 85"/>
                <a:gd name="T1" fmla="*/ 20 h 59"/>
                <a:gd name="T2" fmla="*/ 64 w 85"/>
                <a:gd name="T3" fmla="*/ 25 h 59"/>
                <a:gd name="T4" fmla="*/ 65 w 85"/>
                <a:gd name="T5" fmla="*/ 18 h 59"/>
                <a:gd name="T6" fmla="*/ 57 w 85"/>
                <a:gd name="T7" fmla="*/ 5 h 59"/>
                <a:gd name="T8" fmla="*/ 44 w 85"/>
                <a:gd name="T9" fmla="*/ 13 h 59"/>
                <a:gd name="T10" fmla="*/ 44 w 85"/>
                <a:gd name="T11" fmla="*/ 14 h 59"/>
                <a:gd name="T12" fmla="*/ 35 w 85"/>
                <a:gd name="T13" fmla="*/ 3 h 59"/>
                <a:gd name="T14" fmla="*/ 23 w 85"/>
                <a:gd name="T15" fmla="*/ 10 h 59"/>
                <a:gd name="T16" fmla="*/ 23 w 85"/>
                <a:gd name="T17" fmla="*/ 10 h 59"/>
                <a:gd name="T18" fmla="*/ 10 w 85"/>
                <a:gd name="T19" fmla="*/ 1 h 59"/>
                <a:gd name="T20" fmla="*/ 1 w 85"/>
                <a:gd name="T21" fmla="*/ 14 h 59"/>
                <a:gd name="T22" fmla="*/ 4 w 85"/>
                <a:gd name="T23" fmla="*/ 28 h 59"/>
                <a:gd name="T24" fmla="*/ 14 w 85"/>
                <a:gd name="T25" fmla="*/ 36 h 59"/>
                <a:gd name="T26" fmla="*/ 17 w 85"/>
                <a:gd name="T27" fmla="*/ 36 h 59"/>
                <a:gd name="T28" fmla="*/ 19 w 85"/>
                <a:gd name="T29" fmla="*/ 35 h 59"/>
                <a:gd name="T30" fmla="*/ 27 w 85"/>
                <a:gd name="T31" fmla="*/ 43 h 59"/>
                <a:gd name="T32" fmla="*/ 28 w 85"/>
                <a:gd name="T33" fmla="*/ 43 h 59"/>
                <a:gd name="T34" fmla="*/ 39 w 85"/>
                <a:gd name="T35" fmla="*/ 38 h 59"/>
                <a:gd name="T36" fmla="*/ 38 w 85"/>
                <a:gd name="T37" fmla="*/ 39 h 59"/>
                <a:gd name="T38" fmla="*/ 47 w 85"/>
                <a:gd name="T39" fmla="*/ 52 h 59"/>
                <a:gd name="T40" fmla="*/ 48 w 85"/>
                <a:gd name="T41" fmla="*/ 52 h 59"/>
                <a:gd name="T42" fmla="*/ 58 w 85"/>
                <a:gd name="T43" fmla="*/ 47 h 59"/>
                <a:gd name="T44" fmla="*/ 67 w 85"/>
                <a:gd name="T45" fmla="*/ 59 h 59"/>
                <a:gd name="T46" fmla="*/ 68 w 85"/>
                <a:gd name="T47" fmla="*/ 59 h 59"/>
                <a:gd name="T48" fmla="*/ 80 w 85"/>
                <a:gd name="T49" fmla="*/ 50 h 59"/>
                <a:gd name="T50" fmla="*/ 84 w 85"/>
                <a:gd name="T51" fmla="*/ 33 h 59"/>
                <a:gd name="T52" fmla="*/ 76 w 85"/>
                <a:gd name="T53" fmla="*/ 20 h 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5" h="59">
                  <a:moveTo>
                    <a:pt x="76" y="20"/>
                  </a:moveTo>
                  <a:cubicBezTo>
                    <a:pt x="71" y="19"/>
                    <a:pt x="66" y="21"/>
                    <a:pt x="64" y="25"/>
                  </a:cubicBezTo>
                  <a:cubicBezTo>
                    <a:pt x="65" y="18"/>
                    <a:pt x="65" y="18"/>
                    <a:pt x="65" y="18"/>
                  </a:cubicBezTo>
                  <a:cubicBezTo>
                    <a:pt x="67" y="12"/>
                    <a:pt x="63" y="6"/>
                    <a:pt x="57" y="5"/>
                  </a:cubicBezTo>
                  <a:cubicBezTo>
                    <a:pt x="51" y="4"/>
                    <a:pt x="45" y="7"/>
                    <a:pt x="44" y="13"/>
                  </a:cubicBezTo>
                  <a:cubicBezTo>
                    <a:pt x="44" y="14"/>
                    <a:pt x="44" y="14"/>
                    <a:pt x="44" y="14"/>
                  </a:cubicBezTo>
                  <a:cubicBezTo>
                    <a:pt x="44" y="9"/>
                    <a:pt x="40" y="4"/>
                    <a:pt x="35" y="3"/>
                  </a:cubicBezTo>
                  <a:cubicBezTo>
                    <a:pt x="30" y="2"/>
                    <a:pt x="24" y="5"/>
                    <a:pt x="23" y="10"/>
                  </a:cubicBezTo>
                  <a:cubicBezTo>
                    <a:pt x="23" y="10"/>
                    <a:pt x="23" y="10"/>
                    <a:pt x="23" y="10"/>
                  </a:cubicBezTo>
                  <a:cubicBezTo>
                    <a:pt x="21" y="4"/>
                    <a:pt x="15" y="0"/>
                    <a:pt x="10" y="1"/>
                  </a:cubicBezTo>
                  <a:cubicBezTo>
                    <a:pt x="4" y="3"/>
                    <a:pt x="0" y="8"/>
                    <a:pt x="1" y="14"/>
                  </a:cubicBezTo>
                  <a:cubicBezTo>
                    <a:pt x="4" y="28"/>
                    <a:pt x="4" y="28"/>
                    <a:pt x="4" y="28"/>
                  </a:cubicBezTo>
                  <a:cubicBezTo>
                    <a:pt x="5" y="32"/>
                    <a:pt x="9" y="36"/>
                    <a:pt x="14" y="36"/>
                  </a:cubicBezTo>
                  <a:cubicBezTo>
                    <a:pt x="15" y="36"/>
                    <a:pt x="16" y="36"/>
                    <a:pt x="17" y="36"/>
                  </a:cubicBezTo>
                  <a:cubicBezTo>
                    <a:pt x="18" y="36"/>
                    <a:pt x="18" y="36"/>
                    <a:pt x="19" y="35"/>
                  </a:cubicBezTo>
                  <a:cubicBezTo>
                    <a:pt x="20" y="39"/>
                    <a:pt x="23" y="42"/>
                    <a:pt x="27" y="43"/>
                  </a:cubicBezTo>
                  <a:cubicBezTo>
                    <a:pt x="28" y="43"/>
                    <a:pt x="28" y="43"/>
                    <a:pt x="28" y="43"/>
                  </a:cubicBezTo>
                  <a:cubicBezTo>
                    <a:pt x="32" y="43"/>
                    <a:pt x="36" y="41"/>
                    <a:pt x="39" y="38"/>
                  </a:cubicBezTo>
                  <a:cubicBezTo>
                    <a:pt x="38" y="39"/>
                    <a:pt x="38" y="39"/>
                    <a:pt x="38" y="39"/>
                  </a:cubicBezTo>
                  <a:cubicBezTo>
                    <a:pt x="37" y="44"/>
                    <a:pt x="41" y="50"/>
                    <a:pt x="47" y="52"/>
                  </a:cubicBezTo>
                  <a:cubicBezTo>
                    <a:pt x="47" y="52"/>
                    <a:pt x="47" y="52"/>
                    <a:pt x="48" y="52"/>
                  </a:cubicBezTo>
                  <a:cubicBezTo>
                    <a:pt x="52" y="52"/>
                    <a:pt x="56" y="50"/>
                    <a:pt x="58" y="47"/>
                  </a:cubicBezTo>
                  <a:cubicBezTo>
                    <a:pt x="58" y="52"/>
                    <a:pt x="61" y="57"/>
                    <a:pt x="67" y="59"/>
                  </a:cubicBezTo>
                  <a:cubicBezTo>
                    <a:pt x="67" y="59"/>
                    <a:pt x="67" y="59"/>
                    <a:pt x="68" y="59"/>
                  </a:cubicBezTo>
                  <a:cubicBezTo>
                    <a:pt x="73" y="59"/>
                    <a:pt x="78" y="56"/>
                    <a:pt x="80" y="50"/>
                  </a:cubicBezTo>
                  <a:cubicBezTo>
                    <a:pt x="84" y="33"/>
                    <a:pt x="84" y="33"/>
                    <a:pt x="84" y="33"/>
                  </a:cubicBezTo>
                  <a:cubicBezTo>
                    <a:pt x="85" y="27"/>
                    <a:pt x="81" y="21"/>
                    <a:pt x="76" y="20"/>
                  </a:cubicBezTo>
                  <a:close/>
                </a:path>
              </a:pathLst>
            </a:custGeom>
            <a:grpFill/>
            <a:ln>
              <a:noFill/>
            </a:ln>
          </p:spPr>
          <p:txBody>
            <a:bodyPr vert="horz" wrap="square" lIns="91440" tIns="45720" rIns="91440" bIns="45720" numCol="1" anchor="t" anchorCtr="0" compatLnSpc="1">
              <a:prstTxWarp prst="textNoShape">
                <a:avLst/>
              </a:prstTxWarp>
            </a:bodyPr>
            <a:lstStyle/>
            <a:p>
              <a:pPr defTabSz="914363"/>
              <a:endParaRPr lang="en-US" sz="1600" dirty="0">
                <a:solidFill>
                  <a:srgbClr val="292929"/>
                </a:solidFill>
              </a:endParaRPr>
            </a:p>
          </p:txBody>
        </p:sp>
        <p:sp>
          <p:nvSpPr>
            <p:cNvPr id="15" name="Freeform 29"/>
            <p:cNvSpPr>
              <a:spLocks/>
            </p:cNvSpPr>
            <p:nvPr/>
          </p:nvSpPr>
          <p:spPr bwMode="black">
            <a:xfrm>
              <a:off x="11207750" y="4239683"/>
              <a:ext cx="153988" cy="319088"/>
            </a:xfrm>
            <a:custGeom>
              <a:avLst/>
              <a:gdLst>
                <a:gd name="T0" fmla="*/ 41 w 41"/>
                <a:gd name="T1" fmla="*/ 77 h 85"/>
                <a:gd name="T2" fmla="*/ 33 w 41"/>
                <a:gd name="T3" fmla="*/ 7 h 85"/>
                <a:gd name="T4" fmla="*/ 24 w 41"/>
                <a:gd name="T5" fmla="*/ 1 h 85"/>
                <a:gd name="T6" fmla="*/ 0 w 41"/>
                <a:gd name="T7" fmla="*/ 7 h 85"/>
                <a:gd name="T8" fmla="*/ 22 w 41"/>
                <a:gd name="T9" fmla="*/ 85 h 85"/>
                <a:gd name="T10" fmla="*/ 33 w 41"/>
                <a:gd name="T11" fmla="*/ 85 h 85"/>
                <a:gd name="T12" fmla="*/ 41 w 41"/>
                <a:gd name="T13" fmla="*/ 77 h 85"/>
              </a:gdLst>
              <a:ahLst/>
              <a:cxnLst>
                <a:cxn ang="0">
                  <a:pos x="T0" y="T1"/>
                </a:cxn>
                <a:cxn ang="0">
                  <a:pos x="T2" y="T3"/>
                </a:cxn>
                <a:cxn ang="0">
                  <a:pos x="T4" y="T5"/>
                </a:cxn>
                <a:cxn ang="0">
                  <a:pos x="T6" y="T7"/>
                </a:cxn>
                <a:cxn ang="0">
                  <a:pos x="T8" y="T9"/>
                </a:cxn>
                <a:cxn ang="0">
                  <a:pos x="T10" y="T11"/>
                </a:cxn>
                <a:cxn ang="0">
                  <a:pos x="T12" y="T13"/>
                </a:cxn>
              </a:cxnLst>
              <a:rect l="0" t="0" r="r" b="b"/>
              <a:pathLst>
                <a:path w="41" h="85">
                  <a:moveTo>
                    <a:pt x="41" y="77"/>
                  </a:moveTo>
                  <a:cubicBezTo>
                    <a:pt x="33" y="7"/>
                    <a:pt x="33" y="7"/>
                    <a:pt x="33" y="7"/>
                  </a:cubicBezTo>
                  <a:cubicBezTo>
                    <a:pt x="32" y="2"/>
                    <a:pt x="28" y="0"/>
                    <a:pt x="24" y="1"/>
                  </a:cubicBezTo>
                  <a:cubicBezTo>
                    <a:pt x="0" y="7"/>
                    <a:pt x="0" y="7"/>
                    <a:pt x="0" y="7"/>
                  </a:cubicBezTo>
                  <a:cubicBezTo>
                    <a:pt x="0" y="7"/>
                    <a:pt x="25" y="32"/>
                    <a:pt x="22" y="85"/>
                  </a:cubicBezTo>
                  <a:cubicBezTo>
                    <a:pt x="33" y="85"/>
                    <a:pt x="33" y="85"/>
                    <a:pt x="33" y="85"/>
                  </a:cubicBezTo>
                  <a:cubicBezTo>
                    <a:pt x="38" y="85"/>
                    <a:pt x="41" y="81"/>
                    <a:pt x="41" y="77"/>
                  </a:cubicBezTo>
                  <a:close/>
                </a:path>
              </a:pathLst>
            </a:custGeom>
            <a:grpFill/>
            <a:ln>
              <a:noFill/>
            </a:ln>
          </p:spPr>
          <p:txBody>
            <a:bodyPr vert="horz" wrap="square" lIns="91440" tIns="45720" rIns="91440" bIns="45720" numCol="1" anchor="t" anchorCtr="0" compatLnSpc="1">
              <a:prstTxWarp prst="textNoShape">
                <a:avLst/>
              </a:prstTxWarp>
            </a:bodyPr>
            <a:lstStyle/>
            <a:p>
              <a:pPr defTabSz="914363"/>
              <a:endParaRPr lang="en-US" sz="1600" dirty="0">
                <a:solidFill>
                  <a:srgbClr val="292929"/>
                </a:solidFill>
              </a:endParaRPr>
            </a:p>
          </p:txBody>
        </p:sp>
        <p:sp>
          <p:nvSpPr>
            <p:cNvPr id="16" name="Freeform 30"/>
            <p:cNvSpPr>
              <a:spLocks/>
            </p:cNvSpPr>
            <p:nvPr/>
          </p:nvSpPr>
          <p:spPr bwMode="black">
            <a:xfrm>
              <a:off x="10387012" y="4206346"/>
              <a:ext cx="176213" cy="352425"/>
            </a:xfrm>
            <a:custGeom>
              <a:avLst/>
              <a:gdLst>
                <a:gd name="T0" fmla="*/ 47 w 47"/>
                <a:gd name="T1" fmla="*/ 9 h 94"/>
                <a:gd name="T2" fmla="*/ 35 w 47"/>
                <a:gd name="T3" fmla="*/ 2 h 94"/>
                <a:gd name="T4" fmla="*/ 25 w 47"/>
                <a:gd name="T5" fmla="*/ 6 h 94"/>
                <a:gd name="T6" fmla="*/ 2 w 47"/>
                <a:gd name="T7" fmla="*/ 81 h 94"/>
                <a:gd name="T8" fmla="*/ 7 w 47"/>
                <a:gd name="T9" fmla="*/ 90 h 94"/>
                <a:gd name="T10" fmla="*/ 26 w 47"/>
                <a:gd name="T11" fmla="*/ 94 h 94"/>
                <a:gd name="T12" fmla="*/ 47 w 47"/>
                <a:gd name="T13" fmla="*/ 9 h 94"/>
              </a:gdLst>
              <a:ahLst/>
              <a:cxnLst>
                <a:cxn ang="0">
                  <a:pos x="T0" y="T1"/>
                </a:cxn>
                <a:cxn ang="0">
                  <a:pos x="T2" y="T3"/>
                </a:cxn>
                <a:cxn ang="0">
                  <a:pos x="T4" y="T5"/>
                </a:cxn>
                <a:cxn ang="0">
                  <a:pos x="T6" y="T7"/>
                </a:cxn>
                <a:cxn ang="0">
                  <a:pos x="T8" y="T9"/>
                </a:cxn>
                <a:cxn ang="0">
                  <a:pos x="T10" y="T11"/>
                </a:cxn>
                <a:cxn ang="0">
                  <a:pos x="T12" y="T13"/>
                </a:cxn>
              </a:cxnLst>
              <a:rect l="0" t="0" r="r" b="b"/>
              <a:pathLst>
                <a:path w="47" h="94">
                  <a:moveTo>
                    <a:pt x="47" y="9"/>
                  </a:moveTo>
                  <a:cubicBezTo>
                    <a:pt x="35" y="2"/>
                    <a:pt x="35" y="2"/>
                    <a:pt x="35" y="2"/>
                  </a:cubicBezTo>
                  <a:cubicBezTo>
                    <a:pt x="31" y="0"/>
                    <a:pt x="27" y="2"/>
                    <a:pt x="25" y="6"/>
                  </a:cubicBezTo>
                  <a:cubicBezTo>
                    <a:pt x="2" y="81"/>
                    <a:pt x="2" y="81"/>
                    <a:pt x="2" y="81"/>
                  </a:cubicBezTo>
                  <a:cubicBezTo>
                    <a:pt x="0" y="86"/>
                    <a:pt x="3" y="90"/>
                    <a:pt x="7" y="90"/>
                  </a:cubicBezTo>
                  <a:cubicBezTo>
                    <a:pt x="26" y="94"/>
                    <a:pt x="26" y="94"/>
                    <a:pt x="26" y="94"/>
                  </a:cubicBezTo>
                  <a:cubicBezTo>
                    <a:pt x="24" y="52"/>
                    <a:pt x="47" y="9"/>
                    <a:pt x="47" y="9"/>
                  </a:cubicBezTo>
                  <a:close/>
                </a:path>
              </a:pathLst>
            </a:custGeom>
            <a:grpFill/>
            <a:ln>
              <a:noFill/>
            </a:ln>
          </p:spPr>
          <p:txBody>
            <a:bodyPr vert="horz" wrap="square" lIns="91440" tIns="45720" rIns="91440" bIns="45720" numCol="1" anchor="t" anchorCtr="0" compatLnSpc="1">
              <a:prstTxWarp prst="textNoShape">
                <a:avLst/>
              </a:prstTxWarp>
            </a:bodyPr>
            <a:lstStyle/>
            <a:p>
              <a:pPr defTabSz="914363"/>
              <a:endParaRPr lang="en-US" sz="1600" dirty="0">
                <a:solidFill>
                  <a:srgbClr val="292929"/>
                </a:solidFill>
              </a:endParaRPr>
            </a:p>
          </p:txBody>
        </p:sp>
      </p:grpSp>
    </p:spTree>
    <p:extLst>
      <p:ext uri="{BB962C8B-B14F-4D97-AF65-F5344CB8AC3E}">
        <p14:creationId xmlns:p14="http://schemas.microsoft.com/office/powerpoint/2010/main" val="3356147134"/>
      </p:ext>
    </p:extLst>
  </p:cSld>
  <p:clrMapOvr>
    <a:masterClrMapping/>
  </p:clrMapOvr>
  <p:transition>
    <p:fade/>
  </p:transition>
  <p:timing>
    <p:tnLst>
      <p:par>
        <p:cTn id="1" dur="indefinite" restart="never" nodeType="tmRoot"/>
      </p:par>
    </p:tnLst>
  </p:timing>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4_Demo, Video etc. &quot;special&quot; slides">
    <p:bg>
      <p:bgPr>
        <a:solidFill>
          <a:srgbClr val="FFBE00">
            <a:alpha val="99000"/>
          </a:srgbClr>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889617" y="1447800"/>
            <a:ext cx="4206383" cy="1523494"/>
          </a:xfrm>
        </p:spPr>
        <p:txBody>
          <a:bodyPr anchor="ctr" anchorCtr="0">
            <a:noAutofit/>
          </a:bodyPr>
          <a:lstStyle>
            <a:lvl1pPr>
              <a:lnSpc>
                <a:spcPct val="90000"/>
              </a:lnSpc>
              <a:defRPr sz="4800" baseline="0">
                <a:solidFill>
                  <a:schemeClr val="bg1">
                    <a:alpha val="98000"/>
                  </a:schemeClr>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1889617" y="5630473"/>
            <a:ext cx="4206384" cy="461665"/>
          </a:xfrm>
        </p:spPr>
        <p:txBody>
          <a:bodyPr>
            <a:noAutofit/>
          </a:bodyPr>
          <a:lstStyle>
            <a:lvl1pPr marL="0" indent="0" algn="l" defTabSz="914363" rtl="0" eaLnBrk="1" latinLnBrk="0" hangingPunct="1">
              <a:lnSpc>
                <a:spcPct val="90000"/>
              </a:lnSpc>
              <a:spcBef>
                <a:spcPts val="0"/>
              </a:spcBef>
              <a:buSzPct val="80000"/>
              <a:buFont typeface="Arial" pitchFamily="34" charset="0"/>
              <a:buNone/>
              <a:defRPr lang="en-US" sz="2400" kern="1200" dirty="0">
                <a:solidFill>
                  <a:schemeClr val="bg1">
                    <a:alpha val="99000"/>
                  </a:schemeClr>
                </a:solidFill>
                <a:latin typeface="+mn-lt"/>
                <a:ea typeface="+mn-ea"/>
                <a:cs typeface="+mn-cs"/>
              </a:defRPr>
            </a:lvl1pPr>
            <a:lvl2pPr marL="457182" indent="0" algn="ctr">
              <a:buNone/>
              <a:defRPr>
                <a:solidFill>
                  <a:schemeClr val="tx1">
                    <a:tint val="75000"/>
                  </a:schemeClr>
                </a:solidFill>
              </a:defRPr>
            </a:lvl2pPr>
            <a:lvl3pPr marL="914363" indent="0" algn="ctr">
              <a:buNone/>
              <a:defRPr>
                <a:solidFill>
                  <a:schemeClr val="tx1">
                    <a:tint val="75000"/>
                  </a:schemeClr>
                </a:solidFill>
              </a:defRPr>
            </a:lvl3pPr>
            <a:lvl4pPr marL="1371545" indent="0" algn="ctr">
              <a:buNone/>
              <a:defRPr>
                <a:solidFill>
                  <a:schemeClr val="tx1">
                    <a:tint val="75000"/>
                  </a:schemeClr>
                </a:solidFill>
              </a:defRPr>
            </a:lvl4pPr>
            <a:lvl5pPr marL="1828727" indent="0" algn="ctr">
              <a:buNone/>
              <a:defRPr>
                <a:solidFill>
                  <a:schemeClr val="tx1">
                    <a:tint val="75000"/>
                  </a:schemeClr>
                </a:solidFill>
              </a:defRPr>
            </a:lvl5pPr>
            <a:lvl6pPr marL="2285909" indent="0" algn="ctr">
              <a:buNone/>
              <a:defRPr>
                <a:solidFill>
                  <a:schemeClr val="tx1">
                    <a:tint val="75000"/>
                  </a:schemeClr>
                </a:solidFill>
              </a:defRPr>
            </a:lvl6pPr>
            <a:lvl7pPr marL="2743090" indent="0" algn="ctr">
              <a:buNone/>
              <a:defRPr>
                <a:solidFill>
                  <a:schemeClr val="tx1">
                    <a:tint val="75000"/>
                  </a:schemeClr>
                </a:solidFill>
              </a:defRPr>
            </a:lvl7pPr>
            <a:lvl8pPr marL="3200272" indent="0" algn="ctr">
              <a:buNone/>
              <a:defRPr>
                <a:solidFill>
                  <a:schemeClr val="tx1">
                    <a:tint val="75000"/>
                  </a:schemeClr>
                </a:solidFill>
              </a:defRPr>
            </a:lvl8pPr>
            <a:lvl9pPr marL="3657454" indent="0" algn="ctr">
              <a:buNone/>
              <a:defRPr>
                <a:solidFill>
                  <a:schemeClr val="tx1">
                    <a:tint val="75000"/>
                  </a:schemeClr>
                </a:solidFill>
              </a:defRPr>
            </a:lvl9pPr>
          </a:lstStyle>
          <a:p>
            <a:r>
              <a:rPr lang="en-US" smtClean="0"/>
              <a:t>Click to edit Master subtitle style</a:t>
            </a:r>
            <a:endParaRPr lang="en-US" dirty="0"/>
          </a:p>
        </p:txBody>
      </p:sp>
      <p:sp>
        <p:nvSpPr>
          <p:cNvPr id="7" name="Text Placeholder 6"/>
          <p:cNvSpPr>
            <a:spLocks noGrp="1"/>
          </p:cNvSpPr>
          <p:nvPr>
            <p:ph type="body" sz="quarter" idx="10" hasCustomPrompt="1"/>
          </p:nvPr>
        </p:nvSpPr>
        <p:spPr>
          <a:xfrm>
            <a:off x="1889617" y="4160520"/>
            <a:ext cx="8874849" cy="1274538"/>
          </a:xfrm>
        </p:spPr>
        <p:txBody>
          <a:bodyPr anchor="t" anchorCtr="0">
            <a:noAutofit/>
            <a:scene3d>
              <a:camera prst="orthographicFront"/>
              <a:lightRig rig="flat" dir="t"/>
            </a:scene3d>
            <a:sp3d>
              <a:contourClr>
                <a:schemeClr val="bg2"/>
              </a:contourClr>
            </a:sp3d>
          </a:bodyPr>
          <a:lstStyle>
            <a:lvl1pPr marL="0" indent="0" algn="l">
              <a:buFont typeface="Arial" pitchFamily="34" charset="0"/>
              <a:buNone/>
              <a:defRPr kumimoji="0" lang="en-US" sz="6600" b="0" i="0" u="none" strike="noStrike" kern="1200" cap="none" spc="-642" normalizeH="0" baseline="0" noProof="0" dirty="0" smtClean="0">
                <a:ln w="11430"/>
                <a:solidFill>
                  <a:srgbClr val="FFE497"/>
                </a:solidFill>
                <a:effectLst/>
                <a:uLnTx/>
                <a:uFillTx/>
                <a:latin typeface="Segoe UI Light" pitchFamily="34" charset="0"/>
                <a:ea typeface="+mn-ea"/>
                <a:cs typeface="+mn-cs"/>
              </a:defRPr>
            </a:lvl1pPr>
          </a:lstStyle>
          <a:p>
            <a:pPr lvl="0"/>
            <a:r>
              <a:rPr lang="en-US" dirty="0" smtClean="0"/>
              <a:t>click to…</a:t>
            </a:r>
          </a:p>
        </p:txBody>
      </p:sp>
      <p:sp>
        <p:nvSpPr>
          <p:cNvPr id="25" name="Freeform 64"/>
          <p:cNvSpPr>
            <a:spLocks noEditPoints="1"/>
          </p:cNvSpPr>
          <p:nvPr userDrawn="1"/>
        </p:nvSpPr>
        <p:spPr bwMode="black">
          <a:xfrm>
            <a:off x="7925673" y="1932604"/>
            <a:ext cx="3014117" cy="2314242"/>
          </a:xfrm>
          <a:custGeom>
            <a:avLst/>
            <a:gdLst>
              <a:gd name="T0" fmla="*/ 12 w 221"/>
              <a:gd name="T1" fmla="*/ 104 h 170"/>
              <a:gd name="T2" fmla="*/ 6 w 221"/>
              <a:gd name="T3" fmla="*/ 103 h 170"/>
              <a:gd name="T4" fmla="*/ 2 w 221"/>
              <a:gd name="T5" fmla="*/ 108 h 170"/>
              <a:gd name="T6" fmla="*/ 10 w 221"/>
              <a:gd name="T7" fmla="*/ 141 h 170"/>
              <a:gd name="T8" fmla="*/ 16 w 221"/>
              <a:gd name="T9" fmla="*/ 143 h 170"/>
              <a:gd name="T10" fmla="*/ 21 w 221"/>
              <a:gd name="T11" fmla="*/ 139 h 170"/>
              <a:gd name="T12" fmla="*/ 12 w 221"/>
              <a:gd name="T13" fmla="*/ 104 h 170"/>
              <a:gd name="T14" fmla="*/ 185 w 221"/>
              <a:gd name="T15" fmla="*/ 8 h 170"/>
              <a:gd name="T16" fmla="*/ 219 w 221"/>
              <a:gd name="T17" fmla="*/ 136 h 170"/>
              <a:gd name="T18" fmla="*/ 209 w 221"/>
              <a:gd name="T19" fmla="*/ 139 h 170"/>
              <a:gd name="T20" fmla="*/ 175 w 221"/>
              <a:gd name="T21" fmla="*/ 10 h 170"/>
              <a:gd name="T22" fmla="*/ 185 w 221"/>
              <a:gd name="T23" fmla="*/ 8 h 170"/>
              <a:gd name="T24" fmla="*/ 104 w 221"/>
              <a:gd name="T25" fmla="*/ 170 h 170"/>
              <a:gd name="T26" fmla="*/ 85 w 221"/>
              <a:gd name="T27" fmla="*/ 170 h 170"/>
              <a:gd name="T28" fmla="*/ 63 w 221"/>
              <a:gd name="T29" fmla="*/ 143 h 170"/>
              <a:gd name="T30" fmla="*/ 73 w 221"/>
              <a:gd name="T31" fmla="*/ 143 h 170"/>
              <a:gd name="T32" fmla="*/ 85 w 221"/>
              <a:gd name="T33" fmla="*/ 157 h 170"/>
              <a:gd name="T34" fmla="*/ 104 w 221"/>
              <a:gd name="T35" fmla="*/ 157 h 170"/>
              <a:gd name="T36" fmla="*/ 116 w 221"/>
              <a:gd name="T37" fmla="*/ 143 h 170"/>
              <a:gd name="T38" fmla="*/ 128 w 221"/>
              <a:gd name="T39" fmla="*/ 143 h 170"/>
              <a:gd name="T40" fmla="*/ 104 w 221"/>
              <a:gd name="T41" fmla="*/ 170 h 170"/>
              <a:gd name="T42" fmla="*/ 18 w 221"/>
              <a:gd name="T43" fmla="*/ 102 h 170"/>
              <a:gd name="T44" fmla="*/ 168 w 221"/>
              <a:gd name="T45" fmla="*/ 16 h 170"/>
              <a:gd name="T46" fmla="*/ 172 w 221"/>
              <a:gd name="T47" fmla="*/ 30 h 170"/>
              <a:gd name="T48" fmla="*/ 20 w 221"/>
              <a:gd name="T49" fmla="*/ 109 h 170"/>
              <a:gd name="T50" fmla="*/ 18 w 221"/>
              <a:gd name="T51" fmla="*/ 102 h 170"/>
              <a:gd name="T52" fmla="*/ 185 w 221"/>
              <a:gd name="T53" fmla="*/ 79 h 170"/>
              <a:gd name="T54" fmla="*/ 201 w 221"/>
              <a:gd name="T55" fmla="*/ 137 h 170"/>
              <a:gd name="T56" fmla="*/ 28 w 221"/>
              <a:gd name="T57" fmla="*/ 138 h 170"/>
              <a:gd name="T58" fmla="*/ 24 w 221"/>
              <a:gd name="T59" fmla="*/ 122 h 170"/>
              <a:gd name="T60" fmla="*/ 185 w 221"/>
              <a:gd name="T61" fmla="*/ 79 h 1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221" h="170">
                <a:moveTo>
                  <a:pt x="12" y="104"/>
                </a:moveTo>
                <a:cubicBezTo>
                  <a:pt x="6" y="103"/>
                  <a:pt x="6" y="103"/>
                  <a:pt x="6" y="103"/>
                </a:cubicBezTo>
                <a:cubicBezTo>
                  <a:pt x="3" y="103"/>
                  <a:pt x="0" y="104"/>
                  <a:pt x="2" y="108"/>
                </a:cubicBezTo>
                <a:cubicBezTo>
                  <a:pt x="10" y="141"/>
                  <a:pt x="10" y="141"/>
                  <a:pt x="10" y="141"/>
                </a:cubicBezTo>
                <a:cubicBezTo>
                  <a:pt x="12" y="145"/>
                  <a:pt x="14" y="144"/>
                  <a:pt x="16" y="143"/>
                </a:cubicBezTo>
                <a:cubicBezTo>
                  <a:pt x="21" y="139"/>
                  <a:pt x="21" y="139"/>
                  <a:pt x="21" y="139"/>
                </a:cubicBezTo>
                <a:cubicBezTo>
                  <a:pt x="12" y="104"/>
                  <a:pt x="12" y="104"/>
                  <a:pt x="12" y="104"/>
                </a:cubicBezTo>
                <a:close/>
                <a:moveTo>
                  <a:pt x="185" y="8"/>
                </a:moveTo>
                <a:cubicBezTo>
                  <a:pt x="219" y="136"/>
                  <a:pt x="219" y="136"/>
                  <a:pt x="219" y="136"/>
                </a:cubicBezTo>
                <a:cubicBezTo>
                  <a:pt x="221" y="143"/>
                  <a:pt x="211" y="146"/>
                  <a:pt x="209" y="139"/>
                </a:cubicBezTo>
                <a:cubicBezTo>
                  <a:pt x="175" y="10"/>
                  <a:pt x="175" y="10"/>
                  <a:pt x="175" y="10"/>
                </a:cubicBezTo>
                <a:cubicBezTo>
                  <a:pt x="173" y="3"/>
                  <a:pt x="183" y="0"/>
                  <a:pt x="185" y="8"/>
                </a:cubicBezTo>
                <a:close/>
                <a:moveTo>
                  <a:pt x="104" y="170"/>
                </a:moveTo>
                <a:cubicBezTo>
                  <a:pt x="85" y="170"/>
                  <a:pt x="85" y="170"/>
                  <a:pt x="85" y="170"/>
                </a:cubicBezTo>
                <a:cubicBezTo>
                  <a:pt x="69" y="170"/>
                  <a:pt x="62" y="156"/>
                  <a:pt x="63" y="143"/>
                </a:cubicBezTo>
                <a:cubicBezTo>
                  <a:pt x="73" y="143"/>
                  <a:pt x="73" y="143"/>
                  <a:pt x="73" y="143"/>
                </a:cubicBezTo>
                <a:cubicBezTo>
                  <a:pt x="73" y="150"/>
                  <a:pt x="77" y="157"/>
                  <a:pt x="85" y="157"/>
                </a:cubicBezTo>
                <a:cubicBezTo>
                  <a:pt x="104" y="157"/>
                  <a:pt x="104" y="157"/>
                  <a:pt x="104" y="157"/>
                </a:cubicBezTo>
                <a:cubicBezTo>
                  <a:pt x="112" y="157"/>
                  <a:pt x="116" y="150"/>
                  <a:pt x="116" y="143"/>
                </a:cubicBezTo>
                <a:cubicBezTo>
                  <a:pt x="128" y="143"/>
                  <a:pt x="128" y="143"/>
                  <a:pt x="128" y="143"/>
                </a:cubicBezTo>
                <a:cubicBezTo>
                  <a:pt x="128" y="156"/>
                  <a:pt x="120" y="170"/>
                  <a:pt x="104" y="170"/>
                </a:cubicBezTo>
                <a:close/>
                <a:moveTo>
                  <a:pt x="18" y="102"/>
                </a:moveTo>
                <a:cubicBezTo>
                  <a:pt x="168" y="16"/>
                  <a:pt x="168" y="16"/>
                  <a:pt x="168" y="16"/>
                </a:cubicBezTo>
                <a:cubicBezTo>
                  <a:pt x="172" y="30"/>
                  <a:pt x="172" y="30"/>
                  <a:pt x="172" y="30"/>
                </a:cubicBezTo>
                <a:cubicBezTo>
                  <a:pt x="20" y="109"/>
                  <a:pt x="20" y="109"/>
                  <a:pt x="20" y="109"/>
                </a:cubicBezTo>
                <a:cubicBezTo>
                  <a:pt x="18" y="102"/>
                  <a:pt x="18" y="102"/>
                  <a:pt x="18" y="102"/>
                </a:cubicBezTo>
                <a:close/>
                <a:moveTo>
                  <a:pt x="185" y="79"/>
                </a:moveTo>
                <a:cubicBezTo>
                  <a:pt x="201" y="137"/>
                  <a:pt x="201" y="137"/>
                  <a:pt x="201" y="137"/>
                </a:cubicBezTo>
                <a:cubicBezTo>
                  <a:pt x="28" y="138"/>
                  <a:pt x="28" y="138"/>
                  <a:pt x="28" y="138"/>
                </a:cubicBezTo>
                <a:cubicBezTo>
                  <a:pt x="24" y="122"/>
                  <a:pt x="24" y="122"/>
                  <a:pt x="24" y="122"/>
                </a:cubicBezTo>
                <a:cubicBezTo>
                  <a:pt x="185" y="79"/>
                  <a:pt x="185" y="79"/>
                  <a:pt x="185" y="79"/>
                </a:cubicBezTo>
                <a:close/>
              </a:path>
            </a:pathLst>
          </a:custGeom>
          <a:solidFill>
            <a:srgbClr val="FFFFFF"/>
          </a:solidFill>
          <a:ln>
            <a:noFill/>
          </a:ln>
        </p:spPr>
        <p:txBody>
          <a:bodyPr vert="horz" wrap="square" lIns="82305" tIns="41153" rIns="82305" bIns="41153" numCol="1" anchor="t" anchorCtr="0" compatLnSpc="1">
            <a:prstTxWarp prst="textNoShape">
              <a:avLst/>
            </a:prstTxWarp>
          </a:bodyPr>
          <a:lstStyle/>
          <a:p>
            <a:pPr defTabSz="914363"/>
            <a:endParaRPr lang="en-US" sz="1600" dirty="0">
              <a:solidFill>
                <a:srgbClr val="292929"/>
              </a:solidFill>
            </a:endParaRPr>
          </a:p>
        </p:txBody>
      </p:sp>
    </p:spTree>
    <p:extLst>
      <p:ext uri="{BB962C8B-B14F-4D97-AF65-F5344CB8AC3E}">
        <p14:creationId xmlns:p14="http://schemas.microsoft.com/office/powerpoint/2010/main" val="3117830756"/>
      </p:ext>
    </p:extLst>
  </p:cSld>
  <p:clrMapOvr>
    <a:masterClrMapping/>
  </p:clrMapOvr>
  <p:transition>
    <p:fade/>
  </p:transition>
  <p:timing>
    <p:tnLst>
      <p:par>
        <p:cTn id="1" dur="indefinite" restart="never" nodeType="tmRoot"/>
      </p:par>
    </p:tnLst>
  </p:timing>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5_Demo, Video etc. &quot;special&quot; slides">
    <p:bg>
      <p:bgPr>
        <a:solidFill>
          <a:schemeClr val="accent3">
            <a:alpha val="99000"/>
          </a:schemeClr>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889617" y="1447800"/>
            <a:ext cx="4206383" cy="1523494"/>
          </a:xfrm>
        </p:spPr>
        <p:txBody>
          <a:bodyPr anchor="ctr" anchorCtr="0">
            <a:noAutofit/>
          </a:bodyPr>
          <a:lstStyle>
            <a:lvl1pPr>
              <a:lnSpc>
                <a:spcPct val="90000"/>
              </a:lnSpc>
              <a:defRPr sz="4800" baseline="0">
                <a:solidFill>
                  <a:schemeClr val="bg1">
                    <a:alpha val="98000"/>
                  </a:schemeClr>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1889617" y="5630473"/>
            <a:ext cx="4206384" cy="461665"/>
          </a:xfrm>
        </p:spPr>
        <p:txBody>
          <a:bodyPr>
            <a:noAutofit/>
          </a:bodyPr>
          <a:lstStyle>
            <a:lvl1pPr marL="0" indent="0" algn="l" defTabSz="914363" rtl="0" eaLnBrk="1" latinLnBrk="0" hangingPunct="1">
              <a:lnSpc>
                <a:spcPct val="90000"/>
              </a:lnSpc>
              <a:spcBef>
                <a:spcPts val="0"/>
              </a:spcBef>
              <a:buSzPct val="80000"/>
              <a:buFont typeface="Arial" pitchFamily="34" charset="0"/>
              <a:buNone/>
              <a:defRPr lang="en-US" sz="2400" kern="1200" dirty="0">
                <a:solidFill>
                  <a:schemeClr val="bg1">
                    <a:alpha val="99000"/>
                  </a:schemeClr>
                </a:solidFill>
                <a:latin typeface="+mn-lt"/>
                <a:ea typeface="+mn-ea"/>
                <a:cs typeface="+mn-cs"/>
              </a:defRPr>
            </a:lvl1pPr>
            <a:lvl2pPr marL="457182" indent="0" algn="ctr">
              <a:buNone/>
              <a:defRPr>
                <a:solidFill>
                  <a:schemeClr val="tx1">
                    <a:tint val="75000"/>
                  </a:schemeClr>
                </a:solidFill>
              </a:defRPr>
            </a:lvl2pPr>
            <a:lvl3pPr marL="914363" indent="0" algn="ctr">
              <a:buNone/>
              <a:defRPr>
                <a:solidFill>
                  <a:schemeClr val="tx1">
                    <a:tint val="75000"/>
                  </a:schemeClr>
                </a:solidFill>
              </a:defRPr>
            </a:lvl3pPr>
            <a:lvl4pPr marL="1371545" indent="0" algn="ctr">
              <a:buNone/>
              <a:defRPr>
                <a:solidFill>
                  <a:schemeClr val="tx1">
                    <a:tint val="75000"/>
                  </a:schemeClr>
                </a:solidFill>
              </a:defRPr>
            </a:lvl4pPr>
            <a:lvl5pPr marL="1828727" indent="0" algn="ctr">
              <a:buNone/>
              <a:defRPr>
                <a:solidFill>
                  <a:schemeClr val="tx1">
                    <a:tint val="75000"/>
                  </a:schemeClr>
                </a:solidFill>
              </a:defRPr>
            </a:lvl5pPr>
            <a:lvl6pPr marL="2285909" indent="0" algn="ctr">
              <a:buNone/>
              <a:defRPr>
                <a:solidFill>
                  <a:schemeClr val="tx1">
                    <a:tint val="75000"/>
                  </a:schemeClr>
                </a:solidFill>
              </a:defRPr>
            </a:lvl6pPr>
            <a:lvl7pPr marL="2743090" indent="0" algn="ctr">
              <a:buNone/>
              <a:defRPr>
                <a:solidFill>
                  <a:schemeClr val="tx1">
                    <a:tint val="75000"/>
                  </a:schemeClr>
                </a:solidFill>
              </a:defRPr>
            </a:lvl7pPr>
            <a:lvl8pPr marL="3200272" indent="0" algn="ctr">
              <a:buNone/>
              <a:defRPr>
                <a:solidFill>
                  <a:schemeClr val="tx1">
                    <a:tint val="75000"/>
                  </a:schemeClr>
                </a:solidFill>
              </a:defRPr>
            </a:lvl8pPr>
            <a:lvl9pPr marL="3657454" indent="0" algn="ctr">
              <a:buNone/>
              <a:defRPr>
                <a:solidFill>
                  <a:schemeClr val="tx1">
                    <a:tint val="75000"/>
                  </a:schemeClr>
                </a:solidFill>
              </a:defRPr>
            </a:lvl9pPr>
          </a:lstStyle>
          <a:p>
            <a:r>
              <a:rPr lang="en-US" smtClean="0"/>
              <a:t>Click to edit Master subtitle style</a:t>
            </a:r>
            <a:endParaRPr lang="en-US" dirty="0"/>
          </a:p>
        </p:txBody>
      </p:sp>
      <p:sp>
        <p:nvSpPr>
          <p:cNvPr id="7" name="Text Placeholder 6"/>
          <p:cNvSpPr>
            <a:spLocks noGrp="1"/>
          </p:cNvSpPr>
          <p:nvPr>
            <p:ph type="body" sz="quarter" idx="10" hasCustomPrompt="1"/>
          </p:nvPr>
        </p:nvSpPr>
        <p:spPr>
          <a:xfrm>
            <a:off x="1889617" y="4160520"/>
            <a:ext cx="8874849" cy="1274538"/>
          </a:xfrm>
        </p:spPr>
        <p:txBody>
          <a:bodyPr anchor="t" anchorCtr="0">
            <a:noAutofit/>
            <a:scene3d>
              <a:camera prst="orthographicFront"/>
              <a:lightRig rig="flat" dir="t"/>
            </a:scene3d>
            <a:sp3d>
              <a:contourClr>
                <a:schemeClr val="bg2"/>
              </a:contourClr>
            </a:sp3d>
          </a:bodyPr>
          <a:lstStyle>
            <a:lvl1pPr marL="0" indent="0" algn="l">
              <a:buFont typeface="Arial" pitchFamily="34" charset="0"/>
              <a:buNone/>
              <a:defRPr kumimoji="0" lang="en-US" sz="6600" b="0" i="0" u="none" strike="noStrike" kern="1200" cap="none" spc="-642" normalizeH="0" baseline="0" noProof="0" dirty="0" smtClean="0">
                <a:ln w="11430"/>
                <a:solidFill>
                  <a:schemeClr val="accent3">
                    <a:lumMod val="40000"/>
                    <a:lumOff val="60000"/>
                    <a:alpha val="99000"/>
                  </a:schemeClr>
                </a:solidFill>
                <a:effectLst/>
                <a:uLnTx/>
                <a:uFillTx/>
                <a:latin typeface="Segoe UI Light" pitchFamily="34" charset="0"/>
                <a:ea typeface="+mn-ea"/>
                <a:cs typeface="+mn-cs"/>
              </a:defRPr>
            </a:lvl1pPr>
          </a:lstStyle>
          <a:p>
            <a:pPr lvl="0"/>
            <a:r>
              <a:rPr lang="en-US" dirty="0" smtClean="0"/>
              <a:t>click to…</a:t>
            </a:r>
          </a:p>
        </p:txBody>
      </p:sp>
      <p:grpSp>
        <p:nvGrpSpPr>
          <p:cNvPr id="9" name="Group 8"/>
          <p:cNvGrpSpPr/>
          <p:nvPr userDrawn="1"/>
        </p:nvGrpSpPr>
        <p:grpSpPr>
          <a:xfrm>
            <a:off x="8885072" y="1905000"/>
            <a:ext cx="1277929" cy="3245368"/>
            <a:chOff x="7558088" y="1685925"/>
            <a:chExt cx="1322387" cy="3359150"/>
          </a:xfrm>
          <a:solidFill>
            <a:schemeClr val="bg1"/>
          </a:solidFill>
        </p:grpSpPr>
        <p:sp>
          <p:nvSpPr>
            <p:cNvPr id="12" name="Oval 6"/>
            <p:cNvSpPr>
              <a:spLocks noChangeArrowheads="1"/>
            </p:cNvSpPr>
            <p:nvPr userDrawn="1"/>
          </p:nvSpPr>
          <p:spPr bwMode="auto">
            <a:xfrm>
              <a:off x="7943850" y="1685925"/>
              <a:ext cx="547687" cy="558800"/>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363"/>
              <a:endParaRPr lang="en-US" sz="1800" dirty="0">
                <a:solidFill>
                  <a:srgbClr val="292929"/>
                </a:solidFill>
              </a:endParaRPr>
            </a:p>
          </p:txBody>
        </p:sp>
        <p:sp>
          <p:nvSpPr>
            <p:cNvPr id="13" name="Freeform 12"/>
            <p:cNvSpPr>
              <a:spLocks/>
            </p:cNvSpPr>
            <p:nvPr userDrawn="1"/>
          </p:nvSpPr>
          <p:spPr bwMode="auto">
            <a:xfrm>
              <a:off x="7558088" y="2308225"/>
              <a:ext cx="1322387" cy="2736850"/>
            </a:xfrm>
            <a:custGeom>
              <a:avLst/>
              <a:gdLst>
                <a:gd name="T0" fmla="*/ 327 w 353"/>
                <a:gd name="T1" fmla="*/ 30 h 730"/>
                <a:gd name="T2" fmla="*/ 327 w 353"/>
                <a:gd name="T3" fmla="*/ 30 h 730"/>
                <a:gd name="T4" fmla="*/ 323 w 353"/>
                <a:gd name="T5" fmla="*/ 26 h 730"/>
                <a:gd name="T6" fmla="*/ 321 w 353"/>
                <a:gd name="T7" fmla="*/ 24 h 730"/>
                <a:gd name="T8" fmla="*/ 320 w 353"/>
                <a:gd name="T9" fmla="*/ 23 h 730"/>
                <a:gd name="T10" fmla="*/ 287 w 353"/>
                <a:gd name="T11" fmla="*/ 5 h 730"/>
                <a:gd name="T12" fmla="*/ 287 w 353"/>
                <a:gd name="T13" fmla="*/ 5 h 730"/>
                <a:gd name="T14" fmla="*/ 283 w 353"/>
                <a:gd name="T15" fmla="*/ 4 h 730"/>
                <a:gd name="T16" fmla="*/ 282 w 353"/>
                <a:gd name="T17" fmla="*/ 4 h 730"/>
                <a:gd name="T18" fmla="*/ 280 w 353"/>
                <a:gd name="T19" fmla="*/ 3 h 730"/>
                <a:gd name="T20" fmla="*/ 277 w 353"/>
                <a:gd name="T21" fmla="*/ 2 h 730"/>
                <a:gd name="T22" fmla="*/ 276 w 353"/>
                <a:gd name="T23" fmla="*/ 2 h 730"/>
                <a:gd name="T24" fmla="*/ 272 w 353"/>
                <a:gd name="T25" fmla="*/ 2 h 730"/>
                <a:gd name="T26" fmla="*/ 272 w 353"/>
                <a:gd name="T27" fmla="*/ 1 h 730"/>
                <a:gd name="T28" fmla="*/ 267 w 353"/>
                <a:gd name="T29" fmla="*/ 1 h 730"/>
                <a:gd name="T30" fmla="*/ 267 w 353"/>
                <a:gd name="T31" fmla="*/ 1 h 730"/>
                <a:gd name="T32" fmla="*/ 263 w 353"/>
                <a:gd name="T33" fmla="*/ 1 h 730"/>
                <a:gd name="T34" fmla="*/ 262 w 353"/>
                <a:gd name="T35" fmla="*/ 1 h 730"/>
                <a:gd name="T36" fmla="*/ 258 w 353"/>
                <a:gd name="T37" fmla="*/ 0 h 730"/>
                <a:gd name="T38" fmla="*/ 258 w 353"/>
                <a:gd name="T39" fmla="*/ 0 h 730"/>
                <a:gd name="T40" fmla="*/ 96 w 353"/>
                <a:gd name="T41" fmla="*/ 0 h 730"/>
                <a:gd name="T42" fmla="*/ 95 w 353"/>
                <a:gd name="T43" fmla="*/ 0 h 730"/>
                <a:gd name="T44" fmla="*/ 95 w 353"/>
                <a:gd name="T45" fmla="*/ 0 h 730"/>
                <a:gd name="T46" fmla="*/ 0 w 353"/>
                <a:gd name="T47" fmla="*/ 95 h 730"/>
                <a:gd name="T48" fmla="*/ 0 w 353"/>
                <a:gd name="T49" fmla="*/ 323 h 730"/>
                <a:gd name="T50" fmla="*/ 32 w 353"/>
                <a:gd name="T51" fmla="*/ 356 h 730"/>
                <a:gd name="T52" fmla="*/ 64 w 353"/>
                <a:gd name="T53" fmla="*/ 323 h 730"/>
                <a:gd name="T54" fmla="*/ 64 w 353"/>
                <a:gd name="T55" fmla="*/ 117 h 730"/>
                <a:gd name="T56" fmla="*/ 81 w 353"/>
                <a:gd name="T57" fmla="*/ 117 h 730"/>
                <a:gd name="T58" fmla="*/ 81 w 353"/>
                <a:gd name="T59" fmla="*/ 687 h 730"/>
                <a:gd name="T60" fmla="*/ 125 w 353"/>
                <a:gd name="T61" fmla="*/ 730 h 730"/>
                <a:gd name="T62" fmla="*/ 168 w 353"/>
                <a:gd name="T63" fmla="*/ 687 h 730"/>
                <a:gd name="T64" fmla="*/ 168 w 353"/>
                <a:gd name="T65" fmla="*/ 358 h 730"/>
                <a:gd name="T66" fmla="*/ 185 w 353"/>
                <a:gd name="T67" fmla="*/ 358 h 730"/>
                <a:gd name="T68" fmla="*/ 185 w 353"/>
                <a:gd name="T69" fmla="*/ 687 h 730"/>
                <a:gd name="T70" fmla="*/ 228 w 353"/>
                <a:gd name="T71" fmla="*/ 730 h 730"/>
                <a:gd name="T72" fmla="*/ 272 w 353"/>
                <a:gd name="T73" fmla="*/ 687 h 730"/>
                <a:gd name="T74" fmla="*/ 272 w 353"/>
                <a:gd name="T75" fmla="*/ 683 h 730"/>
                <a:gd name="T76" fmla="*/ 272 w 353"/>
                <a:gd name="T77" fmla="*/ 687 h 730"/>
                <a:gd name="T78" fmla="*/ 272 w 353"/>
                <a:gd name="T79" fmla="*/ 117 h 730"/>
                <a:gd name="T80" fmla="*/ 289 w 353"/>
                <a:gd name="T81" fmla="*/ 117 h 730"/>
                <a:gd name="T82" fmla="*/ 289 w 353"/>
                <a:gd name="T83" fmla="*/ 315 h 730"/>
                <a:gd name="T84" fmla="*/ 289 w 353"/>
                <a:gd name="T85" fmla="*/ 314 h 730"/>
                <a:gd name="T86" fmla="*/ 289 w 353"/>
                <a:gd name="T87" fmla="*/ 323 h 730"/>
                <a:gd name="T88" fmla="*/ 294 w 353"/>
                <a:gd name="T89" fmla="*/ 342 h 730"/>
                <a:gd name="T90" fmla="*/ 321 w 353"/>
                <a:gd name="T91" fmla="*/ 356 h 730"/>
                <a:gd name="T92" fmla="*/ 353 w 353"/>
                <a:gd name="T93" fmla="*/ 325 h 730"/>
                <a:gd name="T94" fmla="*/ 353 w 353"/>
                <a:gd name="T95" fmla="*/ 323 h 730"/>
                <a:gd name="T96" fmla="*/ 353 w 353"/>
                <a:gd name="T97" fmla="*/ 323 h 730"/>
                <a:gd name="T98" fmla="*/ 353 w 353"/>
                <a:gd name="T99" fmla="*/ 298 h 730"/>
                <a:gd name="T100" fmla="*/ 353 w 353"/>
                <a:gd name="T101" fmla="*/ 95 h 730"/>
                <a:gd name="T102" fmla="*/ 327 w 353"/>
                <a:gd name="T103" fmla="*/ 30 h 7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353" h="730">
                  <a:moveTo>
                    <a:pt x="327" y="30"/>
                  </a:moveTo>
                  <a:cubicBezTo>
                    <a:pt x="327" y="30"/>
                    <a:pt x="327" y="30"/>
                    <a:pt x="327" y="30"/>
                  </a:cubicBezTo>
                  <a:cubicBezTo>
                    <a:pt x="326" y="29"/>
                    <a:pt x="324" y="27"/>
                    <a:pt x="323" y="26"/>
                  </a:cubicBezTo>
                  <a:cubicBezTo>
                    <a:pt x="322" y="25"/>
                    <a:pt x="321" y="25"/>
                    <a:pt x="321" y="24"/>
                  </a:cubicBezTo>
                  <a:cubicBezTo>
                    <a:pt x="320" y="24"/>
                    <a:pt x="320" y="24"/>
                    <a:pt x="320" y="23"/>
                  </a:cubicBezTo>
                  <a:cubicBezTo>
                    <a:pt x="310" y="15"/>
                    <a:pt x="299" y="9"/>
                    <a:pt x="287" y="5"/>
                  </a:cubicBezTo>
                  <a:cubicBezTo>
                    <a:pt x="287" y="5"/>
                    <a:pt x="287" y="5"/>
                    <a:pt x="287" y="5"/>
                  </a:cubicBezTo>
                  <a:cubicBezTo>
                    <a:pt x="286" y="5"/>
                    <a:pt x="285" y="4"/>
                    <a:pt x="283" y="4"/>
                  </a:cubicBezTo>
                  <a:cubicBezTo>
                    <a:pt x="283" y="4"/>
                    <a:pt x="283" y="4"/>
                    <a:pt x="282" y="4"/>
                  </a:cubicBezTo>
                  <a:cubicBezTo>
                    <a:pt x="281" y="3"/>
                    <a:pt x="280" y="3"/>
                    <a:pt x="280" y="3"/>
                  </a:cubicBezTo>
                  <a:cubicBezTo>
                    <a:pt x="279" y="3"/>
                    <a:pt x="278" y="3"/>
                    <a:pt x="277" y="2"/>
                  </a:cubicBezTo>
                  <a:cubicBezTo>
                    <a:pt x="277" y="2"/>
                    <a:pt x="276" y="2"/>
                    <a:pt x="276" y="2"/>
                  </a:cubicBezTo>
                  <a:cubicBezTo>
                    <a:pt x="274" y="2"/>
                    <a:pt x="273" y="2"/>
                    <a:pt x="272" y="2"/>
                  </a:cubicBezTo>
                  <a:cubicBezTo>
                    <a:pt x="272" y="2"/>
                    <a:pt x="272" y="2"/>
                    <a:pt x="272" y="1"/>
                  </a:cubicBezTo>
                  <a:cubicBezTo>
                    <a:pt x="270" y="1"/>
                    <a:pt x="269" y="1"/>
                    <a:pt x="267" y="1"/>
                  </a:cubicBezTo>
                  <a:cubicBezTo>
                    <a:pt x="267" y="1"/>
                    <a:pt x="267" y="1"/>
                    <a:pt x="267" y="1"/>
                  </a:cubicBezTo>
                  <a:cubicBezTo>
                    <a:pt x="266" y="1"/>
                    <a:pt x="264" y="1"/>
                    <a:pt x="263" y="1"/>
                  </a:cubicBezTo>
                  <a:cubicBezTo>
                    <a:pt x="262" y="1"/>
                    <a:pt x="262" y="1"/>
                    <a:pt x="262" y="1"/>
                  </a:cubicBezTo>
                  <a:cubicBezTo>
                    <a:pt x="261" y="1"/>
                    <a:pt x="259" y="0"/>
                    <a:pt x="258" y="0"/>
                  </a:cubicBezTo>
                  <a:cubicBezTo>
                    <a:pt x="258" y="0"/>
                    <a:pt x="258" y="0"/>
                    <a:pt x="258" y="0"/>
                  </a:cubicBezTo>
                  <a:cubicBezTo>
                    <a:pt x="96" y="0"/>
                    <a:pt x="96" y="0"/>
                    <a:pt x="96" y="0"/>
                  </a:cubicBezTo>
                  <a:cubicBezTo>
                    <a:pt x="95" y="0"/>
                    <a:pt x="95" y="0"/>
                    <a:pt x="95" y="0"/>
                  </a:cubicBezTo>
                  <a:cubicBezTo>
                    <a:pt x="95" y="0"/>
                    <a:pt x="95" y="0"/>
                    <a:pt x="95" y="0"/>
                  </a:cubicBezTo>
                  <a:cubicBezTo>
                    <a:pt x="43" y="1"/>
                    <a:pt x="0" y="43"/>
                    <a:pt x="0" y="95"/>
                  </a:cubicBezTo>
                  <a:cubicBezTo>
                    <a:pt x="0" y="323"/>
                    <a:pt x="0" y="323"/>
                    <a:pt x="0" y="323"/>
                  </a:cubicBezTo>
                  <a:cubicBezTo>
                    <a:pt x="0" y="341"/>
                    <a:pt x="15" y="356"/>
                    <a:pt x="32" y="356"/>
                  </a:cubicBezTo>
                  <a:cubicBezTo>
                    <a:pt x="50" y="356"/>
                    <a:pt x="64" y="341"/>
                    <a:pt x="64" y="323"/>
                  </a:cubicBezTo>
                  <a:cubicBezTo>
                    <a:pt x="64" y="117"/>
                    <a:pt x="64" y="117"/>
                    <a:pt x="64" y="117"/>
                  </a:cubicBezTo>
                  <a:cubicBezTo>
                    <a:pt x="81" y="117"/>
                    <a:pt x="81" y="117"/>
                    <a:pt x="81" y="117"/>
                  </a:cubicBezTo>
                  <a:cubicBezTo>
                    <a:pt x="81" y="687"/>
                    <a:pt x="81" y="687"/>
                    <a:pt x="81" y="687"/>
                  </a:cubicBezTo>
                  <a:cubicBezTo>
                    <a:pt x="81" y="711"/>
                    <a:pt x="101" y="730"/>
                    <a:pt x="125" y="730"/>
                  </a:cubicBezTo>
                  <a:cubicBezTo>
                    <a:pt x="148" y="730"/>
                    <a:pt x="168" y="711"/>
                    <a:pt x="168" y="687"/>
                  </a:cubicBezTo>
                  <a:cubicBezTo>
                    <a:pt x="168" y="358"/>
                    <a:pt x="168" y="358"/>
                    <a:pt x="168" y="358"/>
                  </a:cubicBezTo>
                  <a:cubicBezTo>
                    <a:pt x="185" y="358"/>
                    <a:pt x="185" y="358"/>
                    <a:pt x="185" y="358"/>
                  </a:cubicBezTo>
                  <a:cubicBezTo>
                    <a:pt x="185" y="687"/>
                    <a:pt x="185" y="687"/>
                    <a:pt x="185" y="687"/>
                  </a:cubicBezTo>
                  <a:cubicBezTo>
                    <a:pt x="185" y="711"/>
                    <a:pt x="204" y="730"/>
                    <a:pt x="228" y="730"/>
                  </a:cubicBezTo>
                  <a:cubicBezTo>
                    <a:pt x="252" y="730"/>
                    <a:pt x="272" y="711"/>
                    <a:pt x="272" y="687"/>
                  </a:cubicBezTo>
                  <a:cubicBezTo>
                    <a:pt x="272" y="686"/>
                    <a:pt x="272" y="685"/>
                    <a:pt x="272" y="683"/>
                  </a:cubicBezTo>
                  <a:cubicBezTo>
                    <a:pt x="272" y="687"/>
                    <a:pt x="272" y="687"/>
                    <a:pt x="272" y="687"/>
                  </a:cubicBezTo>
                  <a:cubicBezTo>
                    <a:pt x="272" y="687"/>
                    <a:pt x="272" y="687"/>
                    <a:pt x="272" y="117"/>
                  </a:cubicBezTo>
                  <a:cubicBezTo>
                    <a:pt x="272" y="117"/>
                    <a:pt x="272" y="117"/>
                    <a:pt x="289" y="117"/>
                  </a:cubicBezTo>
                  <a:cubicBezTo>
                    <a:pt x="289" y="117"/>
                    <a:pt x="289" y="117"/>
                    <a:pt x="289" y="315"/>
                  </a:cubicBezTo>
                  <a:cubicBezTo>
                    <a:pt x="289" y="314"/>
                    <a:pt x="289" y="314"/>
                    <a:pt x="289" y="314"/>
                  </a:cubicBezTo>
                  <a:cubicBezTo>
                    <a:pt x="289" y="323"/>
                    <a:pt x="289" y="323"/>
                    <a:pt x="289" y="323"/>
                  </a:cubicBezTo>
                  <a:cubicBezTo>
                    <a:pt x="289" y="330"/>
                    <a:pt x="291" y="337"/>
                    <a:pt x="294" y="342"/>
                  </a:cubicBezTo>
                  <a:cubicBezTo>
                    <a:pt x="300" y="350"/>
                    <a:pt x="310" y="356"/>
                    <a:pt x="321" y="356"/>
                  </a:cubicBezTo>
                  <a:cubicBezTo>
                    <a:pt x="338" y="356"/>
                    <a:pt x="352" y="342"/>
                    <a:pt x="353" y="325"/>
                  </a:cubicBezTo>
                  <a:cubicBezTo>
                    <a:pt x="353" y="324"/>
                    <a:pt x="353" y="324"/>
                    <a:pt x="353" y="323"/>
                  </a:cubicBezTo>
                  <a:cubicBezTo>
                    <a:pt x="353" y="323"/>
                    <a:pt x="353" y="323"/>
                    <a:pt x="353" y="323"/>
                  </a:cubicBezTo>
                  <a:cubicBezTo>
                    <a:pt x="353" y="298"/>
                    <a:pt x="353" y="298"/>
                    <a:pt x="353" y="298"/>
                  </a:cubicBezTo>
                  <a:cubicBezTo>
                    <a:pt x="353" y="270"/>
                    <a:pt x="353" y="213"/>
                    <a:pt x="353" y="95"/>
                  </a:cubicBezTo>
                  <a:cubicBezTo>
                    <a:pt x="353" y="70"/>
                    <a:pt x="343" y="47"/>
                    <a:pt x="327" y="3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363"/>
              <a:endParaRPr lang="en-US" sz="1800" dirty="0">
                <a:solidFill>
                  <a:srgbClr val="292929"/>
                </a:solidFill>
              </a:endParaRPr>
            </a:p>
          </p:txBody>
        </p:sp>
      </p:grpSp>
    </p:spTree>
    <p:extLst>
      <p:ext uri="{BB962C8B-B14F-4D97-AF65-F5344CB8AC3E}">
        <p14:creationId xmlns:p14="http://schemas.microsoft.com/office/powerpoint/2010/main" val="3523539044"/>
      </p:ext>
    </p:extLst>
  </p:cSld>
  <p:clrMapOvr>
    <a:masterClrMapping/>
  </p:clrMapOvr>
  <p:transition>
    <p:fade/>
  </p:transition>
  <p:timing>
    <p:tnLst>
      <p:par>
        <p:cTn id="1" dur="indefinite" restart="never" nodeType="tmRoot"/>
      </p:par>
    </p:tnLst>
  </p:timing>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1_Section Divi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ext Placeholder 6"/>
          <p:cNvSpPr>
            <a:spLocks noGrp="1"/>
          </p:cNvSpPr>
          <p:nvPr>
            <p:ph type="body" sz="quarter" idx="10"/>
          </p:nvPr>
        </p:nvSpPr>
        <p:spPr>
          <a:xfrm>
            <a:off x="521344" y="3467676"/>
            <a:ext cx="10696186" cy="1378644"/>
          </a:xfrm>
        </p:spPr>
        <p:txBody>
          <a:bodyPr anchor="ctr" anchorCtr="0">
            <a:noAutofit/>
            <a:scene3d>
              <a:camera prst="orthographicFront"/>
              <a:lightRig rig="flat" dir="t"/>
            </a:scene3d>
            <a:sp3d>
              <a:contourClr>
                <a:schemeClr val="bg2"/>
              </a:contourClr>
            </a:sp3d>
          </a:bodyPr>
          <a:lstStyle>
            <a:lvl1pPr marL="0" indent="0" algn="l">
              <a:buFont typeface="Arial" pitchFamily="34" charset="0"/>
              <a:buNone/>
              <a:defRPr kumimoji="0" lang="en-US" sz="8800" b="0" i="0" u="none" strike="noStrike" kern="1200" cap="none" spc="-120" normalizeH="0" baseline="0" dirty="0" smtClean="0">
                <a:ln w="3175">
                  <a:noFill/>
                </a:ln>
                <a:solidFill>
                  <a:schemeClr val="bg1">
                    <a:alpha val="99000"/>
                  </a:schemeClr>
                </a:solidFill>
                <a:effectLst/>
                <a:uLnTx/>
                <a:uFillTx/>
                <a:latin typeface="Segoe UI Light"/>
                <a:ea typeface="+mn-ea"/>
                <a:cs typeface="Arial" charset="0"/>
              </a:defRPr>
            </a:lvl1pPr>
          </a:lstStyle>
          <a:p>
            <a:pPr lvl="0"/>
            <a:r>
              <a:rPr lang="en-US" smtClean="0"/>
              <a:t>Click to edit Master text styles</a:t>
            </a:r>
          </a:p>
        </p:txBody>
      </p:sp>
      <p:pic>
        <p:nvPicPr>
          <p:cNvPr id="8" name="Picture 7"/>
          <p:cNvPicPr>
            <a:picLocks noChangeAspect="1"/>
          </p:cNvPicPr>
          <p:nvPr userDrawn="1"/>
        </p:nvPicPr>
        <p:blipFill>
          <a:blip r:embed="rId3">
            <a:extLst>
              <a:ext uri="{BEBA8EAE-BF5A-486C-A8C5-ECC9F3942E4B}">
                <a14:imgProps xmlns:a14="http://schemas.microsoft.com/office/drawing/2010/main">
                  <a14:imgLayer r:embed="rId4">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9163951" y="6338048"/>
            <a:ext cx="2507214" cy="291353"/>
          </a:xfrm>
          <a:prstGeom prst="rect">
            <a:avLst/>
          </a:prstGeom>
        </p:spPr>
      </p:pic>
    </p:spTree>
    <p:extLst>
      <p:ext uri="{BB962C8B-B14F-4D97-AF65-F5344CB8AC3E}">
        <p14:creationId xmlns:p14="http://schemas.microsoft.com/office/powerpoint/2010/main" val="1299891226"/>
      </p:ext>
    </p:extLst>
  </p:cSld>
  <p:clrMapOvr>
    <a:masterClrMapping/>
  </p:clrMapOvr>
  <p:transition>
    <p:fade/>
  </p:transition>
  <p:timing>
    <p:tnLst>
      <p:par>
        <p:cTn id="1" dur="indefinite" restart="never" nodeType="tmRoot"/>
      </p:par>
    </p:tnLst>
  </p:timing>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Branding">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2" name="Picture 2"/>
          <p:cNvPicPr>
            <a:picLocks noChangeAspect="1" noChangeArrowheads="1"/>
          </p:cNvPicPr>
          <p:nvPr userDrawn="1"/>
        </p:nvPicPr>
        <p:blipFill>
          <a:blip r:embed="rId3">
            <a:extLst>
              <a:ext uri="{28A0092B-C50C-407E-A947-70E740481C1C}">
                <a14:useLocalDpi xmlns:a14="http://schemas.microsoft.com/office/drawing/2010/main" val="0"/>
              </a:ext>
            </a:extLst>
          </a:blip>
          <a:stretch>
            <a:fillRect/>
          </a:stretch>
        </p:blipFill>
        <p:spPr bwMode="black">
          <a:xfrm>
            <a:off x="4322299" y="3140274"/>
            <a:ext cx="3547400" cy="577452"/>
          </a:xfrm>
          <a:prstGeom prst="rect">
            <a:avLst/>
          </a:prstGeom>
          <a:noFill/>
          <a:ln>
            <a:noFill/>
          </a:ln>
        </p:spPr>
      </p:pic>
      <p:sp>
        <p:nvSpPr>
          <p:cNvPr id="3" name="Text Box 3"/>
          <p:cNvSpPr txBox="1">
            <a:spLocks noChangeArrowheads="1"/>
          </p:cNvSpPr>
          <p:nvPr userDrawn="1"/>
        </p:nvSpPr>
        <p:spPr bwMode="blackWhite">
          <a:xfrm>
            <a:off x="508001" y="6083573"/>
            <a:ext cx="11176000" cy="415484"/>
          </a:xfrm>
          <a:prstGeom prst="rect">
            <a:avLst/>
          </a:prstGeom>
          <a:noFill/>
          <a:ln w="12700">
            <a:noFill/>
            <a:miter lim="800000"/>
            <a:headEnd type="none" w="sm" len="sm"/>
            <a:tailEnd type="none" w="sm" len="sm"/>
          </a:ln>
          <a:effectLst/>
        </p:spPr>
        <p:txBody>
          <a:bodyPr vert="horz" wrap="square" lIns="91425" tIns="45713" rIns="91425" bIns="45713" numCol="1" anchor="t" anchorCtr="0" compatLnSpc="1">
            <a:prstTxWarp prst="textNoShape">
              <a:avLst/>
            </a:prstTxWarp>
            <a:spAutoFit/>
          </a:bodyPr>
          <a:lstStyle/>
          <a:p>
            <a:pPr algn="ctr" defTabSz="914099" eaLnBrk="0" hangingPunct="0"/>
            <a:r>
              <a:rPr lang="en-US" sz="700" dirty="0">
                <a:solidFill>
                  <a:srgbClr val="FFFFFF">
                    <a:alpha val="99000"/>
                  </a:srgbClr>
                </a:solidFill>
                <a:cs typeface="Arial" charset="0"/>
              </a:rPr>
              <a:t>© </a:t>
            </a:r>
            <a:r>
              <a:rPr lang="en-US" sz="700" dirty="0" smtClean="0">
                <a:solidFill>
                  <a:srgbClr val="FFFFFF">
                    <a:alpha val="99000"/>
                  </a:srgbClr>
                </a:solidFill>
                <a:cs typeface="Arial" charset="0"/>
              </a:rPr>
              <a:t>2011 Microsoft </a:t>
            </a:r>
            <a:r>
              <a:rPr lang="en-US" sz="700" dirty="0">
                <a:solidFill>
                  <a:srgbClr val="FFFFFF">
                    <a:alpha val="99000"/>
                  </a:srgbClr>
                </a:solidFill>
                <a:cs typeface="Arial" charset="0"/>
              </a:rPr>
              <a:t>Corporation. All rights reserved. Microsoft, Windows, Windows Vista and other product names are or may be registered trademarks and/or trademarks in the U.S. and/or other countries.</a:t>
            </a:r>
          </a:p>
          <a:p>
            <a:pPr algn="ctr" defTabSz="914099" eaLnBrk="0" hangingPunct="0"/>
            <a:r>
              <a:rPr lang="en-US" sz="700" dirty="0">
                <a:solidFill>
                  <a:srgbClr val="FFFFFF">
                    <a:alpha val="99000"/>
                  </a:srgbClr>
                </a:solidFill>
                <a:cs typeface="Arial" charset="0"/>
              </a:rPr>
              <a:t>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a:t>
            </a:r>
            <a:r>
              <a:rPr lang="en-US" sz="700" dirty="0" smtClean="0">
                <a:solidFill>
                  <a:srgbClr val="FFFFFF">
                    <a:alpha val="99000"/>
                  </a:srgbClr>
                </a:solidFill>
                <a:cs typeface="Arial" charset="0"/>
              </a:rPr>
              <a:t>MICROSOFT </a:t>
            </a:r>
            <a:r>
              <a:rPr lang="en-US" sz="700" dirty="0">
                <a:solidFill>
                  <a:srgbClr val="FFFFFF">
                    <a:alpha val="99000"/>
                  </a:srgbClr>
                </a:solidFill>
                <a:cs typeface="Arial" charset="0"/>
              </a:rPr>
              <a:t>MAKES NO WARRANTIES, EXPRESS, IMPLIED OR STATUTORY, AS TO THE INFORMATION IN THIS PRESENTATION.</a:t>
            </a:r>
          </a:p>
        </p:txBody>
      </p:sp>
    </p:spTree>
    <p:extLst>
      <p:ext uri="{BB962C8B-B14F-4D97-AF65-F5344CB8AC3E}">
        <p14:creationId xmlns:p14="http://schemas.microsoft.com/office/powerpoint/2010/main" val="1641948713"/>
      </p:ext>
    </p:extLst>
  </p:cSld>
  <p:clrMapOvr>
    <a:masterClrMapping/>
  </p:clrMapOvr>
  <p:transition>
    <p:fade/>
  </p:transition>
  <p:timing>
    <p:tnLst>
      <p:par>
        <p:cTn id="1" dur="indefinite" restart="never" nodeType="tmRoot"/>
      </p:par>
    </p:tnLst>
  </p:timing>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WALKIN - Prints in GRAYSCALE">
    <p:bg bwMode="ltGray">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4" name="Text Placeholder 5"/>
          <p:cNvSpPr>
            <a:spLocks noGrp="1"/>
          </p:cNvSpPr>
          <p:nvPr userDrawn="1">
            <p:ph type="body" sz="quarter" idx="10" hasCustomPrompt="1"/>
          </p:nvPr>
        </p:nvSpPr>
        <p:spPr>
          <a:xfrm>
            <a:off x="512897" y="2892711"/>
            <a:ext cx="11231365" cy="1218795"/>
          </a:xfrm>
        </p:spPr>
        <p:txBody>
          <a:bodyPr/>
          <a:lstStyle>
            <a:lvl1pPr marL="0" indent="0">
              <a:buNone/>
              <a:defRPr lang="en-US" sz="8800" i="0" kern="1200" spc="-100" baseline="0" dirty="0" smtClean="0">
                <a:solidFill>
                  <a:schemeClr val="bg1">
                    <a:alpha val="99000"/>
                  </a:schemeClr>
                </a:solidFill>
                <a:latin typeface="Segoe UI Light" pitchFamily="34" charset="0"/>
                <a:ea typeface="+mn-ea"/>
                <a:cs typeface="+mn-cs"/>
              </a:defRPr>
            </a:lvl1pPr>
          </a:lstStyle>
          <a:p>
            <a:pPr marL="0" lvl="0" indent="0" algn="l" defTabSz="914363" rtl="0" eaLnBrk="1" latinLnBrk="0" hangingPunct="1">
              <a:lnSpc>
                <a:spcPct val="90000"/>
              </a:lnSpc>
              <a:spcBef>
                <a:spcPct val="20000"/>
              </a:spcBef>
              <a:buSzPct val="90000"/>
              <a:buFont typeface="Arial" pitchFamily="34" charset="0"/>
              <a:buNone/>
            </a:pPr>
            <a:r>
              <a:rPr lang="en-US" dirty="0" smtClean="0"/>
              <a:t>Click to edit title style</a:t>
            </a:r>
          </a:p>
        </p:txBody>
      </p:sp>
      <p:sp>
        <p:nvSpPr>
          <p:cNvPr id="25" name="Text Placeholder 8"/>
          <p:cNvSpPr>
            <a:spLocks noGrp="1"/>
          </p:cNvSpPr>
          <p:nvPr userDrawn="1">
            <p:ph type="body" sz="quarter" idx="11" hasCustomPrompt="1"/>
          </p:nvPr>
        </p:nvSpPr>
        <p:spPr>
          <a:xfrm>
            <a:off x="512897" y="4343400"/>
            <a:ext cx="7515594" cy="443198"/>
          </a:xfrm>
        </p:spPr>
        <p:txBody>
          <a:bodyPr/>
          <a:lstStyle>
            <a:lvl1pPr marL="0" indent="0">
              <a:buNone/>
              <a:defRPr lang="en-US" sz="3200" kern="1200" spc="-100" baseline="0" dirty="0">
                <a:solidFill>
                  <a:schemeClr val="bg1">
                    <a:alpha val="99000"/>
                  </a:schemeClr>
                </a:solidFill>
                <a:latin typeface="+mj-lt"/>
                <a:ea typeface="+mn-ea"/>
                <a:cs typeface="+mn-cs"/>
              </a:defRPr>
            </a:lvl1pPr>
          </a:lstStyle>
          <a:p>
            <a:pPr marL="0" lvl="0" indent="0" algn="l" defTabSz="914363" rtl="0" eaLnBrk="1" latinLnBrk="0" hangingPunct="1">
              <a:lnSpc>
                <a:spcPct val="90000"/>
              </a:lnSpc>
              <a:spcBef>
                <a:spcPct val="20000"/>
              </a:spcBef>
              <a:buSzPct val="90000"/>
              <a:buFont typeface="Arial" pitchFamily="34" charset="0"/>
              <a:buNone/>
            </a:pPr>
            <a:r>
              <a:rPr lang="en-US" dirty="0" smtClean="0"/>
              <a:t>Speaker Name</a:t>
            </a:r>
            <a:endParaRPr lang="en-US" dirty="0"/>
          </a:p>
        </p:txBody>
      </p:sp>
      <p:pic>
        <p:nvPicPr>
          <p:cNvPr id="26" name="Picture 25" descr="Microsoft logo and tagline"/>
          <p:cNvPicPr>
            <a:picLocks noChangeAspect="1" noChangeArrowheads="1"/>
          </p:cNvPicPr>
          <p:nvPr userDrawn="1"/>
        </p:nvPicPr>
        <p:blipFill rotWithShape="1">
          <a:blip r:embed="rId3">
            <a:extLst>
              <a:ext uri="{BEBA8EAE-BF5A-486C-A8C5-ECC9F3942E4B}">
                <a14:imgProps xmlns:a14="http://schemas.microsoft.com/office/drawing/2010/main">
                  <a14:imgLayer r:embed="rId4">
                    <a14:imgEffect>
                      <a14:brightnessContrast bright="100000"/>
                    </a14:imgEffect>
                  </a14:imgLayer>
                </a14:imgProps>
              </a:ext>
              <a:ext uri="{28A0092B-C50C-407E-A947-70E740481C1C}">
                <a14:useLocalDpi xmlns:a14="http://schemas.microsoft.com/office/drawing/2010/main" val="0"/>
              </a:ext>
            </a:extLst>
          </a:blip>
          <a:srcRect/>
          <a:stretch/>
        </p:blipFill>
        <p:spPr bwMode="black">
          <a:xfrm>
            <a:off x="534847" y="6364651"/>
            <a:ext cx="1596068" cy="268366"/>
          </a:xfrm>
          <a:prstGeom prst="rect">
            <a:avLst/>
          </a:prstGeom>
          <a:noFill/>
          <a:ln>
            <a:noFill/>
          </a:ln>
        </p:spPr>
      </p:pic>
      <p:pic>
        <p:nvPicPr>
          <p:cNvPr id="7" name="Picture 6"/>
          <p:cNvPicPr>
            <a:picLocks noChangeAspect="1"/>
          </p:cNvPicPr>
          <p:nvPr userDrawn="1"/>
        </p:nvPicPr>
        <p:blipFill>
          <a:blip r:embed="rId5">
            <a:extLst>
              <a:ext uri="{BEBA8EAE-BF5A-486C-A8C5-ECC9F3942E4B}">
                <a14:imgProps xmlns:a14="http://schemas.microsoft.com/office/drawing/2010/main">
                  <a14:imgLayer r:embed="rId6">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519249" y="228600"/>
            <a:ext cx="2498478" cy="290338"/>
          </a:xfrm>
          <a:prstGeom prst="rect">
            <a:avLst/>
          </a:prstGeom>
        </p:spPr>
      </p:pic>
    </p:spTree>
    <p:extLst>
      <p:ext uri="{BB962C8B-B14F-4D97-AF65-F5344CB8AC3E}">
        <p14:creationId xmlns:p14="http://schemas.microsoft.com/office/powerpoint/2010/main" val="1341401681"/>
      </p:ext>
    </p:extLst>
  </p:cSld>
  <p:clrMapOvr>
    <a:masterClrMapping/>
  </p:clrMapOvr>
  <p:transition>
    <p:fade/>
  </p:transition>
  <p:timing>
    <p:tnLst>
      <p:par>
        <p:cTn id="1" dur="indefinite" restart="never" nodeType="tmRoot"/>
      </p:par>
    </p:tnLst>
  </p:timing>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Black Layout - Title and Content">
    <p:bg bwMode="black">
      <p:bgPr>
        <a:solidFill>
          <a:srgbClr val="000000"/>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white"/>
        <p:txBody>
          <a:bodyPr/>
          <a:lstStyle>
            <a:lvl1pPr>
              <a:defRPr>
                <a:gradFill>
                  <a:gsLst>
                    <a:gs pos="0">
                      <a:srgbClr val="FFFFFF"/>
                    </a:gs>
                    <a:gs pos="100000">
                      <a:srgbClr val="FFFFFF"/>
                    </a:gs>
                  </a:gsLst>
                  <a:lin ang="5400000" scaled="0"/>
                </a:gradFill>
              </a:defRPr>
            </a:lvl1pPr>
          </a:lstStyle>
          <a:p>
            <a:r>
              <a:rPr lang="en-US" smtClean="0"/>
              <a:t>Click to edit Master title style</a:t>
            </a:r>
            <a:endParaRPr lang="en-US" dirty="0"/>
          </a:p>
        </p:txBody>
      </p:sp>
      <p:sp>
        <p:nvSpPr>
          <p:cNvPr id="6" name="Text Placeholder 5"/>
          <p:cNvSpPr>
            <a:spLocks noGrp="1"/>
          </p:cNvSpPr>
          <p:nvPr>
            <p:ph type="body" sz="quarter" idx="10"/>
          </p:nvPr>
        </p:nvSpPr>
        <p:spPr bwMode="white">
          <a:xfrm>
            <a:off x="519248" y="1447799"/>
            <a:ext cx="11151917" cy="2000548"/>
          </a:xfrm>
        </p:spPr>
        <p:txBody>
          <a:bodyPr/>
          <a:lstStyle>
            <a:lvl1pPr marL="460375" indent="-460375">
              <a:buClr>
                <a:srgbClr val="FFFFFF"/>
              </a:buClr>
              <a:buSzPct val="70000"/>
              <a:buFontTx/>
              <a:buBlip>
                <a:blip r:embed="rId2"/>
              </a:buBlip>
              <a:defRPr>
                <a:gradFill>
                  <a:gsLst>
                    <a:gs pos="0">
                      <a:srgbClr val="FFFFFF"/>
                    </a:gs>
                    <a:gs pos="86000">
                      <a:srgbClr val="FFFFFF"/>
                    </a:gs>
                  </a:gsLst>
                  <a:lin ang="5400000" scaled="0"/>
                </a:gradFill>
              </a:defRPr>
            </a:lvl1pPr>
            <a:lvl2pPr marL="855663" indent="-395288">
              <a:buClr>
                <a:srgbClr val="FFFFFF"/>
              </a:buClr>
              <a:buSzPct val="70000"/>
              <a:buFontTx/>
              <a:buBlip>
                <a:blip r:embed="rId2"/>
              </a:buBlip>
              <a:defRPr>
                <a:gradFill>
                  <a:gsLst>
                    <a:gs pos="0">
                      <a:srgbClr val="FFFFFF"/>
                    </a:gs>
                    <a:gs pos="86000">
                      <a:srgbClr val="FFFFFF"/>
                    </a:gs>
                  </a:gsLst>
                  <a:lin ang="5400000" scaled="0"/>
                </a:gradFill>
              </a:defRPr>
            </a:lvl2pPr>
            <a:lvl3pPr marL="1258888" indent="-403225">
              <a:buClr>
                <a:srgbClr val="FFFFFF"/>
              </a:buClr>
              <a:buSzPct val="70000"/>
              <a:buFontTx/>
              <a:buBlip>
                <a:blip r:embed="rId2"/>
              </a:buBlip>
              <a:defRPr>
                <a:gradFill>
                  <a:gsLst>
                    <a:gs pos="0">
                      <a:srgbClr val="FFFFFF"/>
                    </a:gs>
                    <a:gs pos="86000">
                      <a:srgbClr val="FFFFFF"/>
                    </a:gs>
                  </a:gsLst>
                  <a:lin ang="5400000" scaled="0"/>
                </a:gradFill>
              </a:defRPr>
            </a:lvl3pPr>
            <a:lvl4pPr marL="1604963" indent="-346075">
              <a:buClr>
                <a:srgbClr val="FFFFFF"/>
              </a:buClr>
              <a:buSzPct val="70000"/>
              <a:buFontTx/>
              <a:buBlip>
                <a:blip r:embed="rId2"/>
              </a:buBlip>
              <a:defRPr>
                <a:gradFill>
                  <a:gsLst>
                    <a:gs pos="0">
                      <a:srgbClr val="FFFFFF"/>
                    </a:gs>
                    <a:gs pos="86000">
                      <a:srgbClr val="FFFFFF"/>
                    </a:gs>
                  </a:gsLst>
                  <a:lin ang="5400000" scaled="0"/>
                </a:gradFill>
              </a:defRPr>
            </a:lvl4pPr>
            <a:lvl5pPr marL="1941513" indent="-336550">
              <a:buClr>
                <a:srgbClr val="FFFFFF"/>
              </a:buClr>
              <a:buSzPct val="70000"/>
              <a:buFontTx/>
              <a:buBlip>
                <a:blip r:embed="rId2"/>
              </a:buBlip>
              <a:defRPr>
                <a:gradFill>
                  <a:gsLst>
                    <a:gs pos="0">
                      <a:srgbClr val="FFFFFF"/>
                    </a:gs>
                    <a:gs pos="86000">
                      <a:srgbClr val="FFFFFF"/>
                    </a:gs>
                  </a:gsLst>
                  <a:lin ang="5400000" scaled="0"/>
                </a:gradFill>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232907384"/>
      </p:ext>
    </p:extLst>
  </p:cSld>
  <p:clrMapOvr>
    <a:masterClrMapping/>
  </p:clrMapOvr>
  <p:transition>
    <p:fade/>
  </p:transition>
  <p:timing>
    <p:tnLst>
      <p:par>
        <p:cTn id="1" dur="indefinite" restart="never" nodeType="tmRoot"/>
      </p:par>
    </p:tnLst>
  </p:timing>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Black Notes slide Layout">
    <p:bg bwMode="black">
      <p:bgPr>
        <a:solidFill>
          <a:srgbClr val="000000"/>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white"/>
        <p:txBody>
          <a:bodyPr/>
          <a:lstStyle>
            <a:lvl1pPr>
              <a:defRPr>
                <a:gradFill>
                  <a:gsLst>
                    <a:gs pos="0">
                      <a:srgbClr val="FFFFFF"/>
                    </a:gs>
                    <a:gs pos="100000">
                      <a:srgbClr val="FFFFFF"/>
                    </a:gs>
                  </a:gsLst>
                  <a:lin ang="5400000" scaled="0"/>
                </a:gradFill>
              </a:defRPr>
            </a:lvl1pPr>
          </a:lstStyle>
          <a:p>
            <a:r>
              <a:rPr lang="en-US" smtClean="0"/>
              <a:t>Click to edit Master title style</a:t>
            </a:r>
            <a:endParaRPr lang="en-US" dirty="0"/>
          </a:p>
        </p:txBody>
      </p:sp>
      <p:sp>
        <p:nvSpPr>
          <p:cNvPr id="6" name="Text Placeholder 5"/>
          <p:cNvSpPr>
            <a:spLocks noGrp="1"/>
          </p:cNvSpPr>
          <p:nvPr>
            <p:ph type="body" sz="quarter" idx="10"/>
          </p:nvPr>
        </p:nvSpPr>
        <p:spPr bwMode="white">
          <a:xfrm>
            <a:off x="519248" y="1447799"/>
            <a:ext cx="11151917" cy="2000548"/>
          </a:xfrm>
        </p:spPr>
        <p:txBody>
          <a:bodyPr/>
          <a:lstStyle>
            <a:lvl1pPr marL="460375" indent="-460375">
              <a:buClr>
                <a:srgbClr val="FFFFFF"/>
              </a:buClr>
              <a:buSzPct val="70000"/>
              <a:buFontTx/>
              <a:buBlip>
                <a:blip r:embed="rId2"/>
              </a:buBlip>
              <a:defRPr>
                <a:gradFill>
                  <a:gsLst>
                    <a:gs pos="0">
                      <a:srgbClr val="FFFFFF"/>
                    </a:gs>
                    <a:gs pos="86000">
                      <a:srgbClr val="FFFFFF"/>
                    </a:gs>
                  </a:gsLst>
                  <a:lin ang="5400000" scaled="0"/>
                </a:gradFill>
              </a:defRPr>
            </a:lvl1pPr>
            <a:lvl2pPr marL="855663" indent="-395288">
              <a:buClr>
                <a:srgbClr val="FFFFFF"/>
              </a:buClr>
              <a:buSzPct val="70000"/>
              <a:buFontTx/>
              <a:buBlip>
                <a:blip r:embed="rId2"/>
              </a:buBlip>
              <a:defRPr>
                <a:gradFill>
                  <a:gsLst>
                    <a:gs pos="0">
                      <a:srgbClr val="FFFFFF"/>
                    </a:gs>
                    <a:gs pos="86000">
                      <a:srgbClr val="FFFFFF"/>
                    </a:gs>
                  </a:gsLst>
                  <a:lin ang="5400000" scaled="0"/>
                </a:gradFill>
              </a:defRPr>
            </a:lvl2pPr>
            <a:lvl3pPr marL="1258888" indent="-403225">
              <a:buClr>
                <a:srgbClr val="FFFFFF"/>
              </a:buClr>
              <a:buSzPct val="70000"/>
              <a:buFontTx/>
              <a:buBlip>
                <a:blip r:embed="rId2"/>
              </a:buBlip>
              <a:defRPr>
                <a:gradFill>
                  <a:gsLst>
                    <a:gs pos="0">
                      <a:srgbClr val="FFFFFF"/>
                    </a:gs>
                    <a:gs pos="86000">
                      <a:srgbClr val="FFFFFF"/>
                    </a:gs>
                  </a:gsLst>
                  <a:lin ang="5400000" scaled="0"/>
                </a:gradFill>
              </a:defRPr>
            </a:lvl3pPr>
            <a:lvl4pPr marL="1604963" indent="-346075">
              <a:buClr>
                <a:srgbClr val="FFFFFF"/>
              </a:buClr>
              <a:buSzPct val="70000"/>
              <a:buFontTx/>
              <a:buBlip>
                <a:blip r:embed="rId2"/>
              </a:buBlip>
              <a:defRPr>
                <a:gradFill>
                  <a:gsLst>
                    <a:gs pos="0">
                      <a:srgbClr val="FFFFFF"/>
                    </a:gs>
                    <a:gs pos="86000">
                      <a:srgbClr val="FFFFFF"/>
                    </a:gs>
                  </a:gsLst>
                  <a:lin ang="5400000" scaled="0"/>
                </a:gradFill>
              </a:defRPr>
            </a:lvl4pPr>
            <a:lvl5pPr marL="1941513" indent="-336550">
              <a:buClr>
                <a:srgbClr val="FFFFFF"/>
              </a:buClr>
              <a:buSzPct val="70000"/>
              <a:buFontTx/>
              <a:buBlip>
                <a:blip r:embed="rId2"/>
              </a:buBlip>
              <a:defRPr>
                <a:gradFill>
                  <a:gsLst>
                    <a:gs pos="0">
                      <a:srgbClr val="FFFFFF"/>
                    </a:gs>
                    <a:gs pos="86000">
                      <a:srgbClr val="FFFFFF"/>
                    </a:gs>
                  </a:gsLst>
                  <a:lin ang="5400000" scaled="0"/>
                </a:gradFill>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6"/>
          <p:cNvSpPr>
            <a:spLocks noGrp="1"/>
          </p:cNvSpPr>
          <p:nvPr>
            <p:ph type="body" sz="quarter" idx="11"/>
          </p:nvPr>
        </p:nvSpPr>
        <p:spPr>
          <a:xfrm>
            <a:off x="1" y="6238877"/>
            <a:ext cx="12192001" cy="619125"/>
          </a:xfrm>
          <a:solidFill>
            <a:srgbClr val="FFFF99"/>
          </a:solidFill>
        </p:spPr>
        <p:txBody>
          <a:bodyPr wrap="square" lIns="152394" tIns="76197" rIns="152394" bIns="76197" anchor="b" anchorCtr="0">
            <a:noAutofit/>
          </a:bodyPr>
          <a:lstStyle>
            <a:lvl1pPr algn="r">
              <a:buFont typeface="Arial" pitchFamily="34" charset="0"/>
              <a:buNone/>
              <a:defRPr spc="-50" baseline="0">
                <a:gradFill>
                  <a:gsLst>
                    <a:gs pos="0">
                      <a:srgbClr val="000000"/>
                    </a:gs>
                    <a:gs pos="100000">
                      <a:srgbClr val="000000"/>
                    </a:gs>
                  </a:gsLst>
                  <a:lin ang="5400000" scaled="0"/>
                </a:gradFill>
                <a:effectLst/>
                <a:latin typeface="Segoe UI" pitchFamily="34" charset="0"/>
              </a:defRPr>
            </a:lvl1pPr>
          </a:lstStyle>
          <a:p>
            <a:pPr lvl="0"/>
            <a:r>
              <a:rPr lang="en-US" smtClean="0"/>
              <a:t>Click to edit Master text styles</a:t>
            </a:r>
          </a:p>
        </p:txBody>
      </p:sp>
    </p:spTree>
    <p:extLst>
      <p:ext uri="{BB962C8B-B14F-4D97-AF65-F5344CB8AC3E}">
        <p14:creationId xmlns:p14="http://schemas.microsoft.com/office/powerpoint/2010/main" val="2871576429"/>
      </p:ext>
    </p:extLst>
  </p:cSld>
  <p:clrMapOvr>
    <a:masterClrMapping/>
  </p:clrMapOvr>
  <p:transition>
    <p:fade/>
  </p:transition>
  <p:timing>
    <p:tnLst>
      <p:par>
        <p:cTn id="1" dur="indefinite" restart="never" nodeType="tmRoot"/>
      </p:par>
    </p:tnLst>
  </p:timing>
</p:sldLayout>
</file>

<file path=ppt/slideLayouts/slideLayout28.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j-lt"/>
                <a:cs typeface="Consolas" pitchFamily="49" charset="0"/>
              </a:defRPr>
            </a:lvl1pPr>
          </a:lstStyle>
          <a:p>
            <a:r>
              <a:rPr lang="en-US" dirty="0" smtClean="0"/>
              <a:t>Click to edit Master title style</a:t>
            </a:r>
            <a:endParaRPr lang="en-US" dirty="0"/>
          </a:p>
        </p:txBody>
      </p:sp>
      <p:sp>
        <p:nvSpPr>
          <p:cNvPr id="3" name="Content Placeholder 2"/>
          <p:cNvSpPr>
            <a:spLocks noGrp="1"/>
          </p:cNvSpPr>
          <p:nvPr>
            <p:ph idx="1"/>
          </p:nvPr>
        </p:nvSpPr>
        <p:spPr/>
        <p:txBody>
          <a:bodyPr/>
          <a:lstStyle>
            <a:lvl1pPr>
              <a:defRPr>
                <a:latin typeface="+mj-lt"/>
                <a:cs typeface="Consolas" pitchFamily="49" charset="0"/>
              </a:defRPr>
            </a:lvl1pPr>
            <a:lvl2pPr>
              <a:defRPr>
                <a:latin typeface="+mj-lt"/>
                <a:cs typeface="Consolas" pitchFamily="49" charset="0"/>
              </a:defRPr>
            </a:lvl2pPr>
            <a:lvl3pPr>
              <a:defRPr>
                <a:latin typeface="+mj-lt"/>
                <a:cs typeface="Consolas" pitchFamily="49" charset="0"/>
              </a:defRPr>
            </a:lvl3pPr>
            <a:lvl4pPr>
              <a:defRPr>
                <a:latin typeface="+mj-lt"/>
                <a:cs typeface="Consolas" pitchFamily="49" charset="0"/>
              </a:defRPr>
            </a:lvl4pPr>
            <a:lvl5pPr>
              <a:defRPr>
                <a:latin typeface="+mj-lt"/>
                <a:cs typeface="Consolas" pitchFamily="49" charset="0"/>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a:xfrm>
            <a:off x="609600" y="6356352"/>
            <a:ext cx="2844800" cy="365125"/>
          </a:xfrm>
          <a:prstGeom prst="rect">
            <a:avLst/>
          </a:prstGeom>
        </p:spPr>
        <p:txBody>
          <a:bodyPr/>
          <a:lstStyle>
            <a:lvl1pPr>
              <a:defRPr>
                <a:latin typeface="Consolas" pitchFamily="49" charset="0"/>
                <a:cs typeface="Consolas" pitchFamily="49" charset="0"/>
              </a:defRPr>
            </a:lvl1pPr>
          </a:lstStyle>
          <a:p>
            <a:pPr defTabSz="914363"/>
            <a:fld id="{D7CE58A2-1EDC-45F0-BACE-E3574D82C834}" type="datetimeFigureOut">
              <a:rPr lang="en-US" smtClean="0">
                <a:solidFill>
                  <a:srgbClr val="292929"/>
                </a:solidFill>
              </a:rPr>
              <a:pPr defTabSz="914363"/>
              <a:t>1/6/2014</a:t>
            </a:fld>
            <a:endParaRPr lang="en-US">
              <a:solidFill>
                <a:srgbClr val="292929"/>
              </a:solidFill>
            </a:endParaRPr>
          </a:p>
        </p:txBody>
      </p:sp>
      <p:sp>
        <p:nvSpPr>
          <p:cNvPr id="5" name="Footer Placeholder 4"/>
          <p:cNvSpPr>
            <a:spLocks noGrp="1"/>
          </p:cNvSpPr>
          <p:nvPr>
            <p:ph type="ftr" sz="quarter" idx="11"/>
          </p:nvPr>
        </p:nvSpPr>
        <p:spPr>
          <a:xfrm>
            <a:off x="4165601" y="6356352"/>
            <a:ext cx="3860800" cy="365125"/>
          </a:xfrm>
          <a:prstGeom prst="rect">
            <a:avLst/>
          </a:prstGeom>
        </p:spPr>
        <p:txBody>
          <a:bodyPr/>
          <a:lstStyle>
            <a:lvl1pPr>
              <a:defRPr>
                <a:latin typeface="Consolas" pitchFamily="49" charset="0"/>
                <a:cs typeface="Consolas" pitchFamily="49" charset="0"/>
              </a:defRPr>
            </a:lvl1pPr>
          </a:lstStyle>
          <a:p>
            <a:pPr defTabSz="914363"/>
            <a:endParaRPr lang="en-US">
              <a:solidFill>
                <a:srgbClr val="292929"/>
              </a:solidFill>
            </a:endParaRPr>
          </a:p>
        </p:txBody>
      </p:sp>
      <p:sp>
        <p:nvSpPr>
          <p:cNvPr id="6" name="Slide Number Placeholder 5"/>
          <p:cNvSpPr>
            <a:spLocks noGrp="1"/>
          </p:cNvSpPr>
          <p:nvPr>
            <p:ph type="sldNum" sz="quarter" idx="12"/>
          </p:nvPr>
        </p:nvSpPr>
        <p:spPr>
          <a:xfrm>
            <a:off x="8737601" y="6356352"/>
            <a:ext cx="2844800" cy="365125"/>
          </a:xfrm>
          <a:prstGeom prst="rect">
            <a:avLst/>
          </a:prstGeom>
        </p:spPr>
        <p:txBody>
          <a:bodyPr/>
          <a:lstStyle>
            <a:lvl1pPr>
              <a:defRPr>
                <a:latin typeface="Consolas" pitchFamily="49" charset="0"/>
                <a:cs typeface="Consolas" pitchFamily="49" charset="0"/>
              </a:defRPr>
            </a:lvl1pPr>
          </a:lstStyle>
          <a:p>
            <a:pPr defTabSz="914363"/>
            <a:fld id="{ECD6441B-9D70-431A-83BF-3759963F38CF}" type="slidenum">
              <a:rPr lang="en-US" smtClean="0">
                <a:solidFill>
                  <a:srgbClr val="292929"/>
                </a:solidFill>
              </a:rPr>
              <a:pPr defTabSz="914363"/>
              <a:t>‹#›</a:t>
            </a:fld>
            <a:endParaRPr lang="en-US">
              <a:solidFill>
                <a:srgbClr val="292929"/>
              </a:solidFill>
            </a:endParaRPr>
          </a:p>
        </p:txBody>
      </p:sp>
    </p:spTree>
    <p:extLst>
      <p:ext uri="{BB962C8B-B14F-4D97-AF65-F5344CB8AC3E}">
        <p14:creationId xmlns:p14="http://schemas.microsoft.com/office/powerpoint/2010/main" val="1762074349"/>
      </p:ext>
    </p:extLst>
  </p:cSld>
  <p:clrMapOvr>
    <a:masterClrMapping/>
  </p:clrMapOvr>
  <mc:AlternateContent xmlns:mc="http://schemas.openxmlformats.org/markup-compatibility/2006" xmlns:p14="http://schemas.microsoft.com/office/powerpoint/2010/main">
    <mc:Choice Requires="p14">
      <p:transition spd="slow">
        <p14:prism/>
      </p:transition>
    </mc:Choice>
    <mc:Fallback xmlns="">
      <p:transition spd="slow">
        <p:fade/>
      </p:transition>
    </mc:Fallback>
  </mc:AlternateContent>
  <p:timing>
    <p:tnLst>
      <p:par>
        <p:cTn id="1" dur="indefinite" restart="never" nodeType="tmRoot"/>
      </p:par>
    </p:tnLst>
  </p:timing>
</p:sldLayout>
</file>

<file path=ppt/slideLayouts/slideLayout29.xml><?xml version="1.0" encoding="utf-8"?>
<p:sldLayout xmlns:a="http://schemas.openxmlformats.org/drawingml/2006/main" xmlns:r="http://schemas.openxmlformats.org/officeDocument/2006/relationships" xmlns:p="http://schemas.openxmlformats.org/presentationml/2006/main" userDrawn="1">
  <p:cSld name="DEMO Layout">
    <p:spTree>
      <p:nvGrpSpPr>
        <p:cNvPr id="1" name=""/>
        <p:cNvGrpSpPr/>
        <p:nvPr/>
      </p:nvGrpSpPr>
      <p:grpSpPr>
        <a:xfrm>
          <a:off x="0" y="0"/>
          <a:ext cx="0" cy="0"/>
          <a:chOff x="0" y="0"/>
          <a:chExt cx="0" cy="0"/>
        </a:xfrm>
      </p:grpSpPr>
      <p:sp>
        <p:nvSpPr>
          <p:cNvPr id="3" name="Title Placeholder 9"/>
          <p:cNvSpPr>
            <a:spLocks noGrp="1"/>
          </p:cNvSpPr>
          <p:nvPr>
            <p:ph type="title"/>
          </p:nvPr>
        </p:nvSpPr>
        <p:spPr>
          <a:xfrm>
            <a:off x="608171" y="4468764"/>
            <a:ext cx="11432977" cy="1676400"/>
          </a:xfrm>
          <a:prstGeom prst="rect">
            <a:avLst/>
          </a:prstGeom>
        </p:spPr>
        <p:txBody>
          <a:bodyPr vert="horz" lIns="91409" tIns="45705" rIns="91409" bIns="45705" rtlCol="0" anchor="t" anchorCtr="0">
            <a:normAutofit/>
          </a:bodyPr>
          <a:lstStyle>
            <a:lvl1pPr>
              <a:defRPr sz="3600"/>
            </a:lvl1pPr>
          </a:lstStyle>
          <a:p>
            <a:r>
              <a:rPr lang="en-US" dirty="0" smtClean="0"/>
              <a:t>Click to edit Master title style</a:t>
            </a:r>
            <a:endParaRPr lang="en-US" dirty="0"/>
          </a:p>
        </p:txBody>
      </p:sp>
      <p:sp>
        <p:nvSpPr>
          <p:cNvPr id="2" name="TextBox 1"/>
          <p:cNvSpPr txBox="1"/>
          <p:nvPr userDrawn="1"/>
        </p:nvSpPr>
        <p:spPr>
          <a:xfrm>
            <a:off x="608171" y="3087325"/>
            <a:ext cx="11356757" cy="1107996"/>
          </a:xfrm>
          <a:prstGeom prst="rect">
            <a:avLst/>
          </a:prstGeom>
          <a:noFill/>
        </p:spPr>
        <p:txBody>
          <a:bodyPr wrap="square" rtlCol="0">
            <a:spAutoFit/>
          </a:bodyPr>
          <a:lstStyle/>
          <a:p>
            <a:pPr defTabSz="914088"/>
            <a:r>
              <a:rPr lang="en-US" sz="6600" dirty="0">
                <a:solidFill>
                  <a:prstClr val="black"/>
                </a:solidFill>
                <a:latin typeface="Segoe UI Light" pitchFamily="34" charset="0"/>
                <a:ea typeface="Segoe UI" pitchFamily="34" charset="0"/>
                <a:cs typeface="Segoe UI" pitchFamily="34" charset="0"/>
              </a:rPr>
              <a:t>DEMO</a:t>
            </a:r>
          </a:p>
        </p:txBody>
      </p:sp>
      <p:cxnSp>
        <p:nvCxnSpPr>
          <p:cNvPr id="6" name="Straight Connector 5"/>
          <p:cNvCxnSpPr/>
          <p:nvPr userDrawn="1"/>
        </p:nvCxnSpPr>
        <p:spPr>
          <a:xfrm>
            <a:off x="608171" y="4077925"/>
            <a:ext cx="11356757" cy="0"/>
          </a:xfrm>
          <a:prstGeom prst="line">
            <a:avLst/>
          </a:prstGeom>
          <a:ln>
            <a:solidFill>
              <a:schemeClr val="tx1"/>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pic>
        <p:nvPicPr>
          <p:cNvPr id="8" name="Picture 7"/>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71450" y="177800"/>
            <a:ext cx="2857500" cy="1143000"/>
          </a:xfrm>
          <a:prstGeom prst="rect">
            <a:avLst/>
          </a:prstGeom>
        </p:spPr>
      </p:pic>
    </p:spTree>
    <p:extLst>
      <p:ext uri="{BB962C8B-B14F-4D97-AF65-F5344CB8AC3E}">
        <p14:creationId xmlns:p14="http://schemas.microsoft.com/office/powerpoint/2010/main" val="3475171701"/>
      </p:ext>
    </p:extLst>
  </p:cSld>
  <p:clrMapOvr>
    <a:masterClrMapping/>
  </p:clrMapOvr>
  <p:timing>
    <p:tnLst>
      <p:par>
        <p:cTn id="1" dur="indefinite" restart="never" nodeType="tmRoot"/>
      </p:par>
    </p:tnLst>
  </p:timing>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519249" y="2234114"/>
            <a:ext cx="8375702" cy="1359196"/>
          </a:xfrm>
        </p:spPr>
        <p:txBody>
          <a:bodyPr anchor="ctr" anchorCtr="0">
            <a:noAutofit/>
          </a:bodyPr>
          <a:lstStyle>
            <a:lvl1pPr>
              <a:lnSpc>
                <a:spcPct val="90000"/>
              </a:lnSpc>
              <a:defRPr sz="6600" baseline="0">
                <a:solidFill>
                  <a:schemeClr val="bg1">
                    <a:alpha val="99000"/>
                  </a:schemeClr>
                </a:solidFill>
                <a:latin typeface="Segoe UI Light" pitchFamily="34" charset="0"/>
              </a:defRPr>
            </a:lvl1pPr>
          </a:lstStyle>
          <a:p>
            <a:r>
              <a:rPr lang="en-US" dirty="0" smtClean="0"/>
              <a:t>Title Here</a:t>
            </a:r>
            <a:endParaRPr lang="en-US" dirty="0"/>
          </a:p>
        </p:txBody>
      </p:sp>
      <p:sp>
        <p:nvSpPr>
          <p:cNvPr id="7" name="Text Placeholder 6"/>
          <p:cNvSpPr>
            <a:spLocks noGrp="1"/>
          </p:cNvSpPr>
          <p:nvPr>
            <p:ph type="body" sz="quarter" idx="11" hasCustomPrompt="1"/>
          </p:nvPr>
        </p:nvSpPr>
        <p:spPr>
          <a:xfrm>
            <a:off x="519249" y="4612342"/>
            <a:ext cx="5455754" cy="1144929"/>
          </a:xfrm>
        </p:spPr>
        <p:txBody>
          <a:bodyPr/>
          <a:lstStyle>
            <a:lvl1pPr marL="0" indent="0">
              <a:buFont typeface="Arial" pitchFamily="34" charset="0"/>
              <a:buNone/>
              <a:defRPr sz="2400">
                <a:solidFill>
                  <a:schemeClr val="bg1">
                    <a:alpha val="98000"/>
                  </a:schemeClr>
                </a:solidFill>
                <a:latin typeface="+mj-lt"/>
              </a:defRPr>
            </a:lvl1pPr>
            <a:lvl2pPr marL="460375" indent="0">
              <a:buFont typeface="Arial" pitchFamily="34" charset="0"/>
              <a:buNone/>
              <a:defRPr/>
            </a:lvl2pPr>
            <a:lvl3pPr marL="855663" indent="0">
              <a:buFont typeface="Arial" pitchFamily="34" charset="0"/>
              <a:buNone/>
              <a:defRPr/>
            </a:lvl3pPr>
            <a:lvl4pPr marL="1258888" indent="0">
              <a:buFont typeface="Arial" pitchFamily="34" charset="0"/>
              <a:buNone/>
              <a:defRPr/>
            </a:lvl4pPr>
            <a:lvl5pPr marL="1604963" indent="0">
              <a:buFont typeface="Arial" pitchFamily="34" charset="0"/>
              <a:buNone/>
              <a:defRPr/>
            </a:lvl5pPr>
          </a:lstStyle>
          <a:p>
            <a:pPr lvl="0"/>
            <a:r>
              <a:rPr lang="en-US" dirty="0" smtClean="0"/>
              <a:t>Name</a:t>
            </a:r>
          </a:p>
          <a:p>
            <a:pPr lvl="0"/>
            <a:r>
              <a:rPr lang="en-US" dirty="0" smtClean="0"/>
              <a:t>Title</a:t>
            </a:r>
          </a:p>
          <a:p>
            <a:pPr lvl="0"/>
            <a:r>
              <a:rPr lang="en-US" dirty="0" smtClean="0"/>
              <a:t>Microsoft Corporation</a:t>
            </a:r>
          </a:p>
        </p:txBody>
      </p:sp>
      <p:pic>
        <p:nvPicPr>
          <p:cNvPr id="13" name="Picture 12"/>
          <p:cNvPicPr>
            <a:picLocks noChangeAspect="1"/>
          </p:cNvPicPr>
          <p:nvPr userDrawn="1"/>
        </p:nvPicPr>
        <p:blipFill>
          <a:blip r:embed="rId3">
            <a:extLst>
              <a:ext uri="{BEBA8EAE-BF5A-486C-A8C5-ECC9F3942E4B}">
                <a14:imgProps xmlns:a14="http://schemas.microsoft.com/office/drawing/2010/main">
                  <a14:imgLayer r:embed="rId4">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519249" y="228600"/>
            <a:ext cx="2498478" cy="290338"/>
          </a:xfrm>
          <a:prstGeom prst="rect">
            <a:avLst/>
          </a:prstGeom>
        </p:spPr>
      </p:pic>
    </p:spTree>
    <p:extLst>
      <p:ext uri="{BB962C8B-B14F-4D97-AF65-F5344CB8AC3E}">
        <p14:creationId xmlns:p14="http://schemas.microsoft.com/office/powerpoint/2010/main" val="1312231677"/>
      </p:ext>
    </p:extLst>
  </p:cSld>
  <p:clrMapOvr>
    <a:masterClrMapping/>
  </p:clrMapOvr>
  <p:transition>
    <p:fade/>
  </p:transition>
  <p:timing>
    <p:tnLst>
      <p:par>
        <p:cTn id="1" dur="indefinite" restart="never" nodeType="tmRoot"/>
      </p:par>
    </p:tnLst>
  </p:timing>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19248" y="228601"/>
            <a:ext cx="11151917" cy="747897"/>
          </a:xfrm>
        </p:spPr>
        <p:txBody>
          <a:bodyPr/>
          <a:lstStyle>
            <a:lvl1pPr>
              <a:defRPr sz="5400"/>
            </a:lvl1pPr>
          </a:lstStyle>
          <a:p>
            <a:r>
              <a:rPr lang="en-US" smtClean="0"/>
              <a:t>Click to edit Master title style</a:t>
            </a:r>
            <a:endParaRPr lang="en-US" dirty="0"/>
          </a:p>
        </p:txBody>
      </p:sp>
      <p:sp>
        <p:nvSpPr>
          <p:cNvPr id="5" name="Text Placeholder 4"/>
          <p:cNvSpPr>
            <a:spLocks noGrp="1"/>
          </p:cNvSpPr>
          <p:nvPr>
            <p:ph type="body" sz="quarter" idx="10"/>
          </p:nvPr>
        </p:nvSpPr>
        <p:spPr>
          <a:xfrm>
            <a:off x="519248" y="1447800"/>
            <a:ext cx="11151917" cy="946413"/>
          </a:xfrm>
        </p:spPr>
        <p:txBody>
          <a:bodyPr/>
          <a:lstStyle>
            <a:lvl1pPr marL="3175" indent="0">
              <a:spcBef>
                <a:spcPts val="0"/>
              </a:spcBef>
              <a:spcAft>
                <a:spcPts val="900"/>
              </a:spcAft>
              <a:buSzPct val="80000"/>
              <a:buFont typeface="Arial" pitchFamily="34" charset="0"/>
              <a:buNone/>
              <a:defRPr sz="4000" spc="-100" baseline="0">
                <a:gradFill>
                  <a:gsLst>
                    <a:gs pos="0">
                      <a:srgbClr val="595959"/>
                    </a:gs>
                    <a:gs pos="86000">
                      <a:srgbClr val="595959"/>
                    </a:gs>
                  </a:gsLst>
                  <a:lin ang="5400000" scaled="0"/>
                </a:gradFill>
                <a:latin typeface="Segoe UI Light" pitchFamily="34" charset="0"/>
              </a:defRPr>
            </a:lvl1pPr>
            <a:lvl2pPr marL="3175" indent="0">
              <a:spcBef>
                <a:spcPts val="0"/>
              </a:spcBef>
              <a:buSzPct val="80000"/>
              <a:buFont typeface="Arial" pitchFamily="34" charset="0"/>
              <a:buNone/>
              <a:defRPr sz="2000" spc="-50" baseline="0">
                <a:gradFill>
                  <a:gsLst>
                    <a:gs pos="0">
                      <a:srgbClr val="595959"/>
                    </a:gs>
                    <a:gs pos="86000">
                      <a:srgbClr val="595959"/>
                    </a:gs>
                  </a:gsLst>
                  <a:lin ang="5400000" scaled="0"/>
                </a:gradFill>
              </a:defRPr>
            </a:lvl2pPr>
            <a:lvl3pPr marL="1258888" indent="-403225">
              <a:buSzPct val="80000"/>
              <a:buFontTx/>
              <a:buBlip>
                <a:blip r:embed="rId2"/>
              </a:buBlip>
              <a:defRPr>
                <a:gradFill>
                  <a:gsLst>
                    <a:gs pos="0">
                      <a:schemeClr val="tx1">
                        <a:lumMod val="90000"/>
                        <a:lumOff val="10000"/>
                      </a:schemeClr>
                    </a:gs>
                    <a:gs pos="86000">
                      <a:schemeClr val="tx1">
                        <a:lumMod val="90000"/>
                        <a:lumOff val="10000"/>
                      </a:schemeClr>
                    </a:gs>
                  </a:gsLst>
                  <a:lin ang="5400000" scaled="0"/>
                </a:gradFill>
              </a:defRPr>
            </a:lvl3pPr>
            <a:lvl4pPr marL="1604963" indent="-346075">
              <a:buSzPct val="80000"/>
              <a:buFontTx/>
              <a:buBlip>
                <a:blip r:embed="rId2"/>
              </a:buBlip>
              <a:defRPr>
                <a:gradFill>
                  <a:gsLst>
                    <a:gs pos="0">
                      <a:schemeClr val="tx1">
                        <a:lumMod val="90000"/>
                        <a:lumOff val="10000"/>
                      </a:schemeClr>
                    </a:gs>
                    <a:gs pos="86000">
                      <a:schemeClr val="tx1">
                        <a:lumMod val="90000"/>
                        <a:lumOff val="10000"/>
                      </a:schemeClr>
                    </a:gs>
                  </a:gsLst>
                  <a:lin ang="5400000" scaled="0"/>
                </a:gradFill>
              </a:defRPr>
            </a:lvl4pPr>
            <a:lvl5pPr marL="1941513" indent="-336550">
              <a:buSzPct val="80000"/>
              <a:buFontTx/>
              <a:buBlip>
                <a:blip r:embed="rId2"/>
              </a:buBlip>
              <a:defRPr>
                <a:gradFill>
                  <a:gsLst>
                    <a:gs pos="0">
                      <a:schemeClr val="tx1">
                        <a:lumMod val="90000"/>
                        <a:lumOff val="10000"/>
                      </a:schemeClr>
                    </a:gs>
                    <a:gs pos="86000">
                      <a:schemeClr val="tx1">
                        <a:lumMod val="90000"/>
                        <a:lumOff val="10000"/>
                      </a:schemeClr>
                    </a:gs>
                  </a:gsLst>
                  <a:lin ang="5400000" scaled="0"/>
                </a:gradFill>
              </a:defRPr>
            </a:lvl5pPr>
          </a:lstStyle>
          <a:p>
            <a:pPr lvl="0"/>
            <a:r>
              <a:rPr lang="en-US" smtClean="0"/>
              <a:t>Click to edit Master text styles</a:t>
            </a:r>
          </a:p>
          <a:p>
            <a:pPr lvl="1"/>
            <a:r>
              <a:rPr lang="en-US" smtClean="0"/>
              <a:t>Second level</a:t>
            </a:r>
          </a:p>
        </p:txBody>
      </p:sp>
      <p:pic>
        <p:nvPicPr>
          <p:cNvPr id="4" name="Picture 3"/>
          <p:cNvPicPr>
            <a:picLocks noChangeAspect="1"/>
          </p:cNvPicPr>
          <p:nvPr userDrawn="1"/>
        </p:nvPicPr>
        <p:blipFill>
          <a:blip r:embed="rId3" cstate="print">
            <a:duotone>
              <a:prstClr val="black"/>
              <a:schemeClr val="tx2">
                <a:tint val="45000"/>
                <a:satMod val="400000"/>
              </a:schemeClr>
            </a:duotone>
            <a:extLst>
              <a:ext uri="{BEBA8EAE-BF5A-486C-A8C5-ECC9F3942E4B}">
                <a14:imgProps xmlns:a14="http://schemas.microsoft.com/office/drawing/2010/main">
                  <a14:imgLayer r:embed="rId4">
                    <a14:imgEffect>
                      <a14:brightnessContrast bright="-20000" contrast="-40000"/>
                    </a14:imgEffect>
                  </a14:imgLayer>
                </a14:imgProps>
              </a:ext>
              <a:ext uri="{28A0092B-C50C-407E-A947-70E740481C1C}">
                <a14:useLocalDpi xmlns:a14="http://schemas.microsoft.com/office/drawing/2010/main" val="0"/>
              </a:ext>
            </a:extLst>
          </a:blip>
          <a:stretch>
            <a:fillRect/>
          </a:stretch>
        </p:blipFill>
        <p:spPr>
          <a:xfrm>
            <a:off x="518804" y="6372547"/>
            <a:ext cx="1682359" cy="195501"/>
          </a:xfrm>
          <a:prstGeom prst="rect">
            <a:avLst/>
          </a:prstGeom>
        </p:spPr>
      </p:pic>
    </p:spTree>
    <p:extLst>
      <p:ext uri="{BB962C8B-B14F-4D97-AF65-F5344CB8AC3E}">
        <p14:creationId xmlns:p14="http://schemas.microsoft.com/office/powerpoint/2010/main" val="3146460899"/>
      </p:ext>
    </p:extLst>
  </p:cSld>
  <p:clrMapOvr>
    <a:masterClrMapping/>
  </p:clrMapOvr>
  <p:transition>
    <p:fade/>
  </p:transition>
  <p:timing>
    <p:tnLst>
      <p:par>
        <p:cTn id="1" dur="indefinite" restart="never" nodeType="tmRoot"/>
      </p:par>
    </p:tnLst>
  </p:timing>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itle and  Non-Bulleted Content">
    <p:spTree>
      <p:nvGrpSpPr>
        <p:cNvPr id="1" name=""/>
        <p:cNvGrpSpPr/>
        <p:nvPr/>
      </p:nvGrpSpPr>
      <p:grpSpPr>
        <a:xfrm>
          <a:off x="0" y="0"/>
          <a:ext cx="0" cy="0"/>
          <a:chOff x="0" y="0"/>
          <a:chExt cx="0" cy="0"/>
        </a:xfrm>
      </p:grpSpPr>
      <p:sp>
        <p:nvSpPr>
          <p:cNvPr id="2" name="Title 1"/>
          <p:cNvSpPr>
            <a:spLocks noGrp="1"/>
          </p:cNvSpPr>
          <p:nvPr>
            <p:ph type="title"/>
          </p:nvPr>
        </p:nvSpPr>
        <p:spPr>
          <a:xfrm>
            <a:off x="519248" y="228601"/>
            <a:ext cx="11151917" cy="747897"/>
          </a:xfrm>
        </p:spPr>
        <p:txBody>
          <a:bodyPr/>
          <a:lstStyle>
            <a:lvl1pPr algn="l" defTabSz="914363" rtl="0" eaLnBrk="1" latinLnBrk="0" hangingPunct="1">
              <a:lnSpc>
                <a:spcPct val="90000"/>
              </a:lnSpc>
              <a:spcBef>
                <a:spcPct val="0"/>
              </a:spcBef>
              <a:buNone/>
              <a:defRPr lang="en-US" sz="5400" b="0" kern="1200" cap="none" spc="-100" baseline="0" dirty="0">
                <a:ln w="3175">
                  <a:noFill/>
                </a:ln>
                <a:gradFill flip="none" rotWithShape="1">
                  <a:gsLst>
                    <a:gs pos="0">
                      <a:srgbClr val="595959"/>
                    </a:gs>
                    <a:gs pos="86000">
                      <a:srgbClr val="595959"/>
                    </a:gs>
                  </a:gsLst>
                  <a:lin ang="5400000" scaled="0"/>
                  <a:tileRect/>
                </a:gradFill>
                <a:effectLst/>
                <a:latin typeface="Segoe UI Light" pitchFamily="34" charset="0"/>
                <a:ea typeface="+mn-ea"/>
                <a:cs typeface="Arial" charset="0"/>
              </a:defRPr>
            </a:lvl1pPr>
          </a:lstStyle>
          <a:p>
            <a:r>
              <a:rPr lang="en-US" smtClean="0"/>
              <a:t>Click to edit Master title style</a:t>
            </a:r>
            <a:endParaRPr lang="en-US" dirty="0"/>
          </a:p>
        </p:txBody>
      </p:sp>
      <p:sp>
        <p:nvSpPr>
          <p:cNvPr id="5" name="Text Placeholder 4"/>
          <p:cNvSpPr>
            <a:spLocks noGrp="1"/>
          </p:cNvSpPr>
          <p:nvPr>
            <p:ph type="body" sz="quarter" idx="10"/>
          </p:nvPr>
        </p:nvSpPr>
        <p:spPr>
          <a:xfrm>
            <a:off x="519248" y="1447799"/>
            <a:ext cx="11151917" cy="2099036"/>
          </a:xfrm>
        </p:spPr>
        <p:txBody>
          <a:bodyPr/>
          <a:lstStyle>
            <a:lvl1pPr marL="0" indent="0">
              <a:spcBef>
                <a:spcPts val="0"/>
              </a:spcBef>
              <a:spcAft>
                <a:spcPts val="0"/>
              </a:spcAft>
              <a:buFont typeface="Arial" pitchFamily="34" charset="0"/>
              <a:buNone/>
              <a:defRPr lang="en-US" sz="3200" kern="1200" dirty="0" smtClean="0">
                <a:gradFill>
                  <a:gsLst>
                    <a:gs pos="0">
                      <a:srgbClr val="595959"/>
                    </a:gs>
                    <a:gs pos="86000">
                      <a:srgbClr val="595959"/>
                    </a:gs>
                  </a:gsLst>
                  <a:lin ang="5400000" scaled="0"/>
                </a:gradFill>
                <a:latin typeface="+mn-lt"/>
                <a:ea typeface="+mn-ea"/>
                <a:cs typeface="+mn-cs"/>
              </a:defRPr>
            </a:lvl1pPr>
            <a:lvl2pPr marL="688975" indent="-342900">
              <a:spcBef>
                <a:spcPts val="0"/>
              </a:spcBef>
              <a:spcAft>
                <a:spcPts val="0"/>
              </a:spcAft>
              <a:buFont typeface="Arial" pitchFamily="34" charset="0"/>
              <a:buChar char="•"/>
              <a:defRPr lang="en-US" sz="2800" kern="1200" dirty="0" smtClean="0">
                <a:gradFill>
                  <a:gsLst>
                    <a:gs pos="0">
                      <a:srgbClr val="595959"/>
                    </a:gs>
                    <a:gs pos="86000">
                      <a:srgbClr val="595959"/>
                    </a:gs>
                  </a:gsLst>
                  <a:lin ang="5400000" scaled="0"/>
                </a:gradFill>
                <a:latin typeface="+mn-lt"/>
                <a:ea typeface="+mn-ea"/>
                <a:cs typeface="+mn-cs"/>
              </a:defRPr>
            </a:lvl2pPr>
            <a:lvl3pPr marL="0" indent="0">
              <a:spcBef>
                <a:spcPts val="0"/>
              </a:spcBef>
              <a:spcAft>
                <a:spcPts val="400"/>
              </a:spcAft>
              <a:buNone/>
              <a:defRPr sz="2000"/>
            </a:lvl3pPr>
            <a:lvl4pPr marL="0" indent="0">
              <a:spcBef>
                <a:spcPts val="0"/>
              </a:spcBef>
              <a:spcAft>
                <a:spcPts val="400"/>
              </a:spcAft>
              <a:buNone/>
              <a:defRPr/>
            </a:lvl4pPr>
            <a:lvl5pPr marL="342900" indent="-342900">
              <a:spcBef>
                <a:spcPts val="0"/>
              </a:spcBef>
              <a:spcAft>
                <a:spcPts val="400"/>
              </a:spcAft>
              <a:buFont typeface="Arial" pitchFamily="34" charset="0"/>
              <a:buChar char="•"/>
              <a:defRPr/>
            </a:lvl5pPr>
            <a:lvl6pPr marL="1033462" indent="-342900">
              <a:buFont typeface="Arial" pitchFamily="34" charset="0"/>
              <a:buChar char="•"/>
              <a:defRPr sz="2400">
                <a:gradFill>
                  <a:gsLst>
                    <a:gs pos="0">
                      <a:srgbClr val="595959"/>
                    </a:gs>
                    <a:gs pos="86000">
                      <a:srgbClr val="595959"/>
                    </a:gs>
                  </a:gsLst>
                  <a:lin ang="5400000" scaled="0"/>
                </a:gradFill>
              </a:defRPr>
            </a:lvl6pPr>
            <a:lvl7pPr marL="1255713" indent="-225425">
              <a:defRPr>
                <a:gradFill>
                  <a:gsLst>
                    <a:gs pos="0">
                      <a:srgbClr val="595959"/>
                    </a:gs>
                    <a:gs pos="86000">
                      <a:srgbClr val="595959"/>
                    </a:gs>
                  </a:gsLst>
                  <a:lin ang="5400000" scaled="0"/>
                </a:gradFill>
              </a:defRPr>
            </a:lvl7pPr>
            <a:lvl8pPr marL="1487488" indent="-231775">
              <a:defRPr>
                <a:gradFill>
                  <a:gsLst>
                    <a:gs pos="0">
                      <a:srgbClr val="595959"/>
                    </a:gs>
                    <a:gs pos="86000">
                      <a:srgbClr val="595959"/>
                    </a:gs>
                  </a:gsLst>
                  <a:lin ang="5400000" scaled="0"/>
                </a:gradFill>
              </a:defRPr>
            </a:lvl8pPr>
          </a:lstStyle>
          <a:p>
            <a:pPr marL="346075" lvl="0" indent="-346075" algn="l" defTabSz="914363" rtl="0" eaLnBrk="1" latinLnBrk="0" hangingPunct="1">
              <a:lnSpc>
                <a:spcPct val="90000"/>
              </a:lnSpc>
              <a:spcBef>
                <a:spcPct val="20000"/>
              </a:spcBef>
              <a:buSzPct val="90000"/>
              <a:buFont typeface="Arial" pitchFamily="34" charset="0"/>
              <a:buChar char="•"/>
            </a:pPr>
            <a:r>
              <a:rPr lang="en-US" smtClean="0"/>
              <a:t>Click to edit Master text styles</a:t>
            </a:r>
          </a:p>
          <a:p>
            <a:pPr marL="346075" lvl="1" indent="-346075" algn="l" defTabSz="914363" rtl="0" eaLnBrk="1" latinLnBrk="0" hangingPunct="1">
              <a:lnSpc>
                <a:spcPct val="90000"/>
              </a:lnSpc>
              <a:spcBef>
                <a:spcPct val="20000"/>
              </a:spcBef>
              <a:buSzPct val="90000"/>
              <a:buFont typeface="Arial" pitchFamily="34" charset="0"/>
              <a:buChar char="•"/>
            </a:pPr>
            <a:r>
              <a:rPr lang="en-US" smtClean="0"/>
              <a:t>Second level</a:t>
            </a:r>
          </a:p>
          <a:p>
            <a:pPr marL="346075" lvl="2" indent="-346075" algn="l" defTabSz="914363" rtl="0" eaLnBrk="1" latinLnBrk="0" hangingPunct="1">
              <a:lnSpc>
                <a:spcPct val="90000"/>
              </a:lnSpc>
              <a:spcBef>
                <a:spcPct val="20000"/>
              </a:spcBef>
              <a:buSzPct val="90000"/>
              <a:buFont typeface="Arial" pitchFamily="34" charset="0"/>
              <a:buChar char="•"/>
            </a:pPr>
            <a:r>
              <a:rPr lang="en-US" smtClean="0"/>
              <a:t>Third level</a:t>
            </a:r>
          </a:p>
          <a:p>
            <a:pPr marL="346075" lvl="3" indent="-346075" algn="l" defTabSz="914363" rtl="0" eaLnBrk="1" latinLnBrk="0" hangingPunct="1">
              <a:lnSpc>
                <a:spcPct val="90000"/>
              </a:lnSpc>
              <a:spcBef>
                <a:spcPct val="20000"/>
              </a:spcBef>
              <a:buSzPct val="90000"/>
              <a:buFont typeface="Arial" pitchFamily="34" charset="0"/>
              <a:buChar char="•"/>
            </a:pPr>
            <a:r>
              <a:rPr lang="en-US" smtClean="0"/>
              <a:t>Fourth level</a:t>
            </a:r>
          </a:p>
          <a:p>
            <a:pPr marL="346075" lvl="4" indent="-346075" algn="l" defTabSz="914363" rtl="0" eaLnBrk="1" latinLnBrk="0" hangingPunct="1">
              <a:lnSpc>
                <a:spcPct val="90000"/>
              </a:lnSpc>
              <a:spcBef>
                <a:spcPct val="20000"/>
              </a:spcBef>
              <a:buSzPct val="90000"/>
              <a:buFont typeface="Arial" pitchFamily="34" charset="0"/>
              <a:buChar char="•"/>
            </a:pPr>
            <a:r>
              <a:rPr lang="en-US" smtClean="0"/>
              <a:t>Fifth level</a:t>
            </a:r>
            <a:endParaRPr lang="en-US" dirty="0" smtClean="0"/>
          </a:p>
        </p:txBody>
      </p:sp>
      <p:pic>
        <p:nvPicPr>
          <p:cNvPr id="4" name="Picture 3"/>
          <p:cNvPicPr>
            <a:picLocks noChangeAspect="1"/>
          </p:cNvPicPr>
          <p:nvPr userDrawn="1"/>
        </p:nvPicPr>
        <p:blipFill>
          <a:blip r:embed="rId2" cstate="print">
            <a:duotone>
              <a:prstClr val="black"/>
              <a:schemeClr val="tx2">
                <a:tint val="45000"/>
                <a:satMod val="400000"/>
              </a:schemeClr>
            </a:duotone>
            <a:extLst>
              <a:ext uri="{BEBA8EAE-BF5A-486C-A8C5-ECC9F3942E4B}">
                <a14:imgProps xmlns:a14="http://schemas.microsoft.com/office/drawing/2010/main">
                  <a14:imgLayer r:embed="rId3">
                    <a14:imgEffect>
                      <a14:brightnessContrast bright="-20000" contrast="-40000"/>
                    </a14:imgEffect>
                  </a14:imgLayer>
                </a14:imgProps>
              </a:ext>
              <a:ext uri="{28A0092B-C50C-407E-A947-70E740481C1C}">
                <a14:useLocalDpi xmlns:a14="http://schemas.microsoft.com/office/drawing/2010/main" val="0"/>
              </a:ext>
            </a:extLst>
          </a:blip>
          <a:stretch>
            <a:fillRect/>
          </a:stretch>
        </p:blipFill>
        <p:spPr>
          <a:xfrm>
            <a:off x="518804" y="6372547"/>
            <a:ext cx="1682359" cy="195501"/>
          </a:xfrm>
          <a:prstGeom prst="rect">
            <a:avLst/>
          </a:prstGeom>
        </p:spPr>
      </p:pic>
    </p:spTree>
    <p:extLst>
      <p:ext uri="{BB962C8B-B14F-4D97-AF65-F5344CB8AC3E}">
        <p14:creationId xmlns:p14="http://schemas.microsoft.com/office/powerpoint/2010/main" val="2835061488"/>
      </p:ext>
    </p:extLst>
  </p:cSld>
  <p:clrMapOvr>
    <a:masterClrMapping/>
  </p:clrMapOvr>
  <p:transition>
    <p:fade/>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519248" y="228601"/>
            <a:ext cx="11151917" cy="747897"/>
          </a:xfrm>
        </p:spPr>
        <p:txBody>
          <a:bodyPr/>
          <a:lstStyle>
            <a:lvl1pPr>
              <a:defRPr sz="5400"/>
            </a:lvl1pPr>
          </a:lstStyle>
          <a:p>
            <a:r>
              <a:rPr lang="en-US" smtClean="0"/>
              <a:t>Click to edit Master title style</a:t>
            </a:r>
            <a:endParaRPr lang="en-US" dirty="0"/>
          </a:p>
        </p:txBody>
      </p:sp>
      <p:sp>
        <p:nvSpPr>
          <p:cNvPr id="3" name="Content Placeholder 2"/>
          <p:cNvSpPr>
            <a:spLocks noGrp="1"/>
          </p:cNvSpPr>
          <p:nvPr>
            <p:ph sz="half" idx="1"/>
          </p:nvPr>
        </p:nvSpPr>
        <p:spPr>
          <a:xfrm>
            <a:off x="519248" y="1447800"/>
            <a:ext cx="5487829" cy="2443746"/>
          </a:xfrm>
        </p:spPr>
        <p:txBody>
          <a:bodyPr/>
          <a:lstStyle>
            <a:lvl1pPr marL="341313" indent="-341313">
              <a:lnSpc>
                <a:spcPct val="90000"/>
              </a:lnSpc>
              <a:buSzPct val="80000"/>
              <a:buFont typeface="Arial" pitchFamily="34" charset="0"/>
              <a:buChar char="•"/>
              <a:defRPr sz="3200"/>
            </a:lvl1pPr>
            <a:lvl2pPr marL="627063" indent="-285750">
              <a:lnSpc>
                <a:spcPct val="90000"/>
              </a:lnSpc>
              <a:buSzPct val="80000"/>
              <a:buFont typeface="Arial" pitchFamily="34" charset="0"/>
              <a:buChar char="•"/>
              <a:defRPr sz="2800"/>
            </a:lvl2pPr>
            <a:lvl3pPr marL="914400" indent="-287338">
              <a:lnSpc>
                <a:spcPct val="90000"/>
              </a:lnSpc>
              <a:buSzPct val="80000"/>
              <a:buFont typeface="Arial" pitchFamily="34" charset="0"/>
              <a:buChar char="•"/>
              <a:defRPr sz="2400"/>
            </a:lvl3pPr>
            <a:lvl4pPr marL="1712913" indent="-225425">
              <a:lnSpc>
                <a:spcPct val="90000"/>
              </a:lnSpc>
              <a:buSzPct val="80000"/>
              <a:buFont typeface="Arial" pitchFamily="34" charset="0"/>
              <a:buChar char="•"/>
              <a:defRPr sz="2000"/>
            </a:lvl4pPr>
            <a:lvl5pPr marL="1944688" indent="-231775">
              <a:lnSpc>
                <a:spcPct val="90000"/>
              </a:lnSpc>
              <a:buSzPct val="80000"/>
              <a:buFont typeface="Arial" pitchFamily="34" charset="0"/>
              <a:buChar char="•"/>
              <a:defRPr sz="20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183335" y="1447800"/>
            <a:ext cx="5487829" cy="2443746"/>
          </a:xfrm>
        </p:spPr>
        <p:txBody>
          <a:bodyPr/>
          <a:lstStyle>
            <a:lvl1pPr marL="457200" indent="-457200">
              <a:lnSpc>
                <a:spcPct val="90000"/>
              </a:lnSpc>
              <a:buSzPct val="80000"/>
              <a:buFont typeface="Arial" pitchFamily="34" charset="0"/>
              <a:buChar char="•"/>
              <a:defRPr lang="en-US" sz="3200" kern="1200" dirty="0" smtClean="0">
                <a:gradFill>
                  <a:gsLst>
                    <a:gs pos="0">
                      <a:srgbClr val="595959"/>
                    </a:gs>
                    <a:gs pos="86000">
                      <a:srgbClr val="595959"/>
                    </a:gs>
                  </a:gsLst>
                  <a:lin ang="5400000" scaled="0"/>
                </a:gradFill>
                <a:latin typeface="+mn-lt"/>
                <a:ea typeface="+mn-ea"/>
                <a:cs typeface="+mn-cs"/>
              </a:defRPr>
            </a:lvl1pPr>
            <a:lvl2pPr marL="798513" indent="-457200">
              <a:lnSpc>
                <a:spcPct val="90000"/>
              </a:lnSpc>
              <a:buSzPct val="80000"/>
              <a:buFont typeface="Arial" pitchFamily="34" charset="0"/>
              <a:buChar char="•"/>
              <a:defRPr lang="en-US" sz="2800" kern="1200" dirty="0" smtClean="0">
                <a:gradFill>
                  <a:gsLst>
                    <a:gs pos="0">
                      <a:srgbClr val="595959"/>
                    </a:gs>
                    <a:gs pos="86000">
                      <a:srgbClr val="595959"/>
                    </a:gs>
                  </a:gsLst>
                  <a:lin ang="5400000" scaled="0"/>
                </a:gradFill>
                <a:latin typeface="+mn-lt"/>
                <a:ea typeface="+mn-ea"/>
                <a:cs typeface="+mn-cs"/>
              </a:defRPr>
            </a:lvl2pPr>
            <a:lvl3pPr marL="969962" indent="-342900">
              <a:lnSpc>
                <a:spcPct val="90000"/>
              </a:lnSpc>
              <a:buSzPct val="80000"/>
              <a:buFont typeface="Arial" pitchFamily="34" charset="0"/>
              <a:buChar char="•"/>
              <a:defRPr lang="en-US" sz="2400" kern="1200" dirty="0" smtClean="0">
                <a:gradFill>
                  <a:gsLst>
                    <a:gs pos="0">
                      <a:srgbClr val="595959"/>
                    </a:gs>
                    <a:gs pos="86000">
                      <a:srgbClr val="595959"/>
                    </a:gs>
                  </a:gsLst>
                  <a:lin ang="5400000" scaled="0"/>
                </a:gradFill>
                <a:latin typeface="+mn-lt"/>
                <a:ea typeface="+mn-ea"/>
                <a:cs typeface="+mn-cs"/>
              </a:defRPr>
            </a:lvl3pPr>
            <a:lvl4pPr marL="1830388" indent="-342900">
              <a:lnSpc>
                <a:spcPct val="90000"/>
              </a:lnSpc>
              <a:buSzPct val="80000"/>
              <a:buFont typeface="Arial" pitchFamily="34" charset="0"/>
              <a:buChar char="•"/>
              <a:defRPr lang="en-US" sz="2000" kern="1200" dirty="0" smtClean="0">
                <a:gradFill>
                  <a:gsLst>
                    <a:gs pos="0">
                      <a:srgbClr val="595959"/>
                    </a:gs>
                    <a:gs pos="86000">
                      <a:srgbClr val="595959"/>
                    </a:gs>
                  </a:gsLst>
                  <a:lin ang="5400000" scaled="0"/>
                </a:gradFill>
                <a:latin typeface="+mn-lt"/>
                <a:ea typeface="+mn-ea"/>
                <a:cs typeface="+mn-cs"/>
              </a:defRPr>
            </a:lvl4pPr>
            <a:lvl5pPr marL="2055813" indent="-342900">
              <a:lnSpc>
                <a:spcPct val="90000"/>
              </a:lnSpc>
              <a:buSzPct val="80000"/>
              <a:buFont typeface="Arial" pitchFamily="34" charset="0"/>
              <a:buChar char="•"/>
              <a:defRPr lang="en-US" sz="2000" kern="1200" dirty="0">
                <a:gradFill>
                  <a:gsLst>
                    <a:gs pos="0">
                      <a:srgbClr val="595959"/>
                    </a:gs>
                    <a:gs pos="86000">
                      <a:srgbClr val="595959"/>
                    </a:gs>
                  </a:gsLst>
                  <a:lin ang="5400000" scaled="0"/>
                </a:gradFill>
                <a:latin typeface="+mn-lt"/>
                <a:ea typeface="+mn-ea"/>
                <a:cs typeface="+mn-cs"/>
              </a:defRPr>
            </a:lvl5pPr>
            <a:lvl6pPr>
              <a:defRPr sz="1800"/>
            </a:lvl6pPr>
            <a:lvl7pPr>
              <a:defRPr sz="1800"/>
            </a:lvl7pPr>
            <a:lvl8pPr>
              <a:defRPr sz="1800"/>
            </a:lvl8pPr>
            <a:lvl9pPr>
              <a:defRPr sz="1800"/>
            </a:lvl9pPr>
          </a:lstStyle>
          <a:p>
            <a:pPr marL="341313" lvl="0" indent="-341313" algn="l" defTabSz="914363" rtl="0" eaLnBrk="1" latinLnBrk="0" hangingPunct="1">
              <a:lnSpc>
                <a:spcPct val="90000"/>
              </a:lnSpc>
              <a:spcBef>
                <a:spcPct val="20000"/>
              </a:spcBef>
              <a:buSzPct val="80000"/>
              <a:buFont typeface="Arial" pitchFamily="34" charset="0"/>
              <a:buChar char="•"/>
            </a:pPr>
            <a:r>
              <a:rPr lang="en-US" smtClean="0"/>
              <a:t>Click to edit Master text styles</a:t>
            </a:r>
          </a:p>
          <a:p>
            <a:pPr marL="341313" lvl="1" indent="-341313" algn="l" defTabSz="914363" rtl="0" eaLnBrk="1" latinLnBrk="0" hangingPunct="1">
              <a:lnSpc>
                <a:spcPct val="90000"/>
              </a:lnSpc>
              <a:spcBef>
                <a:spcPct val="20000"/>
              </a:spcBef>
              <a:buSzPct val="80000"/>
              <a:buFont typeface="Arial" pitchFamily="34" charset="0"/>
              <a:buChar char="•"/>
            </a:pPr>
            <a:r>
              <a:rPr lang="en-US" smtClean="0"/>
              <a:t>Second level</a:t>
            </a:r>
          </a:p>
          <a:p>
            <a:pPr marL="341313" lvl="2" indent="-341313" algn="l" defTabSz="914363" rtl="0" eaLnBrk="1" latinLnBrk="0" hangingPunct="1">
              <a:lnSpc>
                <a:spcPct val="90000"/>
              </a:lnSpc>
              <a:spcBef>
                <a:spcPct val="20000"/>
              </a:spcBef>
              <a:buSzPct val="80000"/>
              <a:buFont typeface="Arial" pitchFamily="34" charset="0"/>
              <a:buChar char="•"/>
            </a:pPr>
            <a:r>
              <a:rPr lang="en-US" smtClean="0"/>
              <a:t>Third level</a:t>
            </a:r>
          </a:p>
          <a:p>
            <a:pPr marL="341313" lvl="3" indent="-341313" algn="l" defTabSz="914363" rtl="0" eaLnBrk="1" latinLnBrk="0" hangingPunct="1">
              <a:lnSpc>
                <a:spcPct val="90000"/>
              </a:lnSpc>
              <a:spcBef>
                <a:spcPct val="20000"/>
              </a:spcBef>
              <a:buSzPct val="80000"/>
              <a:buFont typeface="Arial" pitchFamily="34" charset="0"/>
              <a:buChar char="•"/>
            </a:pPr>
            <a:r>
              <a:rPr lang="en-US" smtClean="0"/>
              <a:t>Fourth level</a:t>
            </a:r>
          </a:p>
          <a:p>
            <a:pPr marL="341313" lvl="4" indent="-341313" algn="l" defTabSz="914363" rtl="0" eaLnBrk="1" latinLnBrk="0" hangingPunct="1">
              <a:lnSpc>
                <a:spcPct val="90000"/>
              </a:lnSpc>
              <a:spcBef>
                <a:spcPct val="20000"/>
              </a:spcBef>
              <a:buSzPct val="80000"/>
              <a:buFont typeface="Arial" pitchFamily="34" charset="0"/>
              <a:buChar char="•"/>
            </a:pPr>
            <a:r>
              <a:rPr lang="en-US" smtClean="0"/>
              <a:t>Fifth level</a:t>
            </a:r>
            <a:endParaRPr lang="en-US" dirty="0"/>
          </a:p>
        </p:txBody>
      </p:sp>
      <p:pic>
        <p:nvPicPr>
          <p:cNvPr id="5" name="Picture 4"/>
          <p:cNvPicPr>
            <a:picLocks noChangeAspect="1"/>
          </p:cNvPicPr>
          <p:nvPr userDrawn="1"/>
        </p:nvPicPr>
        <p:blipFill>
          <a:blip r:embed="rId2" cstate="print">
            <a:duotone>
              <a:prstClr val="black"/>
              <a:schemeClr val="tx2">
                <a:tint val="45000"/>
                <a:satMod val="400000"/>
              </a:schemeClr>
            </a:duotone>
            <a:extLst>
              <a:ext uri="{BEBA8EAE-BF5A-486C-A8C5-ECC9F3942E4B}">
                <a14:imgProps xmlns:a14="http://schemas.microsoft.com/office/drawing/2010/main">
                  <a14:imgLayer r:embed="rId3">
                    <a14:imgEffect>
                      <a14:brightnessContrast bright="-20000" contrast="-40000"/>
                    </a14:imgEffect>
                  </a14:imgLayer>
                </a14:imgProps>
              </a:ext>
              <a:ext uri="{28A0092B-C50C-407E-A947-70E740481C1C}">
                <a14:useLocalDpi xmlns:a14="http://schemas.microsoft.com/office/drawing/2010/main" val="0"/>
              </a:ext>
            </a:extLst>
          </a:blip>
          <a:stretch>
            <a:fillRect/>
          </a:stretch>
        </p:blipFill>
        <p:spPr>
          <a:xfrm>
            <a:off x="518804" y="6372547"/>
            <a:ext cx="1682359" cy="195501"/>
          </a:xfrm>
          <a:prstGeom prst="rect">
            <a:avLst/>
          </a:prstGeom>
        </p:spPr>
      </p:pic>
    </p:spTree>
    <p:extLst>
      <p:ext uri="{BB962C8B-B14F-4D97-AF65-F5344CB8AC3E}">
        <p14:creationId xmlns:p14="http://schemas.microsoft.com/office/powerpoint/2010/main" val="96024282"/>
      </p:ext>
    </p:extLst>
  </p:cSld>
  <p:clrMapOvr>
    <a:masterClrMapping/>
  </p:clrMapOvr>
  <p:transition>
    <p:fade/>
  </p:transition>
  <p:timing>
    <p:tnLst>
      <p:par>
        <p:cTn id="1" dur="indefinite" restart="never" nodeType="tmRoot"/>
      </p:par>
    </p:tnLst>
  </p:timing>
</p:sldLayout>
</file>

<file path=ppt/slideLayouts/slideLayout3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519248" y="228601"/>
            <a:ext cx="11151917" cy="747897"/>
          </a:xfrm>
        </p:spPr>
        <p:txBody>
          <a:bodyPr/>
          <a:lstStyle>
            <a:lvl1pPr>
              <a:defRPr sz="5400"/>
            </a:lvl1pPr>
          </a:lstStyle>
          <a:p>
            <a:r>
              <a:rPr lang="en-US" smtClean="0"/>
              <a:t>Click to edit Master title style</a:t>
            </a:r>
            <a:endParaRPr lang="en-US" dirty="0"/>
          </a:p>
        </p:txBody>
      </p:sp>
      <p:sp>
        <p:nvSpPr>
          <p:cNvPr id="3" name="Text Placeholder 2"/>
          <p:cNvSpPr>
            <a:spLocks noGrp="1"/>
          </p:cNvSpPr>
          <p:nvPr>
            <p:ph type="body" idx="1"/>
          </p:nvPr>
        </p:nvSpPr>
        <p:spPr>
          <a:xfrm>
            <a:off x="519248" y="1447800"/>
            <a:ext cx="5487829" cy="443198"/>
          </a:xfrm>
        </p:spPr>
        <p:txBody>
          <a:bodyPr anchor="b"/>
          <a:lstStyle>
            <a:lvl1pPr marL="0" indent="0">
              <a:lnSpc>
                <a:spcPct val="90000"/>
              </a:lnSpc>
              <a:spcBef>
                <a:spcPts val="0"/>
              </a:spcBef>
              <a:buNone/>
              <a:defRPr sz="3200" b="0">
                <a:latin typeface="Segoe UI Light" pitchFamily="34" charset="0"/>
              </a:defRPr>
            </a:lvl1pPr>
            <a:lvl2pPr marL="457182" indent="0">
              <a:buNone/>
              <a:defRPr sz="2000" b="1"/>
            </a:lvl2pPr>
            <a:lvl3pPr marL="914363" indent="0">
              <a:buNone/>
              <a:defRPr sz="1800" b="1"/>
            </a:lvl3pPr>
            <a:lvl4pPr marL="1371545" indent="0">
              <a:buNone/>
              <a:defRPr sz="1600" b="1"/>
            </a:lvl4pPr>
            <a:lvl5pPr marL="1828727" indent="0">
              <a:buNone/>
              <a:defRPr sz="1600" b="1"/>
            </a:lvl5pPr>
            <a:lvl6pPr marL="2285909" indent="0">
              <a:buNone/>
              <a:defRPr sz="1600" b="1"/>
            </a:lvl6pPr>
            <a:lvl7pPr marL="2743090" indent="0">
              <a:buNone/>
              <a:defRPr sz="1600" b="1"/>
            </a:lvl7pPr>
            <a:lvl8pPr marL="3200272" indent="0">
              <a:buNone/>
              <a:defRPr sz="1600" b="1"/>
            </a:lvl8pPr>
            <a:lvl9pPr marL="3657454"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508000" y="2266796"/>
            <a:ext cx="5486400" cy="1945148"/>
          </a:xfrm>
        </p:spPr>
        <p:txBody>
          <a:bodyPr/>
          <a:lstStyle>
            <a:lvl1pPr marL="403225" indent="-403225">
              <a:buSzPct val="80000"/>
              <a:buFont typeface="Arial" pitchFamily="34" charset="0"/>
              <a:buChar char="•"/>
              <a:defRPr sz="2800"/>
            </a:lvl1pPr>
            <a:lvl2pPr marL="744538" indent="-322263">
              <a:buSzPct val="80000"/>
              <a:buFont typeface="Arial" pitchFamily="34" charset="0"/>
              <a:buChar char="•"/>
              <a:defRPr sz="2800"/>
            </a:lvl2pPr>
            <a:lvl3pPr marL="1027113" indent="-282575" defTabSz="1030288">
              <a:buSzPct val="80000"/>
              <a:buFont typeface="Arial" pitchFamily="34" charset="0"/>
              <a:buChar char="•"/>
              <a:defRPr sz="2400"/>
            </a:lvl3pPr>
            <a:lvl4pPr marL="1317625" indent="-287338">
              <a:buSzPct val="80000"/>
              <a:buFont typeface="Arial" pitchFamily="34" charset="0"/>
              <a:buChar char="•"/>
              <a:defRPr sz="2000"/>
            </a:lvl4pPr>
            <a:lvl5pPr marL="1541463" indent="-223838">
              <a:buSzPct val="80000"/>
              <a:buFont typeface="Arial" pitchFamily="34" charset="0"/>
              <a:buChar char="•"/>
              <a:defRPr sz="20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183335" y="1447800"/>
            <a:ext cx="5487829" cy="443198"/>
          </a:xfrm>
        </p:spPr>
        <p:txBody>
          <a:bodyPr anchor="b"/>
          <a:lstStyle>
            <a:lvl1pPr marL="0" indent="0">
              <a:lnSpc>
                <a:spcPct val="90000"/>
              </a:lnSpc>
              <a:spcBef>
                <a:spcPts val="0"/>
              </a:spcBef>
              <a:buNone/>
              <a:defRPr sz="3200" b="0">
                <a:latin typeface="Segoe UI Light" pitchFamily="34" charset="0"/>
              </a:defRPr>
            </a:lvl1pPr>
            <a:lvl2pPr marL="457182" indent="0">
              <a:buNone/>
              <a:defRPr sz="2000" b="1"/>
            </a:lvl2pPr>
            <a:lvl3pPr marL="914363" indent="0">
              <a:buNone/>
              <a:defRPr sz="1800" b="1"/>
            </a:lvl3pPr>
            <a:lvl4pPr marL="1371545" indent="0">
              <a:buNone/>
              <a:defRPr sz="1600" b="1"/>
            </a:lvl4pPr>
            <a:lvl5pPr marL="1828727" indent="0">
              <a:buNone/>
              <a:defRPr sz="1600" b="1"/>
            </a:lvl5pPr>
            <a:lvl6pPr marL="2285909" indent="0">
              <a:buNone/>
              <a:defRPr sz="1600" b="1"/>
            </a:lvl6pPr>
            <a:lvl7pPr marL="2743090" indent="0">
              <a:buNone/>
              <a:defRPr sz="1600" b="1"/>
            </a:lvl7pPr>
            <a:lvl8pPr marL="3200272" indent="0">
              <a:buNone/>
              <a:defRPr sz="1600" b="1"/>
            </a:lvl8pPr>
            <a:lvl9pPr marL="3657454"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83335" y="2266796"/>
            <a:ext cx="5487829" cy="1945148"/>
          </a:xfrm>
        </p:spPr>
        <p:txBody>
          <a:bodyPr/>
          <a:lstStyle>
            <a:lvl1pPr marL="296321" indent="-296321">
              <a:buSzPct val="80000"/>
              <a:buFont typeface="Arial" pitchFamily="34" charset="0"/>
              <a:buChar char="•"/>
              <a:defRPr lang="en-US" sz="2800" kern="1200" dirty="0" smtClean="0">
                <a:gradFill>
                  <a:gsLst>
                    <a:gs pos="0">
                      <a:srgbClr val="595959"/>
                    </a:gs>
                    <a:gs pos="86000">
                      <a:srgbClr val="595959"/>
                    </a:gs>
                  </a:gsLst>
                  <a:lin ang="5400000" scaled="0"/>
                </a:gradFill>
                <a:latin typeface="+mn-lt"/>
                <a:ea typeface="+mn-ea"/>
                <a:cs typeface="+mn-cs"/>
              </a:defRPr>
            </a:lvl1pPr>
            <a:lvl2pPr marL="457200" indent="-457200">
              <a:buSzPct val="80000"/>
              <a:buFont typeface="Arial" pitchFamily="34" charset="0"/>
              <a:buChar char="•"/>
              <a:defRPr lang="en-US" sz="2800" kern="1200" dirty="0" smtClean="0">
                <a:gradFill>
                  <a:gsLst>
                    <a:gs pos="0">
                      <a:srgbClr val="595959"/>
                    </a:gs>
                    <a:gs pos="86000">
                      <a:srgbClr val="595959"/>
                    </a:gs>
                  </a:gsLst>
                  <a:lin ang="5400000" scaled="0"/>
                </a:gradFill>
                <a:latin typeface="+mn-lt"/>
                <a:ea typeface="+mn-ea"/>
                <a:cs typeface="+mn-cs"/>
              </a:defRPr>
            </a:lvl2pPr>
            <a:lvl3pPr marL="765175" indent="-342900">
              <a:buSzPct val="80000"/>
              <a:buFont typeface="Arial" pitchFamily="34" charset="0"/>
              <a:buChar char="•"/>
              <a:defRPr lang="en-US" sz="2400" kern="1200" dirty="0" smtClean="0">
                <a:gradFill>
                  <a:gsLst>
                    <a:gs pos="0">
                      <a:srgbClr val="595959"/>
                    </a:gs>
                    <a:gs pos="86000">
                      <a:srgbClr val="595959"/>
                    </a:gs>
                  </a:gsLst>
                  <a:lin ang="5400000" scaled="0"/>
                </a:gradFill>
                <a:latin typeface="+mn-lt"/>
                <a:ea typeface="+mn-ea"/>
                <a:cs typeface="+mn-cs"/>
              </a:defRPr>
            </a:lvl3pPr>
            <a:lvl4pPr marL="1373187" indent="-342900">
              <a:buSzPct val="80000"/>
              <a:buFont typeface="Arial" pitchFamily="34" charset="0"/>
              <a:buChar char="•"/>
              <a:defRPr lang="en-US" sz="2000" kern="1200" dirty="0" smtClean="0">
                <a:gradFill>
                  <a:gsLst>
                    <a:gs pos="0">
                      <a:srgbClr val="595959"/>
                    </a:gs>
                    <a:gs pos="86000">
                      <a:srgbClr val="595959"/>
                    </a:gs>
                  </a:gsLst>
                  <a:lin ang="5400000" scaled="0"/>
                </a:gradFill>
                <a:latin typeface="+mn-lt"/>
                <a:ea typeface="+mn-ea"/>
                <a:cs typeface="+mn-cs"/>
              </a:defRPr>
            </a:lvl4pPr>
            <a:lvl5pPr marL="1087438" indent="-342900">
              <a:buSzPct val="80000"/>
              <a:buFont typeface="Arial" pitchFamily="34" charset="0"/>
              <a:buChar char="•"/>
              <a:defRPr lang="en-US" sz="2000" kern="1200" dirty="0">
                <a:gradFill>
                  <a:gsLst>
                    <a:gs pos="0">
                      <a:srgbClr val="595959"/>
                    </a:gs>
                    <a:gs pos="86000">
                      <a:srgbClr val="595959"/>
                    </a:gs>
                  </a:gsLst>
                  <a:lin ang="5400000" scaled="0"/>
                </a:gradFill>
                <a:latin typeface="+mn-lt"/>
                <a:ea typeface="+mn-ea"/>
                <a:cs typeface="+mn-cs"/>
              </a:defRPr>
            </a:lvl5pPr>
            <a:lvl6pPr marL="1373187" indent="-342900">
              <a:defRPr sz="1600"/>
            </a:lvl6pPr>
            <a:lvl7pPr marL="1603375" indent="-285750">
              <a:defRPr sz="1600"/>
            </a:lvl7pPr>
            <a:lvl8pPr>
              <a:defRPr sz="1600"/>
            </a:lvl8pPr>
            <a:lvl9pPr>
              <a:defRPr sz="1600"/>
            </a:lvl9pPr>
          </a:lstStyle>
          <a:p>
            <a:pPr marL="403225" lvl="0" indent="-403225" algn="l" defTabSz="914363" rtl="0" eaLnBrk="1" latinLnBrk="0" hangingPunct="1">
              <a:lnSpc>
                <a:spcPct val="90000"/>
              </a:lnSpc>
              <a:spcBef>
                <a:spcPct val="20000"/>
              </a:spcBef>
              <a:buSzPct val="80000"/>
            </a:pPr>
            <a:r>
              <a:rPr lang="en-US" smtClean="0"/>
              <a:t>Click to edit Master text styles</a:t>
            </a:r>
          </a:p>
          <a:p>
            <a:pPr marL="403225" lvl="1" indent="-403225" algn="l" defTabSz="914363" rtl="0" eaLnBrk="1" latinLnBrk="0" hangingPunct="1">
              <a:lnSpc>
                <a:spcPct val="90000"/>
              </a:lnSpc>
              <a:spcBef>
                <a:spcPct val="20000"/>
              </a:spcBef>
              <a:buSzPct val="80000"/>
            </a:pPr>
            <a:r>
              <a:rPr lang="en-US" smtClean="0"/>
              <a:t>Second level</a:t>
            </a:r>
          </a:p>
          <a:p>
            <a:pPr marL="403225" lvl="2" indent="-403225" algn="l" defTabSz="914363" rtl="0" eaLnBrk="1" latinLnBrk="0" hangingPunct="1">
              <a:lnSpc>
                <a:spcPct val="90000"/>
              </a:lnSpc>
              <a:spcBef>
                <a:spcPct val="20000"/>
              </a:spcBef>
              <a:buSzPct val="80000"/>
            </a:pPr>
            <a:r>
              <a:rPr lang="en-US" smtClean="0"/>
              <a:t>Third level</a:t>
            </a:r>
          </a:p>
          <a:p>
            <a:pPr marL="403225" lvl="3" indent="-403225" algn="l" defTabSz="914363" rtl="0" eaLnBrk="1" latinLnBrk="0" hangingPunct="1">
              <a:lnSpc>
                <a:spcPct val="90000"/>
              </a:lnSpc>
              <a:spcBef>
                <a:spcPct val="20000"/>
              </a:spcBef>
              <a:buSzPct val="80000"/>
            </a:pPr>
            <a:r>
              <a:rPr lang="en-US" smtClean="0"/>
              <a:t>Fourth level</a:t>
            </a:r>
          </a:p>
          <a:p>
            <a:pPr marL="403225" lvl="4" indent="-403225" algn="l" defTabSz="914363" rtl="0" eaLnBrk="1" latinLnBrk="0" hangingPunct="1">
              <a:lnSpc>
                <a:spcPct val="90000"/>
              </a:lnSpc>
              <a:spcBef>
                <a:spcPct val="20000"/>
              </a:spcBef>
              <a:buSzPct val="80000"/>
            </a:pPr>
            <a:r>
              <a:rPr lang="en-US" smtClean="0"/>
              <a:t>Fifth level</a:t>
            </a:r>
            <a:endParaRPr lang="en-US" dirty="0"/>
          </a:p>
        </p:txBody>
      </p:sp>
      <p:pic>
        <p:nvPicPr>
          <p:cNvPr id="7" name="Picture 6"/>
          <p:cNvPicPr>
            <a:picLocks noChangeAspect="1"/>
          </p:cNvPicPr>
          <p:nvPr userDrawn="1"/>
        </p:nvPicPr>
        <p:blipFill>
          <a:blip r:embed="rId2" cstate="print">
            <a:duotone>
              <a:prstClr val="black"/>
              <a:schemeClr val="tx2">
                <a:tint val="45000"/>
                <a:satMod val="400000"/>
              </a:schemeClr>
            </a:duotone>
            <a:extLst>
              <a:ext uri="{BEBA8EAE-BF5A-486C-A8C5-ECC9F3942E4B}">
                <a14:imgProps xmlns:a14="http://schemas.microsoft.com/office/drawing/2010/main">
                  <a14:imgLayer r:embed="rId3">
                    <a14:imgEffect>
                      <a14:brightnessContrast bright="-20000" contrast="-40000"/>
                    </a14:imgEffect>
                  </a14:imgLayer>
                </a14:imgProps>
              </a:ext>
              <a:ext uri="{28A0092B-C50C-407E-A947-70E740481C1C}">
                <a14:useLocalDpi xmlns:a14="http://schemas.microsoft.com/office/drawing/2010/main" val="0"/>
              </a:ext>
            </a:extLst>
          </a:blip>
          <a:stretch>
            <a:fillRect/>
          </a:stretch>
        </p:blipFill>
        <p:spPr>
          <a:xfrm>
            <a:off x="518804" y="6372547"/>
            <a:ext cx="1682359" cy="195501"/>
          </a:xfrm>
          <a:prstGeom prst="rect">
            <a:avLst/>
          </a:prstGeom>
        </p:spPr>
      </p:pic>
    </p:spTree>
    <p:extLst>
      <p:ext uri="{BB962C8B-B14F-4D97-AF65-F5344CB8AC3E}">
        <p14:creationId xmlns:p14="http://schemas.microsoft.com/office/powerpoint/2010/main" val="3216706555"/>
      </p:ext>
    </p:extLst>
  </p:cSld>
  <p:clrMapOvr>
    <a:masterClrMapping/>
  </p:clrMapOvr>
  <p:transition>
    <p:fade/>
  </p:transition>
  <p:timing>
    <p:tnLst>
      <p:par>
        <p:cTn id="1" dur="indefinite" restart="never" nodeType="tmRoot"/>
      </p:par>
    </p:tnLst>
  </p:timing>
</p:sldLayout>
</file>

<file path=ppt/slideLayouts/slideLayout3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519248" y="228601"/>
            <a:ext cx="11151917" cy="747897"/>
          </a:xfrm>
        </p:spPr>
        <p:txBody>
          <a:bodyPr/>
          <a:lstStyle>
            <a:lvl1pPr>
              <a:defRPr sz="5400"/>
            </a:lvl1pPr>
          </a:lstStyle>
          <a:p>
            <a:r>
              <a:rPr lang="en-US" smtClean="0"/>
              <a:t>Click to edit Master title style</a:t>
            </a:r>
            <a:endParaRPr lang="en-US" dirty="0"/>
          </a:p>
        </p:txBody>
      </p:sp>
      <p:pic>
        <p:nvPicPr>
          <p:cNvPr id="3" name="Picture 2"/>
          <p:cNvPicPr>
            <a:picLocks noChangeAspect="1"/>
          </p:cNvPicPr>
          <p:nvPr userDrawn="1"/>
        </p:nvPicPr>
        <p:blipFill>
          <a:blip r:embed="rId2" cstate="print">
            <a:duotone>
              <a:prstClr val="black"/>
              <a:schemeClr val="tx2">
                <a:tint val="45000"/>
                <a:satMod val="400000"/>
              </a:schemeClr>
            </a:duotone>
            <a:extLst>
              <a:ext uri="{BEBA8EAE-BF5A-486C-A8C5-ECC9F3942E4B}">
                <a14:imgProps xmlns:a14="http://schemas.microsoft.com/office/drawing/2010/main">
                  <a14:imgLayer r:embed="rId3">
                    <a14:imgEffect>
                      <a14:brightnessContrast bright="-20000" contrast="-40000"/>
                    </a14:imgEffect>
                  </a14:imgLayer>
                </a14:imgProps>
              </a:ext>
              <a:ext uri="{28A0092B-C50C-407E-A947-70E740481C1C}">
                <a14:useLocalDpi xmlns:a14="http://schemas.microsoft.com/office/drawing/2010/main" val="0"/>
              </a:ext>
            </a:extLst>
          </a:blip>
          <a:stretch>
            <a:fillRect/>
          </a:stretch>
        </p:blipFill>
        <p:spPr>
          <a:xfrm>
            <a:off x="518804" y="6372547"/>
            <a:ext cx="1682359" cy="195501"/>
          </a:xfrm>
          <a:prstGeom prst="rect">
            <a:avLst/>
          </a:prstGeom>
        </p:spPr>
      </p:pic>
    </p:spTree>
    <p:extLst>
      <p:ext uri="{BB962C8B-B14F-4D97-AF65-F5344CB8AC3E}">
        <p14:creationId xmlns:p14="http://schemas.microsoft.com/office/powerpoint/2010/main" val="19567643"/>
      </p:ext>
    </p:extLst>
  </p:cSld>
  <p:clrMapOvr>
    <a:masterClrMapping/>
  </p:clrMapOvr>
  <p:transition>
    <p:fade/>
  </p:transition>
  <p:timing>
    <p:tnLst>
      <p:par>
        <p:cTn id="1" dur="indefinite" restart="never" nodeType="tmRoot"/>
      </p:par>
    </p:tnLst>
  </p:timing>
</p:sldLayout>
</file>

<file path=ppt/slideLayouts/slideLayout3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cstate="print">
            <a:duotone>
              <a:prstClr val="black"/>
              <a:schemeClr val="tx2">
                <a:tint val="45000"/>
                <a:satMod val="400000"/>
              </a:schemeClr>
            </a:duotone>
            <a:extLst>
              <a:ext uri="{BEBA8EAE-BF5A-486C-A8C5-ECC9F3942E4B}">
                <a14:imgProps xmlns:a14="http://schemas.microsoft.com/office/drawing/2010/main">
                  <a14:imgLayer r:embed="rId3">
                    <a14:imgEffect>
                      <a14:brightnessContrast bright="-20000" contrast="-40000"/>
                    </a14:imgEffect>
                  </a14:imgLayer>
                </a14:imgProps>
              </a:ext>
              <a:ext uri="{28A0092B-C50C-407E-A947-70E740481C1C}">
                <a14:useLocalDpi xmlns:a14="http://schemas.microsoft.com/office/drawing/2010/main" val="0"/>
              </a:ext>
            </a:extLst>
          </a:blip>
          <a:stretch>
            <a:fillRect/>
          </a:stretch>
        </p:blipFill>
        <p:spPr>
          <a:xfrm>
            <a:off x="518804" y="6372547"/>
            <a:ext cx="1682359" cy="195501"/>
          </a:xfrm>
          <a:prstGeom prst="rect">
            <a:avLst/>
          </a:prstGeom>
        </p:spPr>
      </p:pic>
    </p:spTree>
    <p:extLst>
      <p:ext uri="{BB962C8B-B14F-4D97-AF65-F5344CB8AC3E}">
        <p14:creationId xmlns:p14="http://schemas.microsoft.com/office/powerpoint/2010/main" val="3480110586"/>
      </p:ext>
    </p:extLst>
  </p:cSld>
  <p:clrMapOvr>
    <a:masterClrMapping/>
  </p:clrMapOvr>
  <p:transition>
    <p:fade/>
  </p:transition>
  <p:timing>
    <p:tnLst>
      <p:par>
        <p:cTn id="1" dur="indefinite" restart="never" nodeType="tmRoot"/>
      </p:par>
    </p:tnLst>
  </p:timing>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Agenda">
    <p:bg>
      <p:bgPr>
        <a:solidFill>
          <a:schemeClr val="bg1"/>
        </a:solidFill>
        <a:effectLst/>
      </p:bgPr>
    </p:bg>
    <p:spTree>
      <p:nvGrpSpPr>
        <p:cNvPr id="1" name=""/>
        <p:cNvGrpSpPr/>
        <p:nvPr/>
      </p:nvGrpSpPr>
      <p:grpSpPr>
        <a:xfrm>
          <a:off x="0" y="0"/>
          <a:ext cx="0" cy="0"/>
          <a:chOff x="0" y="0"/>
          <a:chExt cx="0" cy="0"/>
        </a:xfrm>
      </p:grpSpPr>
      <p:sp>
        <p:nvSpPr>
          <p:cNvPr id="19" name="Rectangle 18"/>
          <p:cNvSpPr/>
          <p:nvPr userDrawn="1"/>
        </p:nvSpPr>
        <p:spPr bwMode="auto">
          <a:xfrm>
            <a:off x="519248" y="1447800"/>
            <a:ext cx="11151916" cy="5181600"/>
          </a:xfrm>
          <a:prstGeom prst="rect">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91404" tIns="45703" rIns="91404" bIns="45703" numCol="1" spcCol="0" rtlCol="0" anchor="ctr" anchorCtr="0" compatLnSpc="1">
            <a:prstTxWarp prst="textNoShape">
              <a:avLst/>
            </a:prstTxWarp>
          </a:bodyPr>
          <a:lstStyle/>
          <a:p>
            <a:pPr algn="ctr" defTabSz="913788" fontAlgn="base">
              <a:spcBef>
                <a:spcPct val="0"/>
              </a:spcBef>
              <a:spcAft>
                <a:spcPct val="0"/>
              </a:spcAft>
            </a:pPr>
            <a:endParaRPr lang="en-US" sz="2200" dirty="0">
              <a:gradFill>
                <a:gsLst>
                  <a:gs pos="0">
                    <a:srgbClr val="FFFFFF"/>
                  </a:gs>
                  <a:gs pos="100000">
                    <a:srgbClr val="FFFFFF"/>
                  </a:gs>
                </a:gsLst>
                <a:lin ang="5400000" scaled="0"/>
              </a:gradFill>
            </a:endParaRPr>
          </a:p>
        </p:txBody>
      </p:sp>
      <p:sp>
        <p:nvSpPr>
          <p:cNvPr id="2" name="Title 1"/>
          <p:cNvSpPr>
            <a:spLocks noGrp="1"/>
          </p:cNvSpPr>
          <p:nvPr>
            <p:ph type="title"/>
          </p:nvPr>
        </p:nvSpPr>
        <p:spPr/>
        <p:txBody>
          <a:bodyPr/>
          <a:lstStyle>
            <a:lvl1pPr algn="l" defTabSz="914363" rtl="0" eaLnBrk="1" latinLnBrk="0" hangingPunct="1">
              <a:lnSpc>
                <a:spcPct val="90000"/>
              </a:lnSpc>
              <a:spcBef>
                <a:spcPct val="0"/>
              </a:spcBef>
              <a:buNone/>
              <a:defRPr lang="en-US" sz="5400" b="0" kern="1200" cap="none" spc="-100" baseline="0" dirty="0">
                <a:ln w="3175">
                  <a:noFill/>
                </a:ln>
                <a:gradFill flip="none" rotWithShape="1">
                  <a:gsLst>
                    <a:gs pos="0">
                      <a:srgbClr val="595959"/>
                    </a:gs>
                    <a:gs pos="86000">
                      <a:srgbClr val="595959"/>
                    </a:gs>
                  </a:gsLst>
                  <a:lin ang="5400000" scaled="0"/>
                  <a:tileRect/>
                </a:gradFill>
                <a:effectLst/>
                <a:latin typeface="Segoe UI Light" pitchFamily="34" charset="0"/>
                <a:ea typeface="+mn-ea"/>
                <a:cs typeface="Arial" charset="0"/>
              </a:defRPr>
            </a:lvl1pPr>
          </a:lstStyle>
          <a:p>
            <a:r>
              <a:rPr lang="en-US" smtClean="0"/>
              <a:t>Click to edit Master title style</a:t>
            </a:r>
            <a:endParaRPr lang="en-US" dirty="0"/>
          </a:p>
        </p:txBody>
      </p:sp>
      <p:sp>
        <p:nvSpPr>
          <p:cNvPr id="5" name="Text Placeholder 4"/>
          <p:cNvSpPr>
            <a:spLocks noGrp="1"/>
          </p:cNvSpPr>
          <p:nvPr>
            <p:ph type="body" sz="quarter" idx="11"/>
          </p:nvPr>
        </p:nvSpPr>
        <p:spPr>
          <a:xfrm>
            <a:off x="3474709" y="3417661"/>
            <a:ext cx="6947121" cy="1241878"/>
          </a:xfrm>
        </p:spPr>
        <p:txBody>
          <a:bodyPr lIns="182880" tIns="182880" anchor="ctr" anchorCtr="0"/>
          <a:lstStyle>
            <a:lvl1pPr marL="574675" indent="-571500">
              <a:spcAft>
                <a:spcPts val="1200"/>
              </a:spcAft>
              <a:buNone/>
              <a:defRPr lang="en-US" sz="4400" kern="1200" spc="-100" baseline="0" dirty="0" smtClean="0">
                <a:gradFill>
                  <a:gsLst>
                    <a:gs pos="0">
                      <a:srgbClr val="595959"/>
                    </a:gs>
                    <a:gs pos="86000">
                      <a:srgbClr val="595959"/>
                    </a:gs>
                  </a:gsLst>
                  <a:lin ang="5400000" scaled="0"/>
                </a:gradFill>
                <a:latin typeface="Segoe UI Light" pitchFamily="34" charset="0"/>
                <a:ea typeface="+mn-ea"/>
                <a:cs typeface="+mn-cs"/>
              </a:defRPr>
            </a:lvl1pPr>
            <a:lvl2pPr>
              <a:defRPr lang="en-US" sz="2400" kern="1200" spc="-50" baseline="0" dirty="0">
                <a:gradFill>
                  <a:gsLst>
                    <a:gs pos="0">
                      <a:srgbClr val="595959"/>
                    </a:gs>
                    <a:gs pos="86000">
                      <a:srgbClr val="595959"/>
                    </a:gs>
                  </a:gsLst>
                  <a:lin ang="5400000" scaled="0"/>
                </a:gradFill>
                <a:latin typeface="+mn-lt"/>
                <a:ea typeface="+mn-ea"/>
                <a:cs typeface="+mn-cs"/>
              </a:defRPr>
            </a:lvl2pPr>
          </a:lstStyle>
          <a:p>
            <a:pPr marL="3175" lvl="0" indent="0" algn="l" defTabSz="914363" rtl="0" eaLnBrk="1" latinLnBrk="0" hangingPunct="1">
              <a:lnSpc>
                <a:spcPct val="90000"/>
              </a:lnSpc>
              <a:spcBef>
                <a:spcPts val="0"/>
              </a:spcBef>
              <a:spcAft>
                <a:spcPts val="900"/>
              </a:spcAft>
              <a:buSzPct val="80000"/>
            </a:pPr>
            <a:r>
              <a:rPr lang="en-US" smtClean="0"/>
              <a:t>Click to edit Master text styles</a:t>
            </a:r>
          </a:p>
          <a:p>
            <a:pPr marL="3175" lvl="1" indent="0" algn="l" defTabSz="914363" rtl="0" eaLnBrk="1" latinLnBrk="0" hangingPunct="1">
              <a:lnSpc>
                <a:spcPct val="90000"/>
              </a:lnSpc>
              <a:spcBef>
                <a:spcPts val="0"/>
              </a:spcBef>
              <a:spcAft>
                <a:spcPts val="900"/>
              </a:spcAft>
              <a:buSzPct val="80000"/>
            </a:pPr>
            <a:r>
              <a:rPr lang="en-US" smtClean="0"/>
              <a:t>Second level</a:t>
            </a:r>
          </a:p>
        </p:txBody>
      </p:sp>
      <p:sp>
        <p:nvSpPr>
          <p:cNvPr id="6" name="Freeform 11"/>
          <p:cNvSpPr>
            <a:spLocks noEditPoints="1"/>
          </p:cNvSpPr>
          <p:nvPr userDrawn="1"/>
        </p:nvSpPr>
        <p:spPr bwMode="black">
          <a:xfrm>
            <a:off x="928957" y="2838266"/>
            <a:ext cx="2423129" cy="2400670"/>
          </a:xfrm>
          <a:custGeom>
            <a:avLst/>
            <a:gdLst>
              <a:gd name="T0" fmla="*/ 65 w 300"/>
              <a:gd name="T1" fmla="*/ 2 h 297"/>
              <a:gd name="T2" fmla="*/ 113 w 300"/>
              <a:gd name="T3" fmla="*/ 0 h 297"/>
              <a:gd name="T4" fmla="*/ 115 w 300"/>
              <a:gd name="T5" fmla="*/ 12 h 297"/>
              <a:gd name="T6" fmla="*/ 235 w 300"/>
              <a:gd name="T7" fmla="*/ 12 h 297"/>
              <a:gd name="T8" fmla="*/ 232 w 300"/>
              <a:gd name="T9" fmla="*/ 0 h 297"/>
              <a:gd name="T10" fmla="*/ 185 w 300"/>
              <a:gd name="T11" fmla="*/ 2 h 297"/>
              <a:gd name="T12" fmla="*/ 235 w 300"/>
              <a:gd name="T13" fmla="*/ 12 h 297"/>
              <a:gd name="T14" fmla="*/ 98 w 300"/>
              <a:gd name="T15" fmla="*/ 273 h 297"/>
              <a:gd name="T16" fmla="*/ 0 w 300"/>
              <a:gd name="T17" fmla="*/ 295 h 297"/>
              <a:gd name="T18" fmla="*/ 95 w 300"/>
              <a:gd name="T19" fmla="*/ 297 h 297"/>
              <a:gd name="T20" fmla="*/ 205 w 300"/>
              <a:gd name="T21" fmla="*/ 297 h 297"/>
              <a:gd name="T22" fmla="*/ 300 w 300"/>
              <a:gd name="T23" fmla="*/ 295 h 297"/>
              <a:gd name="T24" fmla="*/ 202 w 300"/>
              <a:gd name="T25" fmla="*/ 273 h 297"/>
              <a:gd name="T26" fmla="*/ 205 w 300"/>
              <a:gd name="T27" fmla="*/ 297 h 297"/>
              <a:gd name="T28" fmla="*/ 271 w 300"/>
              <a:gd name="T29" fmla="*/ 83 h 297"/>
              <a:gd name="T30" fmla="*/ 299 w 300"/>
              <a:gd name="T31" fmla="*/ 268 h 297"/>
              <a:gd name="T32" fmla="*/ 227 w 300"/>
              <a:gd name="T33" fmla="*/ 169 h 297"/>
              <a:gd name="T34" fmla="*/ 182 w 300"/>
              <a:gd name="T35" fmla="*/ 166 h 297"/>
              <a:gd name="T36" fmla="*/ 155 w 300"/>
              <a:gd name="T37" fmla="*/ 152 h 297"/>
              <a:gd name="T38" fmla="*/ 154 w 300"/>
              <a:gd name="T39" fmla="*/ 159 h 297"/>
              <a:gd name="T40" fmla="*/ 145 w 300"/>
              <a:gd name="T41" fmla="*/ 158 h 297"/>
              <a:gd name="T42" fmla="*/ 119 w 300"/>
              <a:gd name="T43" fmla="*/ 152 h 297"/>
              <a:gd name="T44" fmla="*/ 115 w 300"/>
              <a:gd name="T45" fmla="*/ 169 h 297"/>
              <a:gd name="T46" fmla="*/ 96 w 300"/>
              <a:gd name="T47" fmla="*/ 268 h 297"/>
              <a:gd name="T48" fmla="*/ 25 w 300"/>
              <a:gd name="T49" fmla="*/ 169 h 297"/>
              <a:gd name="T50" fmla="*/ 42 w 300"/>
              <a:gd name="T51" fmla="*/ 76 h 297"/>
              <a:gd name="T52" fmla="*/ 73 w 300"/>
              <a:gd name="T53" fmla="*/ 59 h 297"/>
              <a:gd name="T54" fmla="*/ 61 w 300"/>
              <a:gd name="T55" fmla="*/ 57 h 297"/>
              <a:gd name="T56" fmla="*/ 120 w 300"/>
              <a:gd name="T57" fmla="*/ 15 h 297"/>
              <a:gd name="T58" fmla="*/ 118 w 300"/>
              <a:gd name="T59" fmla="*/ 59 h 297"/>
              <a:gd name="T60" fmla="*/ 108 w 300"/>
              <a:gd name="T61" fmla="*/ 68 h 297"/>
              <a:gd name="T62" fmla="*/ 145 w 300"/>
              <a:gd name="T63" fmla="*/ 62 h 297"/>
              <a:gd name="T64" fmla="*/ 140 w 300"/>
              <a:gd name="T65" fmla="*/ 61 h 297"/>
              <a:gd name="T66" fmla="*/ 142 w 300"/>
              <a:gd name="T67" fmla="*/ 55 h 297"/>
              <a:gd name="T68" fmla="*/ 160 w 300"/>
              <a:gd name="T69" fmla="*/ 56 h 297"/>
              <a:gd name="T70" fmla="*/ 158 w 300"/>
              <a:gd name="T71" fmla="*/ 62 h 297"/>
              <a:gd name="T72" fmla="*/ 155 w 300"/>
              <a:gd name="T73" fmla="*/ 68 h 297"/>
              <a:gd name="T74" fmla="*/ 192 w 300"/>
              <a:gd name="T75" fmla="*/ 59 h 297"/>
              <a:gd name="T76" fmla="*/ 180 w 300"/>
              <a:gd name="T77" fmla="*/ 57 h 297"/>
              <a:gd name="T78" fmla="*/ 239 w 300"/>
              <a:gd name="T79" fmla="*/ 15 h 297"/>
              <a:gd name="T80" fmla="*/ 237 w 300"/>
              <a:gd name="T81" fmla="*/ 59 h 297"/>
              <a:gd name="T82" fmla="*/ 227 w 300"/>
              <a:gd name="T83" fmla="*/ 76 h 297"/>
              <a:gd name="T84" fmla="*/ 122 w 300"/>
              <a:gd name="T85" fmla="*/ 83 h 297"/>
              <a:gd name="T86" fmla="*/ 145 w 300"/>
              <a:gd name="T87" fmla="*/ 72 h 297"/>
              <a:gd name="T88" fmla="*/ 108 w 300"/>
              <a:gd name="T89" fmla="*/ 76 h 297"/>
              <a:gd name="T90" fmla="*/ 123 w 300"/>
              <a:gd name="T91" fmla="*/ 78 h 297"/>
              <a:gd name="T92" fmla="*/ 180 w 300"/>
              <a:gd name="T93" fmla="*/ 76 h 297"/>
              <a:gd name="T94" fmla="*/ 192 w 300"/>
              <a:gd name="T95" fmla="*/ 72 h 297"/>
              <a:gd name="T96" fmla="*/ 155 w 300"/>
              <a:gd name="T97" fmla="*/ 83 h 297"/>
              <a:gd name="T98" fmla="*/ 178 w 300"/>
              <a:gd name="T99" fmla="*/ 78 h 297"/>
              <a:gd name="T100" fmla="*/ 158 w 300"/>
              <a:gd name="T101" fmla="*/ 101 h 297"/>
              <a:gd name="T102" fmla="*/ 142 w 300"/>
              <a:gd name="T103" fmla="*/ 118 h 297"/>
              <a:gd name="T104" fmla="*/ 158 w 300"/>
              <a:gd name="T105" fmla="*/ 101 h 297"/>
              <a:gd name="T106" fmla="*/ 129 w 300"/>
              <a:gd name="T107" fmla="*/ 91 h 297"/>
              <a:gd name="T108" fmla="*/ 133 w 300"/>
              <a:gd name="T109" fmla="*/ 141 h 297"/>
              <a:gd name="T110" fmla="*/ 171 w 300"/>
              <a:gd name="T111" fmla="*/ 91 h 297"/>
              <a:gd name="T112" fmla="*/ 167 w 300"/>
              <a:gd name="T113" fmla="*/ 141 h 297"/>
              <a:gd name="T114" fmla="*/ 171 w 300"/>
              <a:gd name="T115" fmla="*/ 91 h 2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300" h="297">
                <a:moveTo>
                  <a:pt x="65" y="12"/>
                </a:moveTo>
                <a:cubicBezTo>
                  <a:pt x="65" y="2"/>
                  <a:pt x="65" y="2"/>
                  <a:pt x="65" y="2"/>
                </a:cubicBezTo>
                <a:cubicBezTo>
                  <a:pt x="65" y="1"/>
                  <a:pt x="67" y="0"/>
                  <a:pt x="68" y="0"/>
                </a:cubicBezTo>
                <a:cubicBezTo>
                  <a:pt x="113" y="0"/>
                  <a:pt x="113" y="0"/>
                  <a:pt x="113" y="0"/>
                </a:cubicBezTo>
                <a:cubicBezTo>
                  <a:pt x="114" y="0"/>
                  <a:pt x="115" y="1"/>
                  <a:pt x="115" y="2"/>
                </a:cubicBezTo>
                <a:cubicBezTo>
                  <a:pt x="115" y="12"/>
                  <a:pt x="115" y="12"/>
                  <a:pt x="115" y="12"/>
                </a:cubicBezTo>
                <a:lnTo>
                  <a:pt x="65" y="12"/>
                </a:lnTo>
                <a:close/>
                <a:moveTo>
                  <a:pt x="235" y="12"/>
                </a:moveTo>
                <a:cubicBezTo>
                  <a:pt x="235" y="2"/>
                  <a:pt x="235" y="2"/>
                  <a:pt x="235" y="2"/>
                </a:cubicBezTo>
                <a:cubicBezTo>
                  <a:pt x="235" y="1"/>
                  <a:pt x="233" y="0"/>
                  <a:pt x="232" y="0"/>
                </a:cubicBezTo>
                <a:cubicBezTo>
                  <a:pt x="187" y="0"/>
                  <a:pt x="187" y="0"/>
                  <a:pt x="187" y="0"/>
                </a:cubicBezTo>
                <a:cubicBezTo>
                  <a:pt x="186" y="0"/>
                  <a:pt x="185" y="1"/>
                  <a:pt x="185" y="2"/>
                </a:cubicBezTo>
                <a:cubicBezTo>
                  <a:pt x="185" y="12"/>
                  <a:pt x="185" y="12"/>
                  <a:pt x="185" y="12"/>
                </a:cubicBezTo>
                <a:lnTo>
                  <a:pt x="235" y="12"/>
                </a:lnTo>
                <a:close/>
                <a:moveTo>
                  <a:pt x="98" y="295"/>
                </a:moveTo>
                <a:cubicBezTo>
                  <a:pt x="98" y="273"/>
                  <a:pt x="98" y="273"/>
                  <a:pt x="98" y="273"/>
                </a:cubicBezTo>
                <a:cubicBezTo>
                  <a:pt x="0" y="273"/>
                  <a:pt x="0" y="273"/>
                  <a:pt x="0" y="273"/>
                </a:cubicBezTo>
                <a:cubicBezTo>
                  <a:pt x="0" y="295"/>
                  <a:pt x="0" y="295"/>
                  <a:pt x="0" y="295"/>
                </a:cubicBezTo>
                <a:cubicBezTo>
                  <a:pt x="0" y="296"/>
                  <a:pt x="1" y="297"/>
                  <a:pt x="2" y="297"/>
                </a:cubicBezTo>
                <a:cubicBezTo>
                  <a:pt x="95" y="297"/>
                  <a:pt x="95" y="297"/>
                  <a:pt x="95" y="297"/>
                </a:cubicBezTo>
                <a:cubicBezTo>
                  <a:pt x="97" y="297"/>
                  <a:pt x="98" y="296"/>
                  <a:pt x="98" y="295"/>
                </a:cubicBezTo>
                <a:close/>
                <a:moveTo>
                  <a:pt x="205" y="297"/>
                </a:moveTo>
                <a:cubicBezTo>
                  <a:pt x="298" y="297"/>
                  <a:pt x="298" y="297"/>
                  <a:pt x="298" y="297"/>
                </a:cubicBezTo>
                <a:cubicBezTo>
                  <a:pt x="299" y="297"/>
                  <a:pt x="300" y="296"/>
                  <a:pt x="300" y="295"/>
                </a:cubicBezTo>
                <a:cubicBezTo>
                  <a:pt x="300" y="273"/>
                  <a:pt x="300" y="273"/>
                  <a:pt x="300" y="273"/>
                </a:cubicBezTo>
                <a:cubicBezTo>
                  <a:pt x="202" y="273"/>
                  <a:pt x="202" y="273"/>
                  <a:pt x="202" y="273"/>
                </a:cubicBezTo>
                <a:cubicBezTo>
                  <a:pt x="202" y="295"/>
                  <a:pt x="202" y="295"/>
                  <a:pt x="202" y="295"/>
                </a:cubicBezTo>
                <a:cubicBezTo>
                  <a:pt x="202" y="296"/>
                  <a:pt x="203" y="297"/>
                  <a:pt x="205" y="297"/>
                </a:cubicBezTo>
                <a:close/>
                <a:moveTo>
                  <a:pt x="263" y="76"/>
                </a:moveTo>
                <a:cubicBezTo>
                  <a:pt x="267" y="76"/>
                  <a:pt x="270" y="79"/>
                  <a:pt x="271" y="83"/>
                </a:cubicBezTo>
                <a:cubicBezTo>
                  <a:pt x="275" y="169"/>
                  <a:pt x="275" y="169"/>
                  <a:pt x="275" y="169"/>
                </a:cubicBezTo>
                <a:cubicBezTo>
                  <a:pt x="299" y="268"/>
                  <a:pt x="299" y="268"/>
                  <a:pt x="299" y="268"/>
                </a:cubicBezTo>
                <a:cubicBezTo>
                  <a:pt x="204" y="268"/>
                  <a:pt x="204" y="268"/>
                  <a:pt x="204" y="268"/>
                </a:cubicBezTo>
                <a:cubicBezTo>
                  <a:pt x="227" y="169"/>
                  <a:pt x="227" y="169"/>
                  <a:pt x="227" y="169"/>
                </a:cubicBezTo>
                <a:cubicBezTo>
                  <a:pt x="185" y="169"/>
                  <a:pt x="185" y="169"/>
                  <a:pt x="185" y="169"/>
                </a:cubicBezTo>
                <a:cubicBezTo>
                  <a:pt x="183" y="169"/>
                  <a:pt x="182" y="168"/>
                  <a:pt x="182" y="166"/>
                </a:cubicBezTo>
                <a:cubicBezTo>
                  <a:pt x="181" y="152"/>
                  <a:pt x="181" y="152"/>
                  <a:pt x="181" y="152"/>
                </a:cubicBezTo>
                <a:cubicBezTo>
                  <a:pt x="155" y="152"/>
                  <a:pt x="155" y="152"/>
                  <a:pt x="155" y="152"/>
                </a:cubicBezTo>
                <a:cubicBezTo>
                  <a:pt x="155" y="158"/>
                  <a:pt x="155" y="158"/>
                  <a:pt x="155" y="158"/>
                </a:cubicBezTo>
                <a:cubicBezTo>
                  <a:pt x="155" y="159"/>
                  <a:pt x="154" y="159"/>
                  <a:pt x="154" y="159"/>
                </a:cubicBezTo>
                <a:cubicBezTo>
                  <a:pt x="146" y="159"/>
                  <a:pt x="146" y="159"/>
                  <a:pt x="146" y="159"/>
                </a:cubicBezTo>
                <a:cubicBezTo>
                  <a:pt x="146" y="159"/>
                  <a:pt x="145" y="159"/>
                  <a:pt x="145" y="158"/>
                </a:cubicBezTo>
                <a:cubicBezTo>
                  <a:pt x="145" y="152"/>
                  <a:pt x="145" y="152"/>
                  <a:pt x="145" y="152"/>
                </a:cubicBezTo>
                <a:cubicBezTo>
                  <a:pt x="119" y="152"/>
                  <a:pt x="119" y="152"/>
                  <a:pt x="119" y="152"/>
                </a:cubicBezTo>
                <a:cubicBezTo>
                  <a:pt x="118" y="166"/>
                  <a:pt x="118" y="166"/>
                  <a:pt x="118" y="166"/>
                </a:cubicBezTo>
                <a:cubicBezTo>
                  <a:pt x="118" y="168"/>
                  <a:pt x="117" y="169"/>
                  <a:pt x="115" y="169"/>
                </a:cubicBezTo>
                <a:cubicBezTo>
                  <a:pt x="73" y="169"/>
                  <a:pt x="73" y="169"/>
                  <a:pt x="73" y="169"/>
                </a:cubicBezTo>
                <a:cubicBezTo>
                  <a:pt x="96" y="268"/>
                  <a:pt x="96" y="268"/>
                  <a:pt x="96" y="268"/>
                </a:cubicBezTo>
                <a:cubicBezTo>
                  <a:pt x="1" y="268"/>
                  <a:pt x="1" y="268"/>
                  <a:pt x="1" y="268"/>
                </a:cubicBezTo>
                <a:cubicBezTo>
                  <a:pt x="25" y="169"/>
                  <a:pt x="25" y="169"/>
                  <a:pt x="25" y="169"/>
                </a:cubicBezTo>
                <a:cubicBezTo>
                  <a:pt x="34" y="83"/>
                  <a:pt x="34" y="83"/>
                  <a:pt x="34" y="83"/>
                </a:cubicBezTo>
                <a:cubicBezTo>
                  <a:pt x="34" y="79"/>
                  <a:pt x="38" y="76"/>
                  <a:pt x="42" y="76"/>
                </a:cubicBezTo>
                <a:cubicBezTo>
                  <a:pt x="73" y="76"/>
                  <a:pt x="73" y="76"/>
                  <a:pt x="73" y="76"/>
                </a:cubicBezTo>
                <a:cubicBezTo>
                  <a:pt x="73" y="59"/>
                  <a:pt x="73" y="59"/>
                  <a:pt x="73" y="59"/>
                </a:cubicBezTo>
                <a:cubicBezTo>
                  <a:pt x="63" y="59"/>
                  <a:pt x="63" y="59"/>
                  <a:pt x="63" y="59"/>
                </a:cubicBezTo>
                <a:cubicBezTo>
                  <a:pt x="62" y="59"/>
                  <a:pt x="61" y="58"/>
                  <a:pt x="61" y="57"/>
                </a:cubicBezTo>
                <a:cubicBezTo>
                  <a:pt x="61" y="15"/>
                  <a:pt x="61" y="15"/>
                  <a:pt x="61" y="15"/>
                </a:cubicBezTo>
                <a:cubicBezTo>
                  <a:pt x="120" y="15"/>
                  <a:pt x="120" y="15"/>
                  <a:pt x="120" y="15"/>
                </a:cubicBezTo>
                <a:cubicBezTo>
                  <a:pt x="120" y="57"/>
                  <a:pt x="120" y="57"/>
                  <a:pt x="120" y="57"/>
                </a:cubicBezTo>
                <a:cubicBezTo>
                  <a:pt x="120" y="58"/>
                  <a:pt x="119" y="59"/>
                  <a:pt x="118" y="59"/>
                </a:cubicBezTo>
                <a:cubicBezTo>
                  <a:pt x="108" y="59"/>
                  <a:pt x="108" y="59"/>
                  <a:pt x="108" y="59"/>
                </a:cubicBezTo>
                <a:cubicBezTo>
                  <a:pt x="108" y="68"/>
                  <a:pt x="108" y="68"/>
                  <a:pt x="108" y="68"/>
                </a:cubicBezTo>
                <a:cubicBezTo>
                  <a:pt x="145" y="68"/>
                  <a:pt x="145" y="68"/>
                  <a:pt x="145" y="68"/>
                </a:cubicBezTo>
                <a:cubicBezTo>
                  <a:pt x="145" y="62"/>
                  <a:pt x="145" y="62"/>
                  <a:pt x="145" y="62"/>
                </a:cubicBezTo>
                <a:cubicBezTo>
                  <a:pt x="142" y="62"/>
                  <a:pt x="142" y="62"/>
                  <a:pt x="142" y="62"/>
                </a:cubicBezTo>
                <a:cubicBezTo>
                  <a:pt x="141" y="62"/>
                  <a:pt x="140" y="61"/>
                  <a:pt x="140" y="61"/>
                </a:cubicBezTo>
                <a:cubicBezTo>
                  <a:pt x="140" y="56"/>
                  <a:pt x="140" y="56"/>
                  <a:pt x="140" y="56"/>
                </a:cubicBezTo>
                <a:cubicBezTo>
                  <a:pt x="140" y="55"/>
                  <a:pt x="141" y="55"/>
                  <a:pt x="142" y="55"/>
                </a:cubicBezTo>
                <a:cubicBezTo>
                  <a:pt x="158" y="55"/>
                  <a:pt x="158" y="55"/>
                  <a:pt x="158" y="55"/>
                </a:cubicBezTo>
                <a:cubicBezTo>
                  <a:pt x="159" y="55"/>
                  <a:pt x="160" y="55"/>
                  <a:pt x="160" y="56"/>
                </a:cubicBezTo>
                <a:cubicBezTo>
                  <a:pt x="160" y="61"/>
                  <a:pt x="160" y="61"/>
                  <a:pt x="160" y="61"/>
                </a:cubicBezTo>
                <a:cubicBezTo>
                  <a:pt x="160" y="61"/>
                  <a:pt x="159" y="62"/>
                  <a:pt x="158" y="62"/>
                </a:cubicBezTo>
                <a:cubicBezTo>
                  <a:pt x="155" y="62"/>
                  <a:pt x="155" y="62"/>
                  <a:pt x="155" y="62"/>
                </a:cubicBezTo>
                <a:cubicBezTo>
                  <a:pt x="155" y="68"/>
                  <a:pt x="155" y="68"/>
                  <a:pt x="155" y="68"/>
                </a:cubicBezTo>
                <a:cubicBezTo>
                  <a:pt x="192" y="68"/>
                  <a:pt x="192" y="68"/>
                  <a:pt x="192" y="68"/>
                </a:cubicBezTo>
                <a:cubicBezTo>
                  <a:pt x="192" y="59"/>
                  <a:pt x="192" y="59"/>
                  <a:pt x="192" y="59"/>
                </a:cubicBezTo>
                <a:cubicBezTo>
                  <a:pt x="182" y="59"/>
                  <a:pt x="182" y="59"/>
                  <a:pt x="182" y="59"/>
                </a:cubicBezTo>
                <a:cubicBezTo>
                  <a:pt x="181" y="59"/>
                  <a:pt x="180" y="58"/>
                  <a:pt x="180" y="57"/>
                </a:cubicBezTo>
                <a:cubicBezTo>
                  <a:pt x="180" y="15"/>
                  <a:pt x="180" y="15"/>
                  <a:pt x="180" y="15"/>
                </a:cubicBezTo>
                <a:cubicBezTo>
                  <a:pt x="239" y="15"/>
                  <a:pt x="239" y="15"/>
                  <a:pt x="239" y="15"/>
                </a:cubicBezTo>
                <a:cubicBezTo>
                  <a:pt x="239" y="57"/>
                  <a:pt x="239" y="57"/>
                  <a:pt x="239" y="57"/>
                </a:cubicBezTo>
                <a:cubicBezTo>
                  <a:pt x="239" y="58"/>
                  <a:pt x="238" y="59"/>
                  <a:pt x="237" y="59"/>
                </a:cubicBezTo>
                <a:cubicBezTo>
                  <a:pt x="227" y="59"/>
                  <a:pt x="227" y="59"/>
                  <a:pt x="227" y="59"/>
                </a:cubicBezTo>
                <a:cubicBezTo>
                  <a:pt x="227" y="76"/>
                  <a:pt x="227" y="76"/>
                  <a:pt x="227" y="76"/>
                </a:cubicBezTo>
                <a:lnTo>
                  <a:pt x="263" y="76"/>
                </a:lnTo>
                <a:close/>
                <a:moveTo>
                  <a:pt x="122" y="83"/>
                </a:moveTo>
                <a:cubicBezTo>
                  <a:pt x="145" y="83"/>
                  <a:pt x="145" y="83"/>
                  <a:pt x="145" y="83"/>
                </a:cubicBezTo>
                <a:cubicBezTo>
                  <a:pt x="145" y="72"/>
                  <a:pt x="145" y="72"/>
                  <a:pt x="145" y="72"/>
                </a:cubicBezTo>
                <a:cubicBezTo>
                  <a:pt x="108" y="72"/>
                  <a:pt x="108" y="72"/>
                  <a:pt x="108" y="72"/>
                </a:cubicBezTo>
                <a:cubicBezTo>
                  <a:pt x="108" y="76"/>
                  <a:pt x="108" y="76"/>
                  <a:pt x="108" y="76"/>
                </a:cubicBezTo>
                <a:cubicBezTo>
                  <a:pt x="120" y="76"/>
                  <a:pt x="120" y="76"/>
                  <a:pt x="120" y="76"/>
                </a:cubicBezTo>
                <a:cubicBezTo>
                  <a:pt x="122" y="76"/>
                  <a:pt x="123" y="77"/>
                  <a:pt x="123" y="78"/>
                </a:cubicBezTo>
                <a:lnTo>
                  <a:pt x="122" y="83"/>
                </a:lnTo>
                <a:close/>
                <a:moveTo>
                  <a:pt x="180" y="76"/>
                </a:moveTo>
                <a:cubicBezTo>
                  <a:pt x="192" y="76"/>
                  <a:pt x="192" y="76"/>
                  <a:pt x="192" y="76"/>
                </a:cubicBezTo>
                <a:cubicBezTo>
                  <a:pt x="192" y="72"/>
                  <a:pt x="192" y="72"/>
                  <a:pt x="192" y="72"/>
                </a:cubicBezTo>
                <a:cubicBezTo>
                  <a:pt x="155" y="72"/>
                  <a:pt x="155" y="72"/>
                  <a:pt x="155" y="72"/>
                </a:cubicBezTo>
                <a:cubicBezTo>
                  <a:pt x="155" y="83"/>
                  <a:pt x="155" y="83"/>
                  <a:pt x="155" y="83"/>
                </a:cubicBezTo>
                <a:cubicBezTo>
                  <a:pt x="178" y="83"/>
                  <a:pt x="178" y="83"/>
                  <a:pt x="178" y="83"/>
                </a:cubicBezTo>
                <a:cubicBezTo>
                  <a:pt x="178" y="78"/>
                  <a:pt x="178" y="78"/>
                  <a:pt x="178" y="78"/>
                </a:cubicBezTo>
                <a:cubicBezTo>
                  <a:pt x="177" y="77"/>
                  <a:pt x="178" y="76"/>
                  <a:pt x="180" y="76"/>
                </a:cubicBezTo>
                <a:close/>
                <a:moveTo>
                  <a:pt x="158" y="101"/>
                </a:moveTo>
                <a:cubicBezTo>
                  <a:pt x="142" y="101"/>
                  <a:pt x="142" y="101"/>
                  <a:pt x="142" y="101"/>
                </a:cubicBezTo>
                <a:cubicBezTo>
                  <a:pt x="142" y="118"/>
                  <a:pt x="142" y="118"/>
                  <a:pt x="142" y="118"/>
                </a:cubicBezTo>
                <a:cubicBezTo>
                  <a:pt x="158" y="118"/>
                  <a:pt x="158" y="118"/>
                  <a:pt x="158" y="118"/>
                </a:cubicBezTo>
                <a:lnTo>
                  <a:pt x="158" y="101"/>
                </a:lnTo>
                <a:close/>
                <a:moveTo>
                  <a:pt x="133" y="91"/>
                </a:moveTo>
                <a:cubicBezTo>
                  <a:pt x="129" y="91"/>
                  <a:pt x="129" y="91"/>
                  <a:pt x="129" y="91"/>
                </a:cubicBezTo>
                <a:cubicBezTo>
                  <a:pt x="129" y="141"/>
                  <a:pt x="129" y="141"/>
                  <a:pt x="129" y="141"/>
                </a:cubicBezTo>
                <a:cubicBezTo>
                  <a:pt x="133" y="141"/>
                  <a:pt x="133" y="141"/>
                  <a:pt x="133" y="141"/>
                </a:cubicBezTo>
                <a:lnTo>
                  <a:pt x="133" y="91"/>
                </a:lnTo>
                <a:close/>
                <a:moveTo>
                  <a:pt x="171" y="91"/>
                </a:moveTo>
                <a:cubicBezTo>
                  <a:pt x="167" y="91"/>
                  <a:pt x="167" y="91"/>
                  <a:pt x="167" y="91"/>
                </a:cubicBezTo>
                <a:cubicBezTo>
                  <a:pt x="167" y="141"/>
                  <a:pt x="167" y="141"/>
                  <a:pt x="167" y="141"/>
                </a:cubicBezTo>
                <a:cubicBezTo>
                  <a:pt x="171" y="141"/>
                  <a:pt x="171" y="141"/>
                  <a:pt x="171" y="141"/>
                </a:cubicBezTo>
                <a:lnTo>
                  <a:pt x="171" y="91"/>
                </a:lnTo>
                <a:close/>
              </a:path>
            </a:pathLst>
          </a:custGeom>
          <a:solidFill>
            <a:schemeClr val="accent2"/>
          </a:solidFill>
          <a:ln>
            <a:noFill/>
          </a:ln>
        </p:spPr>
        <p:txBody>
          <a:bodyPr vert="horz" wrap="square" lIns="82305" tIns="41153" rIns="82305" bIns="41153" numCol="1" anchor="t" anchorCtr="0" compatLnSpc="1">
            <a:prstTxWarp prst="textNoShape">
              <a:avLst/>
            </a:prstTxWarp>
          </a:bodyPr>
          <a:lstStyle/>
          <a:p>
            <a:pPr defTabSz="914363"/>
            <a:endParaRPr lang="en-US" sz="1600">
              <a:solidFill>
                <a:srgbClr val="292929"/>
              </a:solidFill>
            </a:endParaRPr>
          </a:p>
        </p:txBody>
      </p:sp>
    </p:spTree>
    <p:extLst>
      <p:ext uri="{BB962C8B-B14F-4D97-AF65-F5344CB8AC3E}">
        <p14:creationId xmlns:p14="http://schemas.microsoft.com/office/powerpoint/2010/main" val="3139305434"/>
      </p:ext>
    </p:extLst>
  </p:cSld>
  <p:clrMapOvr>
    <a:masterClrMapping/>
  </p:clrMapOvr>
  <p:transition>
    <p:fade/>
  </p:transition>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1_Demo, Video etc. &quot;special&quot; slides">
    <p:bg>
      <p:bgPr>
        <a:solidFill>
          <a:schemeClr val="accent1">
            <a:alpha val="99000"/>
          </a:schemeClr>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889617" y="1447800"/>
            <a:ext cx="4206383" cy="1523494"/>
          </a:xfrm>
        </p:spPr>
        <p:txBody>
          <a:bodyPr anchor="ctr" anchorCtr="0">
            <a:noAutofit/>
          </a:bodyPr>
          <a:lstStyle>
            <a:lvl1pPr>
              <a:lnSpc>
                <a:spcPct val="90000"/>
              </a:lnSpc>
              <a:defRPr sz="4800" baseline="0">
                <a:solidFill>
                  <a:schemeClr val="bg1">
                    <a:alpha val="98000"/>
                  </a:schemeClr>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1889617" y="5630473"/>
            <a:ext cx="4206384" cy="461665"/>
          </a:xfrm>
        </p:spPr>
        <p:txBody>
          <a:bodyPr>
            <a:noAutofit/>
          </a:bodyPr>
          <a:lstStyle>
            <a:lvl1pPr marL="0" indent="0" algn="l" defTabSz="914363" rtl="0" eaLnBrk="1" latinLnBrk="0" hangingPunct="1">
              <a:lnSpc>
                <a:spcPct val="90000"/>
              </a:lnSpc>
              <a:spcBef>
                <a:spcPts val="0"/>
              </a:spcBef>
              <a:buSzPct val="80000"/>
              <a:buFont typeface="Arial" pitchFamily="34" charset="0"/>
              <a:buNone/>
              <a:defRPr lang="en-US" sz="2400" kern="1200" dirty="0">
                <a:solidFill>
                  <a:schemeClr val="bg1">
                    <a:alpha val="99000"/>
                  </a:schemeClr>
                </a:solidFill>
                <a:latin typeface="+mn-lt"/>
                <a:ea typeface="+mn-ea"/>
                <a:cs typeface="+mn-cs"/>
              </a:defRPr>
            </a:lvl1pPr>
            <a:lvl2pPr marL="457182" indent="0" algn="ctr">
              <a:buNone/>
              <a:defRPr>
                <a:solidFill>
                  <a:schemeClr val="tx1">
                    <a:tint val="75000"/>
                  </a:schemeClr>
                </a:solidFill>
              </a:defRPr>
            </a:lvl2pPr>
            <a:lvl3pPr marL="914363" indent="0" algn="ctr">
              <a:buNone/>
              <a:defRPr>
                <a:solidFill>
                  <a:schemeClr val="tx1">
                    <a:tint val="75000"/>
                  </a:schemeClr>
                </a:solidFill>
              </a:defRPr>
            </a:lvl3pPr>
            <a:lvl4pPr marL="1371545" indent="0" algn="ctr">
              <a:buNone/>
              <a:defRPr>
                <a:solidFill>
                  <a:schemeClr val="tx1">
                    <a:tint val="75000"/>
                  </a:schemeClr>
                </a:solidFill>
              </a:defRPr>
            </a:lvl4pPr>
            <a:lvl5pPr marL="1828727" indent="0" algn="ctr">
              <a:buNone/>
              <a:defRPr>
                <a:solidFill>
                  <a:schemeClr val="tx1">
                    <a:tint val="75000"/>
                  </a:schemeClr>
                </a:solidFill>
              </a:defRPr>
            </a:lvl5pPr>
            <a:lvl6pPr marL="2285909" indent="0" algn="ctr">
              <a:buNone/>
              <a:defRPr>
                <a:solidFill>
                  <a:schemeClr val="tx1">
                    <a:tint val="75000"/>
                  </a:schemeClr>
                </a:solidFill>
              </a:defRPr>
            </a:lvl6pPr>
            <a:lvl7pPr marL="2743090" indent="0" algn="ctr">
              <a:buNone/>
              <a:defRPr>
                <a:solidFill>
                  <a:schemeClr val="tx1">
                    <a:tint val="75000"/>
                  </a:schemeClr>
                </a:solidFill>
              </a:defRPr>
            </a:lvl7pPr>
            <a:lvl8pPr marL="3200272" indent="0" algn="ctr">
              <a:buNone/>
              <a:defRPr>
                <a:solidFill>
                  <a:schemeClr val="tx1">
                    <a:tint val="75000"/>
                  </a:schemeClr>
                </a:solidFill>
              </a:defRPr>
            </a:lvl8pPr>
            <a:lvl9pPr marL="3657454" indent="0" algn="ctr">
              <a:buNone/>
              <a:defRPr>
                <a:solidFill>
                  <a:schemeClr val="tx1">
                    <a:tint val="75000"/>
                  </a:schemeClr>
                </a:solidFill>
              </a:defRPr>
            </a:lvl9pPr>
          </a:lstStyle>
          <a:p>
            <a:r>
              <a:rPr lang="en-US" smtClean="0"/>
              <a:t>Click to edit Master subtitle style</a:t>
            </a:r>
            <a:endParaRPr lang="en-US" dirty="0"/>
          </a:p>
        </p:txBody>
      </p:sp>
      <p:sp>
        <p:nvSpPr>
          <p:cNvPr id="7" name="Text Placeholder 6"/>
          <p:cNvSpPr>
            <a:spLocks noGrp="1"/>
          </p:cNvSpPr>
          <p:nvPr>
            <p:ph type="body" sz="quarter" idx="10" hasCustomPrompt="1"/>
          </p:nvPr>
        </p:nvSpPr>
        <p:spPr>
          <a:xfrm>
            <a:off x="1889617" y="4160520"/>
            <a:ext cx="8874849" cy="1274538"/>
          </a:xfrm>
        </p:spPr>
        <p:txBody>
          <a:bodyPr anchor="t" anchorCtr="0">
            <a:noAutofit/>
            <a:scene3d>
              <a:camera prst="orthographicFront"/>
              <a:lightRig rig="flat" dir="t"/>
            </a:scene3d>
            <a:sp3d>
              <a:contourClr>
                <a:schemeClr val="bg2"/>
              </a:contourClr>
            </a:sp3d>
          </a:bodyPr>
          <a:lstStyle>
            <a:lvl1pPr marL="0" indent="0" algn="l">
              <a:buFont typeface="Arial" pitchFamily="34" charset="0"/>
              <a:buNone/>
              <a:defRPr kumimoji="0" lang="en-US" sz="6600" b="0" i="0" u="none" strike="noStrike" kern="1200" cap="none" spc="-642" normalizeH="0" baseline="0" noProof="0" dirty="0" smtClean="0">
                <a:ln w="11430"/>
                <a:solidFill>
                  <a:schemeClr val="accent1">
                    <a:lumMod val="40000"/>
                    <a:lumOff val="60000"/>
                    <a:alpha val="99000"/>
                  </a:schemeClr>
                </a:solidFill>
                <a:effectLst/>
                <a:uLnTx/>
                <a:uFillTx/>
                <a:latin typeface="Segoe UI Light" pitchFamily="34" charset="0"/>
                <a:ea typeface="+mn-ea"/>
                <a:cs typeface="+mn-cs"/>
              </a:defRPr>
            </a:lvl1pPr>
          </a:lstStyle>
          <a:p>
            <a:pPr lvl="0"/>
            <a:r>
              <a:rPr lang="en-US" dirty="0" smtClean="0"/>
              <a:t>click to…</a:t>
            </a:r>
          </a:p>
        </p:txBody>
      </p:sp>
      <p:grpSp>
        <p:nvGrpSpPr>
          <p:cNvPr id="9" name="Group 8"/>
          <p:cNvGrpSpPr/>
          <p:nvPr userDrawn="1"/>
        </p:nvGrpSpPr>
        <p:grpSpPr>
          <a:xfrm>
            <a:off x="7715394" y="2136047"/>
            <a:ext cx="3500039" cy="2114058"/>
            <a:chOff x="1411369" y="3975421"/>
            <a:chExt cx="1714604" cy="1035908"/>
          </a:xfrm>
        </p:grpSpPr>
        <p:sp>
          <p:nvSpPr>
            <p:cNvPr id="12" name="Freeform 6"/>
            <p:cNvSpPr>
              <a:spLocks/>
            </p:cNvSpPr>
            <p:nvPr userDrawn="1"/>
          </p:nvSpPr>
          <p:spPr bwMode="auto">
            <a:xfrm>
              <a:off x="1900471" y="3975421"/>
              <a:ext cx="1225502" cy="656717"/>
            </a:xfrm>
            <a:custGeom>
              <a:avLst/>
              <a:gdLst>
                <a:gd name="T0" fmla="*/ 138 w 189"/>
                <a:gd name="T1" fmla="*/ 0 h 101"/>
                <a:gd name="T2" fmla="*/ 94 w 189"/>
                <a:gd name="T3" fmla="*/ 26 h 101"/>
                <a:gd name="T4" fmla="*/ 75 w 189"/>
                <a:gd name="T5" fmla="*/ 21 h 101"/>
                <a:gd name="T6" fmla="*/ 40 w 189"/>
                <a:gd name="T7" fmla="*/ 42 h 101"/>
                <a:gd name="T8" fmla="*/ 29 w 189"/>
                <a:gd name="T9" fmla="*/ 40 h 101"/>
                <a:gd name="T10" fmla="*/ 0 w 189"/>
                <a:gd name="T11" fmla="*/ 64 h 101"/>
                <a:gd name="T12" fmla="*/ 11 w 189"/>
                <a:gd name="T13" fmla="*/ 62 h 101"/>
                <a:gd name="T14" fmla="*/ 30 w 189"/>
                <a:gd name="T15" fmla="*/ 66 h 101"/>
                <a:gd name="T16" fmla="*/ 82 w 189"/>
                <a:gd name="T17" fmla="*/ 39 h 101"/>
                <a:gd name="T18" fmla="*/ 145 w 189"/>
                <a:gd name="T19" fmla="*/ 101 h 101"/>
                <a:gd name="T20" fmla="*/ 189 w 189"/>
                <a:gd name="T21" fmla="*/ 51 h 101"/>
                <a:gd name="T22" fmla="*/ 138 w 189"/>
                <a:gd name="T23" fmla="*/ 0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9" h="101">
                  <a:moveTo>
                    <a:pt x="138" y="0"/>
                  </a:moveTo>
                  <a:cubicBezTo>
                    <a:pt x="119" y="0"/>
                    <a:pt x="103" y="10"/>
                    <a:pt x="94" y="26"/>
                  </a:cubicBezTo>
                  <a:cubicBezTo>
                    <a:pt x="89" y="23"/>
                    <a:pt x="82" y="21"/>
                    <a:pt x="75" y="21"/>
                  </a:cubicBezTo>
                  <a:cubicBezTo>
                    <a:pt x="60" y="21"/>
                    <a:pt x="46" y="30"/>
                    <a:pt x="40" y="42"/>
                  </a:cubicBezTo>
                  <a:cubicBezTo>
                    <a:pt x="36" y="41"/>
                    <a:pt x="33" y="40"/>
                    <a:pt x="29" y="40"/>
                  </a:cubicBezTo>
                  <a:cubicBezTo>
                    <a:pt x="15" y="40"/>
                    <a:pt x="3" y="50"/>
                    <a:pt x="0" y="64"/>
                  </a:cubicBezTo>
                  <a:cubicBezTo>
                    <a:pt x="3" y="63"/>
                    <a:pt x="7" y="62"/>
                    <a:pt x="11" y="62"/>
                  </a:cubicBezTo>
                  <a:cubicBezTo>
                    <a:pt x="17" y="62"/>
                    <a:pt x="24" y="64"/>
                    <a:pt x="30" y="66"/>
                  </a:cubicBezTo>
                  <a:cubicBezTo>
                    <a:pt x="42" y="49"/>
                    <a:pt x="61" y="39"/>
                    <a:pt x="82" y="39"/>
                  </a:cubicBezTo>
                  <a:cubicBezTo>
                    <a:pt x="117" y="39"/>
                    <a:pt x="145" y="67"/>
                    <a:pt x="145" y="101"/>
                  </a:cubicBezTo>
                  <a:cubicBezTo>
                    <a:pt x="170" y="98"/>
                    <a:pt x="189" y="77"/>
                    <a:pt x="189" y="51"/>
                  </a:cubicBezTo>
                  <a:cubicBezTo>
                    <a:pt x="189" y="22"/>
                    <a:pt x="167" y="0"/>
                    <a:pt x="138"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defTabSz="914363"/>
              <a:endParaRPr lang="en-US" sz="1800" dirty="0">
                <a:solidFill>
                  <a:srgbClr val="292929"/>
                </a:solidFill>
              </a:endParaRPr>
            </a:p>
          </p:txBody>
        </p:sp>
        <p:sp>
          <p:nvSpPr>
            <p:cNvPr id="15" name="Freeform 7"/>
            <p:cNvSpPr>
              <a:spLocks/>
            </p:cNvSpPr>
            <p:nvPr userDrawn="1"/>
          </p:nvSpPr>
          <p:spPr bwMode="auto">
            <a:xfrm>
              <a:off x="1411369" y="4269433"/>
              <a:ext cx="1390368" cy="741896"/>
            </a:xfrm>
            <a:custGeom>
              <a:avLst/>
              <a:gdLst>
                <a:gd name="T0" fmla="*/ 157 w 214"/>
                <a:gd name="T1" fmla="*/ 0 h 114"/>
                <a:gd name="T2" fmla="*/ 107 w 214"/>
                <a:gd name="T3" fmla="*/ 29 h 114"/>
                <a:gd name="T4" fmla="*/ 86 w 214"/>
                <a:gd name="T5" fmla="*/ 23 h 114"/>
                <a:gd name="T6" fmla="*/ 46 w 214"/>
                <a:gd name="T7" fmla="*/ 48 h 114"/>
                <a:gd name="T8" fmla="*/ 34 w 214"/>
                <a:gd name="T9" fmla="*/ 45 h 114"/>
                <a:gd name="T10" fmla="*/ 0 w 214"/>
                <a:gd name="T11" fmla="*/ 80 h 114"/>
                <a:gd name="T12" fmla="*/ 34 w 214"/>
                <a:gd name="T13" fmla="*/ 114 h 114"/>
                <a:gd name="T14" fmla="*/ 86 w 214"/>
                <a:gd name="T15" fmla="*/ 114 h 114"/>
                <a:gd name="T16" fmla="*/ 157 w 214"/>
                <a:gd name="T17" fmla="*/ 114 h 114"/>
                <a:gd name="T18" fmla="*/ 214 w 214"/>
                <a:gd name="T19" fmla="*/ 57 h 114"/>
                <a:gd name="T20" fmla="*/ 157 w 214"/>
                <a:gd name="T21"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14" h="114">
                  <a:moveTo>
                    <a:pt x="157" y="0"/>
                  </a:moveTo>
                  <a:cubicBezTo>
                    <a:pt x="136" y="0"/>
                    <a:pt x="117" y="11"/>
                    <a:pt x="107" y="29"/>
                  </a:cubicBezTo>
                  <a:cubicBezTo>
                    <a:pt x="101" y="25"/>
                    <a:pt x="94" y="23"/>
                    <a:pt x="86" y="23"/>
                  </a:cubicBezTo>
                  <a:cubicBezTo>
                    <a:pt x="69" y="23"/>
                    <a:pt x="54" y="33"/>
                    <a:pt x="46" y="48"/>
                  </a:cubicBezTo>
                  <a:cubicBezTo>
                    <a:pt x="42" y="46"/>
                    <a:pt x="38" y="45"/>
                    <a:pt x="34" y="45"/>
                  </a:cubicBezTo>
                  <a:cubicBezTo>
                    <a:pt x="15" y="45"/>
                    <a:pt x="0" y="61"/>
                    <a:pt x="0" y="80"/>
                  </a:cubicBezTo>
                  <a:cubicBezTo>
                    <a:pt x="0" y="99"/>
                    <a:pt x="15" y="114"/>
                    <a:pt x="34" y="114"/>
                  </a:cubicBezTo>
                  <a:cubicBezTo>
                    <a:pt x="86" y="114"/>
                    <a:pt x="86" y="114"/>
                    <a:pt x="86" y="114"/>
                  </a:cubicBezTo>
                  <a:cubicBezTo>
                    <a:pt x="157" y="114"/>
                    <a:pt x="157" y="114"/>
                    <a:pt x="157" y="114"/>
                  </a:cubicBezTo>
                  <a:cubicBezTo>
                    <a:pt x="189" y="114"/>
                    <a:pt x="214" y="89"/>
                    <a:pt x="214" y="57"/>
                  </a:cubicBezTo>
                  <a:cubicBezTo>
                    <a:pt x="214" y="25"/>
                    <a:pt x="189" y="0"/>
                    <a:pt x="157"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defTabSz="914363"/>
              <a:endParaRPr lang="en-US" sz="1800" dirty="0">
                <a:solidFill>
                  <a:srgbClr val="292929"/>
                </a:solidFill>
              </a:endParaRPr>
            </a:p>
          </p:txBody>
        </p:sp>
      </p:grpSp>
    </p:spTree>
    <p:extLst>
      <p:ext uri="{BB962C8B-B14F-4D97-AF65-F5344CB8AC3E}">
        <p14:creationId xmlns:p14="http://schemas.microsoft.com/office/powerpoint/2010/main" val="1034542759"/>
      </p:ext>
    </p:extLst>
  </p:cSld>
  <p:clrMapOvr>
    <a:masterClrMapping/>
  </p:clrMapOvr>
  <p:transition>
    <p:fade/>
  </p:transition>
  <p:timing>
    <p:tnLst>
      <p:par>
        <p:cTn id="1" dur="indefinite" restart="never" nodeType="tmRoot"/>
      </p:par>
    </p:tnLst>
  </p:timing>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2_Demo, Video etc. &quot;special&quot; slides">
    <p:bg>
      <p:bgPr>
        <a:solidFill>
          <a:srgbClr val="8CC600">
            <a:alpha val="99000"/>
          </a:srgbClr>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889617" y="1447800"/>
            <a:ext cx="4206383" cy="1523494"/>
          </a:xfrm>
        </p:spPr>
        <p:txBody>
          <a:bodyPr anchor="ctr" anchorCtr="0">
            <a:noAutofit/>
          </a:bodyPr>
          <a:lstStyle>
            <a:lvl1pPr>
              <a:lnSpc>
                <a:spcPct val="90000"/>
              </a:lnSpc>
              <a:defRPr sz="4800" baseline="0">
                <a:solidFill>
                  <a:schemeClr val="bg1">
                    <a:alpha val="98000"/>
                  </a:schemeClr>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1889617" y="5630473"/>
            <a:ext cx="4206384" cy="461665"/>
          </a:xfrm>
        </p:spPr>
        <p:txBody>
          <a:bodyPr>
            <a:noAutofit/>
          </a:bodyPr>
          <a:lstStyle>
            <a:lvl1pPr marL="0" indent="0" algn="l" defTabSz="914363" rtl="0" eaLnBrk="1" latinLnBrk="0" hangingPunct="1">
              <a:lnSpc>
                <a:spcPct val="90000"/>
              </a:lnSpc>
              <a:spcBef>
                <a:spcPts val="0"/>
              </a:spcBef>
              <a:buSzPct val="80000"/>
              <a:buFont typeface="Arial" pitchFamily="34" charset="0"/>
              <a:buNone/>
              <a:defRPr lang="en-US" sz="2400" kern="1200" dirty="0">
                <a:solidFill>
                  <a:schemeClr val="bg1">
                    <a:alpha val="99000"/>
                  </a:schemeClr>
                </a:solidFill>
                <a:latin typeface="+mn-lt"/>
                <a:ea typeface="+mn-ea"/>
                <a:cs typeface="+mn-cs"/>
              </a:defRPr>
            </a:lvl1pPr>
            <a:lvl2pPr marL="457182" indent="0" algn="ctr">
              <a:buNone/>
              <a:defRPr>
                <a:solidFill>
                  <a:schemeClr val="tx1">
                    <a:tint val="75000"/>
                  </a:schemeClr>
                </a:solidFill>
              </a:defRPr>
            </a:lvl2pPr>
            <a:lvl3pPr marL="914363" indent="0" algn="ctr">
              <a:buNone/>
              <a:defRPr>
                <a:solidFill>
                  <a:schemeClr val="tx1">
                    <a:tint val="75000"/>
                  </a:schemeClr>
                </a:solidFill>
              </a:defRPr>
            </a:lvl3pPr>
            <a:lvl4pPr marL="1371545" indent="0" algn="ctr">
              <a:buNone/>
              <a:defRPr>
                <a:solidFill>
                  <a:schemeClr val="tx1">
                    <a:tint val="75000"/>
                  </a:schemeClr>
                </a:solidFill>
              </a:defRPr>
            </a:lvl4pPr>
            <a:lvl5pPr marL="1828727" indent="0" algn="ctr">
              <a:buNone/>
              <a:defRPr>
                <a:solidFill>
                  <a:schemeClr val="tx1">
                    <a:tint val="75000"/>
                  </a:schemeClr>
                </a:solidFill>
              </a:defRPr>
            </a:lvl5pPr>
            <a:lvl6pPr marL="2285909" indent="0" algn="ctr">
              <a:buNone/>
              <a:defRPr>
                <a:solidFill>
                  <a:schemeClr val="tx1">
                    <a:tint val="75000"/>
                  </a:schemeClr>
                </a:solidFill>
              </a:defRPr>
            </a:lvl6pPr>
            <a:lvl7pPr marL="2743090" indent="0" algn="ctr">
              <a:buNone/>
              <a:defRPr>
                <a:solidFill>
                  <a:schemeClr val="tx1">
                    <a:tint val="75000"/>
                  </a:schemeClr>
                </a:solidFill>
              </a:defRPr>
            </a:lvl7pPr>
            <a:lvl8pPr marL="3200272" indent="0" algn="ctr">
              <a:buNone/>
              <a:defRPr>
                <a:solidFill>
                  <a:schemeClr val="tx1">
                    <a:tint val="75000"/>
                  </a:schemeClr>
                </a:solidFill>
              </a:defRPr>
            </a:lvl8pPr>
            <a:lvl9pPr marL="3657454" indent="0" algn="ctr">
              <a:buNone/>
              <a:defRPr>
                <a:solidFill>
                  <a:schemeClr val="tx1">
                    <a:tint val="75000"/>
                  </a:schemeClr>
                </a:solidFill>
              </a:defRPr>
            </a:lvl9pPr>
          </a:lstStyle>
          <a:p>
            <a:r>
              <a:rPr lang="en-US" smtClean="0"/>
              <a:t>Click to edit Master subtitle style</a:t>
            </a:r>
            <a:endParaRPr lang="en-US" dirty="0"/>
          </a:p>
        </p:txBody>
      </p:sp>
      <p:sp>
        <p:nvSpPr>
          <p:cNvPr id="7" name="Text Placeholder 6"/>
          <p:cNvSpPr>
            <a:spLocks noGrp="1"/>
          </p:cNvSpPr>
          <p:nvPr>
            <p:ph type="body" sz="quarter" idx="10" hasCustomPrompt="1"/>
          </p:nvPr>
        </p:nvSpPr>
        <p:spPr>
          <a:xfrm>
            <a:off x="1889617" y="4160520"/>
            <a:ext cx="8874849" cy="1274538"/>
          </a:xfrm>
        </p:spPr>
        <p:txBody>
          <a:bodyPr anchor="t" anchorCtr="0">
            <a:noAutofit/>
            <a:scene3d>
              <a:camera prst="orthographicFront"/>
              <a:lightRig rig="flat" dir="t"/>
            </a:scene3d>
            <a:sp3d>
              <a:contourClr>
                <a:schemeClr val="bg2"/>
              </a:contourClr>
            </a:sp3d>
          </a:bodyPr>
          <a:lstStyle>
            <a:lvl1pPr marL="0" indent="0" algn="l">
              <a:buFont typeface="Arial" pitchFamily="34" charset="0"/>
              <a:buNone/>
              <a:defRPr kumimoji="0" lang="en-US" sz="6600" b="0" i="0" u="none" strike="noStrike" kern="1200" cap="none" spc="-642" normalizeH="0" baseline="0" noProof="0" dirty="0" smtClean="0">
                <a:ln w="11430"/>
                <a:solidFill>
                  <a:schemeClr val="accent4">
                    <a:lumMod val="40000"/>
                    <a:lumOff val="60000"/>
                    <a:alpha val="99000"/>
                  </a:schemeClr>
                </a:solidFill>
                <a:effectLst/>
                <a:uLnTx/>
                <a:uFillTx/>
                <a:latin typeface="Segoe UI Light" pitchFamily="34" charset="0"/>
                <a:ea typeface="+mn-ea"/>
                <a:cs typeface="+mn-cs"/>
              </a:defRPr>
            </a:lvl1pPr>
          </a:lstStyle>
          <a:p>
            <a:pPr lvl="0"/>
            <a:r>
              <a:rPr lang="en-US" dirty="0" smtClean="0"/>
              <a:t>click to…</a:t>
            </a:r>
          </a:p>
        </p:txBody>
      </p:sp>
      <p:sp>
        <p:nvSpPr>
          <p:cNvPr id="8" name="Freeform 6"/>
          <p:cNvSpPr>
            <a:spLocks noEditPoints="1"/>
          </p:cNvSpPr>
          <p:nvPr userDrawn="1"/>
        </p:nvSpPr>
        <p:spPr bwMode="auto">
          <a:xfrm>
            <a:off x="8294113" y="2008094"/>
            <a:ext cx="2269668" cy="2169610"/>
          </a:xfrm>
          <a:custGeom>
            <a:avLst/>
            <a:gdLst>
              <a:gd name="T0" fmla="*/ 150 w 154"/>
              <a:gd name="T1" fmla="*/ 40 h 148"/>
              <a:gd name="T2" fmla="*/ 91 w 154"/>
              <a:gd name="T3" fmla="*/ 40 h 148"/>
              <a:gd name="T4" fmla="*/ 124 w 154"/>
              <a:gd name="T5" fmla="*/ 3 h 148"/>
              <a:gd name="T6" fmla="*/ 120 w 154"/>
              <a:gd name="T7" fmla="*/ 0 h 148"/>
              <a:gd name="T8" fmla="*/ 77 w 154"/>
              <a:gd name="T9" fmla="*/ 39 h 148"/>
              <a:gd name="T10" fmla="*/ 36 w 154"/>
              <a:gd name="T11" fmla="*/ 0 h 148"/>
              <a:gd name="T12" fmla="*/ 32 w 154"/>
              <a:gd name="T13" fmla="*/ 3 h 148"/>
              <a:gd name="T14" fmla="*/ 66 w 154"/>
              <a:gd name="T15" fmla="*/ 40 h 148"/>
              <a:gd name="T16" fmla="*/ 4 w 154"/>
              <a:gd name="T17" fmla="*/ 40 h 148"/>
              <a:gd name="T18" fmla="*/ 0 w 154"/>
              <a:gd name="T19" fmla="*/ 44 h 148"/>
              <a:gd name="T20" fmla="*/ 0 w 154"/>
              <a:gd name="T21" fmla="*/ 144 h 148"/>
              <a:gd name="T22" fmla="*/ 4 w 154"/>
              <a:gd name="T23" fmla="*/ 148 h 148"/>
              <a:gd name="T24" fmla="*/ 150 w 154"/>
              <a:gd name="T25" fmla="*/ 148 h 148"/>
              <a:gd name="T26" fmla="*/ 154 w 154"/>
              <a:gd name="T27" fmla="*/ 144 h 148"/>
              <a:gd name="T28" fmla="*/ 154 w 154"/>
              <a:gd name="T29" fmla="*/ 44 h 148"/>
              <a:gd name="T30" fmla="*/ 150 w 154"/>
              <a:gd name="T31" fmla="*/ 40 h 148"/>
              <a:gd name="T32" fmla="*/ 145 w 154"/>
              <a:gd name="T33" fmla="*/ 135 h 148"/>
              <a:gd name="T34" fmla="*/ 141 w 154"/>
              <a:gd name="T35" fmla="*/ 139 h 148"/>
              <a:gd name="T36" fmla="*/ 13 w 154"/>
              <a:gd name="T37" fmla="*/ 139 h 148"/>
              <a:gd name="T38" fmla="*/ 9 w 154"/>
              <a:gd name="T39" fmla="*/ 135 h 148"/>
              <a:gd name="T40" fmla="*/ 9 w 154"/>
              <a:gd name="T41" fmla="*/ 52 h 148"/>
              <a:gd name="T42" fmla="*/ 13 w 154"/>
              <a:gd name="T43" fmla="*/ 48 h 148"/>
              <a:gd name="T44" fmla="*/ 141 w 154"/>
              <a:gd name="T45" fmla="*/ 48 h 148"/>
              <a:gd name="T46" fmla="*/ 145 w 154"/>
              <a:gd name="T47" fmla="*/ 52 h 148"/>
              <a:gd name="T48" fmla="*/ 145 w 154"/>
              <a:gd name="T49" fmla="*/ 135 h 1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54" h="148">
                <a:moveTo>
                  <a:pt x="150" y="40"/>
                </a:moveTo>
                <a:cubicBezTo>
                  <a:pt x="91" y="40"/>
                  <a:pt x="91" y="40"/>
                  <a:pt x="91" y="40"/>
                </a:cubicBezTo>
                <a:cubicBezTo>
                  <a:pt x="124" y="3"/>
                  <a:pt x="124" y="3"/>
                  <a:pt x="124" y="3"/>
                </a:cubicBezTo>
                <a:cubicBezTo>
                  <a:pt x="120" y="0"/>
                  <a:pt x="120" y="0"/>
                  <a:pt x="120" y="0"/>
                </a:cubicBezTo>
                <a:cubicBezTo>
                  <a:pt x="77" y="39"/>
                  <a:pt x="77" y="39"/>
                  <a:pt x="77" y="39"/>
                </a:cubicBezTo>
                <a:cubicBezTo>
                  <a:pt x="36" y="0"/>
                  <a:pt x="36" y="0"/>
                  <a:pt x="36" y="0"/>
                </a:cubicBezTo>
                <a:cubicBezTo>
                  <a:pt x="32" y="3"/>
                  <a:pt x="32" y="3"/>
                  <a:pt x="32" y="3"/>
                </a:cubicBezTo>
                <a:cubicBezTo>
                  <a:pt x="66" y="40"/>
                  <a:pt x="66" y="40"/>
                  <a:pt x="66" y="40"/>
                </a:cubicBezTo>
                <a:cubicBezTo>
                  <a:pt x="4" y="40"/>
                  <a:pt x="4" y="40"/>
                  <a:pt x="4" y="40"/>
                </a:cubicBezTo>
                <a:cubicBezTo>
                  <a:pt x="2" y="40"/>
                  <a:pt x="0" y="42"/>
                  <a:pt x="0" y="44"/>
                </a:cubicBezTo>
                <a:cubicBezTo>
                  <a:pt x="0" y="144"/>
                  <a:pt x="0" y="144"/>
                  <a:pt x="0" y="144"/>
                </a:cubicBezTo>
                <a:cubicBezTo>
                  <a:pt x="0" y="146"/>
                  <a:pt x="2" y="148"/>
                  <a:pt x="4" y="148"/>
                </a:cubicBezTo>
                <a:cubicBezTo>
                  <a:pt x="150" y="148"/>
                  <a:pt x="150" y="148"/>
                  <a:pt x="150" y="148"/>
                </a:cubicBezTo>
                <a:cubicBezTo>
                  <a:pt x="152" y="148"/>
                  <a:pt x="154" y="146"/>
                  <a:pt x="154" y="144"/>
                </a:cubicBezTo>
                <a:cubicBezTo>
                  <a:pt x="154" y="44"/>
                  <a:pt x="154" y="44"/>
                  <a:pt x="154" y="44"/>
                </a:cubicBezTo>
                <a:cubicBezTo>
                  <a:pt x="154" y="42"/>
                  <a:pt x="152" y="40"/>
                  <a:pt x="150" y="40"/>
                </a:cubicBezTo>
                <a:close/>
                <a:moveTo>
                  <a:pt x="145" y="135"/>
                </a:moveTo>
                <a:cubicBezTo>
                  <a:pt x="145" y="137"/>
                  <a:pt x="143" y="139"/>
                  <a:pt x="141" y="139"/>
                </a:cubicBezTo>
                <a:cubicBezTo>
                  <a:pt x="13" y="139"/>
                  <a:pt x="13" y="139"/>
                  <a:pt x="13" y="139"/>
                </a:cubicBezTo>
                <a:cubicBezTo>
                  <a:pt x="11" y="139"/>
                  <a:pt x="9" y="137"/>
                  <a:pt x="9" y="135"/>
                </a:cubicBezTo>
                <a:cubicBezTo>
                  <a:pt x="9" y="52"/>
                  <a:pt x="9" y="52"/>
                  <a:pt x="9" y="52"/>
                </a:cubicBezTo>
                <a:cubicBezTo>
                  <a:pt x="9" y="50"/>
                  <a:pt x="11" y="48"/>
                  <a:pt x="13" y="48"/>
                </a:cubicBezTo>
                <a:cubicBezTo>
                  <a:pt x="141" y="48"/>
                  <a:pt x="141" y="48"/>
                  <a:pt x="141" y="48"/>
                </a:cubicBezTo>
                <a:cubicBezTo>
                  <a:pt x="143" y="48"/>
                  <a:pt x="145" y="50"/>
                  <a:pt x="145" y="52"/>
                </a:cubicBezTo>
                <a:lnTo>
                  <a:pt x="145" y="135"/>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363"/>
            <a:endParaRPr lang="en-US" sz="1800" dirty="0">
              <a:solidFill>
                <a:srgbClr val="292929"/>
              </a:solidFill>
            </a:endParaRPr>
          </a:p>
        </p:txBody>
      </p:sp>
    </p:spTree>
    <p:extLst>
      <p:ext uri="{BB962C8B-B14F-4D97-AF65-F5344CB8AC3E}">
        <p14:creationId xmlns:p14="http://schemas.microsoft.com/office/powerpoint/2010/main" val="2071250625"/>
      </p:ext>
    </p:extLst>
  </p:cSld>
  <p:clrMapOvr>
    <a:masterClrMapping/>
  </p:clrMapOvr>
  <p:transition>
    <p:fade/>
  </p:transition>
  <p:timing>
    <p:tnLst>
      <p:par>
        <p:cTn id="1" dur="indefinite" restart="never" nodeType="tmRoot"/>
      </p:par>
    </p:tnLst>
  </p:timing>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3_Demo, Video etc. &quot;special&quot; slides">
    <p:bg>
      <p:bgPr>
        <a:solidFill>
          <a:schemeClr val="accent2">
            <a:alpha val="99000"/>
          </a:schemeClr>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889617" y="1447800"/>
            <a:ext cx="4206383" cy="1523494"/>
          </a:xfrm>
        </p:spPr>
        <p:txBody>
          <a:bodyPr anchor="ctr" anchorCtr="0">
            <a:noAutofit/>
          </a:bodyPr>
          <a:lstStyle>
            <a:lvl1pPr>
              <a:lnSpc>
                <a:spcPct val="90000"/>
              </a:lnSpc>
              <a:defRPr sz="4800" baseline="0">
                <a:solidFill>
                  <a:schemeClr val="bg1">
                    <a:alpha val="98000"/>
                  </a:schemeClr>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1889617" y="5630473"/>
            <a:ext cx="4206384" cy="461665"/>
          </a:xfrm>
        </p:spPr>
        <p:txBody>
          <a:bodyPr>
            <a:noAutofit/>
          </a:bodyPr>
          <a:lstStyle>
            <a:lvl1pPr marL="0" indent="0" algn="l" defTabSz="914363" rtl="0" eaLnBrk="1" latinLnBrk="0" hangingPunct="1">
              <a:lnSpc>
                <a:spcPct val="90000"/>
              </a:lnSpc>
              <a:spcBef>
                <a:spcPts val="0"/>
              </a:spcBef>
              <a:buSzPct val="80000"/>
              <a:buFont typeface="Arial" pitchFamily="34" charset="0"/>
              <a:buNone/>
              <a:defRPr lang="en-US" sz="2400" kern="1200" dirty="0">
                <a:solidFill>
                  <a:schemeClr val="bg1">
                    <a:alpha val="99000"/>
                  </a:schemeClr>
                </a:solidFill>
                <a:latin typeface="+mn-lt"/>
                <a:ea typeface="+mn-ea"/>
                <a:cs typeface="+mn-cs"/>
              </a:defRPr>
            </a:lvl1pPr>
            <a:lvl2pPr marL="457182" indent="0" algn="ctr">
              <a:buNone/>
              <a:defRPr>
                <a:solidFill>
                  <a:schemeClr val="tx1">
                    <a:tint val="75000"/>
                  </a:schemeClr>
                </a:solidFill>
              </a:defRPr>
            </a:lvl2pPr>
            <a:lvl3pPr marL="914363" indent="0" algn="ctr">
              <a:buNone/>
              <a:defRPr>
                <a:solidFill>
                  <a:schemeClr val="tx1">
                    <a:tint val="75000"/>
                  </a:schemeClr>
                </a:solidFill>
              </a:defRPr>
            </a:lvl3pPr>
            <a:lvl4pPr marL="1371545" indent="0" algn="ctr">
              <a:buNone/>
              <a:defRPr>
                <a:solidFill>
                  <a:schemeClr val="tx1">
                    <a:tint val="75000"/>
                  </a:schemeClr>
                </a:solidFill>
              </a:defRPr>
            </a:lvl4pPr>
            <a:lvl5pPr marL="1828727" indent="0" algn="ctr">
              <a:buNone/>
              <a:defRPr>
                <a:solidFill>
                  <a:schemeClr val="tx1">
                    <a:tint val="75000"/>
                  </a:schemeClr>
                </a:solidFill>
              </a:defRPr>
            </a:lvl5pPr>
            <a:lvl6pPr marL="2285909" indent="0" algn="ctr">
              <a:buNone/>
              <a:defRPr>
                <a:solidFill>
                  <a:schemeClr val="tx1">
                    <a:tint val="75000"/>
                  </a:schemeClr>
                </a:solidFill>
              </a:defRPr>
            </a:lvl6pPr>
            <a:lvl7pPr marL="2743090" indent="0" algn="ctr">
              <a:buNone/>
              <a:defRPr>
                <a:solidFill>
                  <a:schemeClr val="tx1">
                    <a:tint val="75000"/>
                  </a:schemeClr>
                </a:solidFill>
              </a:defRPr>
            </a:lvl7pPr>
            <a:lvl8pPr marL="3200272" indent="0" algn="ctr">
              <a:buNone/>
              <a:defRPr>
                <a:solidFill>
                  <a:schemeClr val="tx1">
                    <a:tint val="75000"/>
                  </a:schemeClr>
                </a:solidFill>
              </a:defRPr>
            </a:lvl8pPr>
            <a:lvl9pPr marL="3657454" indent="0" algn="ctr">
              <a:buNone/>
              <a:defRPr>
                <a:solidFill>
                  <a:schemeClr val="tx1">
                    <a:tint val="75000"/>
                  </a:schemeClr>
                </a:solidFill>
              </a:defRPr>
            </a:lvl9pPr>
          </a:lstStyle>
          <a:p>
            <a:r>
              <a:rPr lang="en-US" smtClean="0"/>
              <a:t>Click to edit Master subtitle style</a:t>
            </a:r>
            <a:endParaRPr lang="en-US" dirty="0"/>
          </a:p>
        </p:txBody>
      </p:sp>
      <p:sp>
        <p:nvSpPr>
          <p:cNvPr id="7" name="Text Placeholder 6"/>
          <p:cNvSpPr>
            <a:spLocks noGrp="1"/>
          </p:cNvSpPr>
          <p:nvPr>
            <p:ph type="body" sz="quarter" idx="10" hasCustomPrompt="1"/>
          </p:nvPr>
        </p:nvSpPr>
        <p:spPr>
          <a:xfrm>
            <a:off x="1889617" y="4160520"/>
            <a:ext cx="8874849" cy="1274538"/>
          </a:xfrm>
        </p:spPr>
        <p:txBody>
          <a:bodyPr anchor="t" anchorCtr="0">
            <a:noAutofit/>
            <a:scene3d>
              <a:camera prst="orthographicFront"/>
              <a:lightRig rig="flat" dir="t"/>
            </a:scene3d>
            <a:sp3d>
              <a:contourClr>
                <a:schemeClr val="bg2"/>
              </a:contourClr>
            </a:sp3d>
          </a:bodyPr>
          <a:lstStyle>
            <a:lvl1pPr marL="0" indent="0" algn="l">
              <a:buFont typeface="Arial" pitchFamily="34" charset="0"/>
              <a:buNone/>
              <a:defRPr kumimoji="0" lang="en-US" sz="6600" b="0" i="0" u="none" strike="noStrike" kern="1200" cap="none" spc="-642" normalizeH="0" baseline="0" noProof="0" dirty="0" smtClean="0">
                <a:ln w="11430"/>
                <a:solidFill>
                  <a:schemeClr val="accent2">
                    <a:lumMod val="40000"/>
                    <a:lumOff val="60000"/>
                    <a:alpha val="99000"/>
                  </a:schemeClr>
                </a:solidFill>
                <a:effectLst/>
                <a:uLnTx/>
                <a:uFillTx/>
                <a:latin typeface="Segoe UI Light" pitchFamily="34" charset="0"/>
                <a:ea typeface="+mn-ea"/>
                <a:cs typeface="+mn-cs"/>
              </a:defRPr>
            </a:lvl1pPr>
          </a:lstStyle>
          <a:p>
            <a:pPr lvl="0"/>
            <a:r>
              <a:rPr lang="en-US" dirty="0" smtClean="0"/>
              <a:t>click to…</a:t>
            </a:r>
          </a:p>
        </p:txBody>
      </p:sp>
      <p:grpSp>
        <p:nvGrpSpPr>
          <p:cNvPr id="8" name="Group 7"/>
          <p:cNvGrpSpPr/>
          <p:nvPr userDrawn="1"/>
        </p:nvGrpSpPr>
        <p:grpSpPr bwMode="black">
          <a:xfrm>
            <a:off x="7906631" y="2242931"/>
            <a:ext cx="3177742" cy="1934622"/>
            <a:chOff x="10387012" y="4179358"/>
            <a:chExt cx="974726" cy="593725"/>
          </a:xfrm>
          <a:solidFill>
            <a:srgbClr val="FFFFFF"/>
          </a:solidFill>
        </p:grpSpPr>
        <p:sp>
          <p:nvSpPr>
            <p:cNvPr id="9" name="Freeform 26"/>
            <p:cNvSpPr>
              <a:spLocks/>
            </p:cNvSpPr>
            <p:nvPr/>
          </p:nvSpPr>
          <p:spPr bwMode="black">
            <a:xfrm>
              <a:off x="10506075" y="4258733"/>
              <a:ext cx="706438" cy="514350"/>
            </a:xfrm>
            <a:custGeom>
              <a:avLst/>
              <a:gdLst>
                <a:gd name="T0" fmla="*/ 183 w 188"/>
                <a:gd name="T1" fmla="*/ 84 h 137"/>
                <a:gd name="T2" fmla="*/ 104 w 188"/>
                <a:gd name="T3" fmla="*/ 27 h 137"/>
                <a:gd name="T4" fmla="*/ 86 w 188"/>
                <a:gd name="T5" fmla="*/ 19 h 137"/>
                <a:gd name="T6" fmla="*/ 59 w 188"/>
                <a:gd name="T7" fmla="*/ 34 h 137"/>
                <a:gd name="T8" fmla="*/ 56 w 188"/>
                <a:gd name="T9" fmla="*/ 36 h 137"/>
                <a:gd name="T10" fmla="*/ 43 w 188"/>
                <a:gd name="T11" fmla="*/ 38 h 137"/>
                <a:gd name="T12" fmla="*/ 43 w 188"/>
                <a:gd name="T13" fmla="*/ 38 h 137"/>
                <a:gd name="T14" fmla="*/ 26 w 188"/>
                <a:gd name="T15" fmla="*/ 27 h 137"/>
                <a:gd name="T16" fmla="*/ 24 w 188"/>
                <a:gd name="T17" fmla="*/ 14 h 137"/>
                <a:gd name="T18" fmla="*/ 31 w 188"/>
                <a:gd name="T19" fmla="*/ 0 h 137"/>
                <a:gd name="T20" fmla="*/ 21 w 188"/>
                <a:gd name="T21" fmla="*/ 0 h 137"/>
                <a:gd name="T22" fmla="*/ 1 w 188"/>
                <a:gd name="T23" fmla="*/ 79 h 137"/>
                <a:gd name="T24" fmla="*/ 4 w 188"/>
                <a:gd name="T25" fmla="*/ 80 h 137"/>
                <a:gd name="T26" fmla="*/ 16 w 188"/>
                <a:gd name="T27" fmla="*/ 70 h 137"/>
                <a:gd name="T28" fmla="*/ 22 w 188"/>
                <a:gd name="T29" fmla="*/ 70 h 137"/>
                <a:gd name="T30" fmla="*/ 32 w 188"/>
                <a:gd name="T31" fmla="*/ 74 h 137"/>
                <a:gd name="T32" fmla="*/ 43 w 188"/>
                <a:gd name="T33" fmla="*/ 72 h 137"/>
                <a:gd name="T34" fmla="*/ 44 w 188"/>
                <a:gd name="T35" fmla="*/ 72 h 137"/>
                <a:gd name="T36" fmla="*/ 53 w 188"/>
                <a:gd name="T37" fmla="*/ 76 h 137"/>
                <a:gd name="T38" fmla="*/ 65 w 188"/>
                <a:gd name="T39" fmla="*/ 74 h 137"/>
                <a:gd name="T40" fmla="*/ 67 w 188"/>
                <a:gd name="T41" fmla="*/ 74 h 137"/>
                <a:gd name="T42" fmla="*/ 80 w 188"/>
                <a:gd name="T43" fmla="*/ 88 h 137"/>
                <a:gd name="T44" fmla="*/ 83 w 188"/>
                <a:gd name="T45" fmla="*/ 88 h 137"/>
                <a:gd name="T46" fmla="*/ 85 w 188"/>
                <a:gd name="T47" fmla="*/ 89 h 137"/>
                <a:gd name="T48" fmla="*/ 99 w 188"/>
                <a:gd name="T49" fmla="*/ 108 h 137"/>
                <a:gd name="T50" fmla="*/ 99 w 188"/>
                <a:gd name="T51" fmla="*/ 110 h 137"/>
                <a:gd name="T52" fmla="*/ 96 w 188"/>
                <a:gd name="T53" fmla="*/ 124 h 137"/>
                <a:gd name="T54" fmla="*/ 114 w 188"/>
                <a:gd name="T55" fmla="*/ 137 h 137"/>
                <a:gd name="T56" fmla="*/ 123 w 188"/>
                <a:gd name="T57" fmla="*/ 132 h 137"/>
                <a:gd name="T58" fmla="*/ 124 w 188"/>
                <a:gd name="T59" fmla="*/ 124 h 137"/>
                <a:gd name="T60" fmla="*/ 108 w 188"/>
                <a:gd name="T61" fmla="*/ 112 h 137"/>
                <a:gd name="T62" fmla="*/ 107 w 188"/>
                <a:gd name="T63" fmla="*/ 109 h 137"/>
                <a:gd name="T64" fmla="*/ 110 w 188"/>
                <a:gd name="T65" fmla="*/ 109 h 137"/>
                <a:gd name="T66" fmla="*/ 136 w 188"/>
                <a:gd name="T67" fmla="*/ 127 h 137"/>
                <a:gd name="T68" fmla="*/ 145 w 188"/>
                <a:gd name="T69" fmla="*/ 123 h 137"/>
                <a:gd name="T70" fmla="*/ 147 w 188"/>
                <a:gd name="T71" fmla="*/ 114 h 137"/>
                <a:gd name="T72" fmla="*/ 117 w 188"/>
                <a:gd name="T73" fmla="*/ 93 h 137"/>
                <a:gd name="T74" fmla="*/ 117 w 188"/>
                <a:gd name="T75" fmla="*/ 90 h 137"/>
                <a:gd name="T76" fmla="*/ 120 w 188"/>
                <a:gd name="T77" fmla="*/ 89 h 137"/>
                <a:gd name="T78" fmla="*/ 156 w 188"/>
                <a:gd name="T79" fmla="*/ 116 h 137"/>
                <a:gd name="T80" fmla="*/ 165 w 188"/>
                <a:gd name="T81" fmla="*/ 111 h 137"/>
                <a:gd name="T82" fmla="*/ 167 w 188"/>
                <a:gd name="T83" fmla="*/ 102 h 137"/>
                <a:gd name="T84" fmla="*/ 137 w 188"/>
                <a:gd name="T85" fmla="*/ 81 h 137"/>
                <a:gd name="T86" fmla="*/ 136 w 188"/>
                <a:gd name="T87" fmla="*/ 78 h 137"/>
                <a:gd name="T88" fmla="*/ 139 w 188"/>
                <a:gd name="T89" fmla="*/ 77 h 137"/>
                <a:gd name="T90" fmla="*/ 176 w 188"/>
                <a:gd name="T91" fmla="*/ 104 h 137"/>
                <a:gd name="T92" fmla="*/ 185 w 188"/>
                <a:gd name="T93" fmla="*/ 99 h 137"/>
                <a:gd name="T94" fmla="*/ 183 w 188"/>
                <a:gd name="T95" fmla="*/ 84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88" h="137">
                  <a:moveTo>
                    <a:pt x="183" y="84"/>
                  </a:moveTo>
                  <a:cubicBezTo>
                    <a:pt x="104" y="27"/>
                    <a:pt x="104" y="27"/>
                    <a:pt x="104" y="27"/>
                  </a:cubicBezTo>
                  <a:cubicBezTo>
                    <a:pt x="86" y="19"/>
                    <a:pt x="86" y="19"/>
                    <a:pt x="86" y="19"/>
                  </a:cubicBezTo>
                  <a:cubicBezTo>
                    <a:pt x="59" y="34"/>
                    <a:pt x="59" y="34"/>
                    <a:pt x="59" y="34"/>
                  </a:cubicBezTo>
                  <a:cubicBezTo>
                    <a:pt x="56" y="36"/>
                    <a:pt x="56" y="36"/>
                    <a:pt x="56" y="36"/>
                  </a:cubicBezTo>
                  <a:cubicBezTo>
                    <a:pt x="52" y="38"/>
                    <a:pt x="47" y="39"/>
                    <a:pt x="43" y="38"/>
                  </a:cubicBezTo>
                  <a:cubicBezTo>
                    <a:pt x="43" y="38"/>
                    <a:pt x="43" y="38"/>
                    <a:pt x="43" y="38"/>
                  </a:cubicBezTo>
                  <a:cubicBezTo>
                    <a:pt x="36" y="38"/>
                    <a:pt x="30" y="34"/>
                    <a:pt x="26" y="27"/>
                  </a:cubicBezTo>
                  <a:cubicBezTo>
                    <a:pt x="24" y="23"/>
                    <a:pt x="23" y="19"/>
                    <a:pt x="24" y="14"/>
                  </a:cubicBezTo>
                  <a:cubicBezTo>
                    <a:pt x="24" y="9"/>
                    <a:pt x="27" y="4"/>
                    <a:pt x="31" y="0"/>
                  </a:cubicBezTo>
                  <a:cubicBezTo>
                    <a:pt x="25" y="0"/>
                    <a:pt x="21" y="0"/>
                    <a:pt x="21" y="0"/>
                  </a:cubicBezTo>
                  <a:cubicBezTo>
                    <a:pt x="21" y="0"/>
                    <a:pt x="0" y="40"/>
                    <a:pt x="1" y="79"/>
                  </a:cubicBezTo>
                  <a:cubicBezTo>
                    <a:pt x="4" y="80"/>
                    <a:pt x="4" y="80"/>
                    <a:pt x="4" y="80"/>
                  </a:cubicBezTo>
                  <a:cubicBezTo>
                    <a:pt x="6" y="75"/>
                    <a:pt x="10" y="72"/>
                    <a:pt x="16" y="70"/>
                  </a:cubicBezTo>
                  <a:cubicBezTo>
                    <a:pt x="18" y="70"/>
                    <a:pt x="20" y="70"/>
                    <a:pt x="22" y="70"/>
                  </a:cubicBezTo>
                  <a:cubicBezTo>
                    <a:pt x="25" y="70"/>
                    <a:pt x="29" y="72"/>
                    <a:pt x="32" y="74"/>
                  </a:cubicBezTo>
                  <a:cubicBezTo>
                    <a:pt x="35" y="72"/>
                    <a:pt x="39" y="71"/>
                    <a:pt x="43" y="72"/>
                  </a:cubicBezTo>
                  <a:cubicBezTo>
                    <a:pt x="43" y="72"/>
                    <a:pt x="44" y="72"/>
                    <a:pt x="44" y="72"/>
                  </a:cubicBezTo>
                  <a:cubicBezTo>
                    <a:pt x="48" y="72"/>
                    <a:pt x="51" y="74"/>
                    <a:pt x="53" y="76"/>
                  </a:cubicBezTo>
                  <a:cubicBezTo>
                    <a:pt x="56" y="74"/>
                    <a:pt x="60" y="73"/>
                    <a:pt x="65" y="74"/>
                  </a:cubicBezTo>
                  <a:cubicBezTo>
                    <a:pt x="65" y="74"/>
                    <a:pt x="66" y="74"/>
                    <a:pt x="67" y="74"/>
                  </a:cubicBezTo>
                  <a:cubicBezTo>
                    <a:pt x="74" y="76"/>
                    <a:pt x="79" y="81"/>
                    <a:pt x="80" y="88"/>
                  </a:cubicBezTo>
                  <a:cubicBezTo>
                    <a:pt x="81" y="88"/>
                    <a:pt x="82" y="88"/>
                    <a:pt x="83" y="88"/>
                  </a:cubicBezTo>
                  <a:cubicBezTo>
                    <a:pt x="84" y="88"/>
                    <a:pt x="84" y="88"/>
                    <a:pt x="85" y="89"/>
                  </a:cubicBezTo>
                  <a:cubicBezTo>
                    <a:pt x="94" y="91"/>
                    <a:pt x="100" y="99"/>
                    <a:pt x="99" y="108"/>
                  </a:cubicBezTo>
                  <a:cubicBezTo>
                    <a:pt x="99" y="109"/>
                    <a:pt x="99" y="110"/>
                    <a:pt x="99" y="110"/>
                  </a:cubicBezTo>
                  <a:cubicBezTo>
                    <a:pt x="96" y="124"/>
                    <a:pt x="96" y="124"/>
                    <a:pt x="96" y="124"/>
                  </a:cubicBezTo>
                  <a:cubicBezTo>
                    <a:pt x="114" y="137"/>
                    <a:pt x="114" y="137"/>
                    <a:pt x="114" y="137"/>
                  </a:cubicBezTo>
                  <a:cubicBezTo>
                    <a:pt x="117" y="137"/>
                    <a:pt x="120" y="135"/>
                    <a:pt x="123" y="132"/>
                  </a:cubicBezTo>
                  <a:cubicBezTo>
                    <a:pt x="124" y="130"/>
                    <a:pt x="125" y="127"/>
                    <a:pt x="124" y="124"/>
                  </a:cubicBezTo>
                  <a:cubicBezTo>
                    <a:pt x="108" y="112"/>
                    <a:pt x="108" y="112"/>
                    <a:pt x="108" y="112"/>
                  </a:cubicBezTo>
                  <a:cubicBezTo>
                    <a:pt x="107" y="111"/>
                    <a:pt x="107" y="110"/>
                    <a:pt x="107" y="109"/>
                  </a:cubicBezTo>
                  <a:cubicBezTo>
                    <a:pt x="108" y="108"/>
                    <a:pt x="109" y="108"/>
                    <a:pt x="110" y="109"/>
                  </a:cubicBezTo>
                  <a:cubicBezTo>
                    <a:pt x="136" y="127"/>
                    <a:pt x="136" y="127"/>
                    <a:pt x="136" y="127"/>
                  </a:cubicBezTo>
                  <a:cubicBezTo>
                    <a:pt x="140" y="127"/>
                    <a:pt x="143" y="126"/>
                    <a:pt x="145" y="123"/>
                  </a:cubicBezTo>
                  <a:cubicBezTo>
                    <a:pt x="147" y="120"/>
                    <a:pt x="147" y="117"/>
                    <a:pt x="147" y="114"/>
                  </a:cubicBezTo>
                  <a:cubicBezTo>
                    <a:pt x="117" y="93"/>
                    <a:pt x="117" y="93"/>
                    <a:pt x="117" y="93"/>
                  </a:cubicBezTo>
                  <a:cubicBezTo>
                    <a:pt x="116" y="92"/>
                    <a:pt x="116" y="91"/>
                    <a:pt x="117" y="90"/>
                  </a:cubicBezTo>
                  <a:cubicBezTo>
                    <a:pt x="117" y="89"/>
                    <a:pt x="119" y="89"/>
                    <a:pt x="120" y="89"/>
                  </a:cubicBezTo>
                  <a:cubicBezTo>
                    <a:pt x="156" y="116"/>
                    <a:pt x="156" y="116"/>
                    <a:pt x="156" y="116"/>
                  </a:cubicBezTo>
                  <a:cubicBezTo>
                    <a:pt x="159" y="116"/>
                    <a:pt x="163" y="114"/>
                    <a:pt x="165" y="111"/>
                  </a:cubicBezTo>
                  <a:cubicBezTo>
                    <a:pt x="167" y="108"/>
                    <a:pt x="167" y="105"/>
                    <a:pt x="167" y="102"/>
                  </a:cubicBezTo>
                  <a:cubicBezTo>
                    <a:pt x="137" y="81"/>
                    <a:pt x="137" y="81"/>
                    <a:pt x="137" y="81"/>
                  </a:cubicBezTo>
                  <a:cubicBezTo>
                    <a:pt x="136" y="80"/>
                    <a:pt x="136" y="79"/>
                    <a:pt x="136" y="78"/>
                  </a:cubicBezTo>
                  <a:cubicBezTo>
                    <a:pt x="137" y="77"/>
                    <a:pt x="138" y="76"/>
                    <a:pt x="139" y="77"/>
                  </a:cubicBezTo>
                  <a:cubicBezTo>
                    <a:pt x="176" y="104"/>
                    <a:pt x="176" y="104"/>
                    <a:pt x="176" y="104"/>
                  </a:cubicBezTo>
                  <a:cubicBezTo>
                    <a:pt x="180" y="104"/>
                    <a:pt x="183" y="102"/>
                    <a:pt x="185" y="99"/>
                  </a:cubicBezTo>
                  <a:cubicBezTo>
                    <a:pt x="188" y="94"/>
                    <a:pt x="187" y="87"/>
                    <a:pt x="183" y="84"/>
                  </a:cubicBezTo>
                  <a:close/>
                </a:path>
              </a:pathLst>
            </a:custGeom>
            <a:grpFill/>
            <a:ln>
              <a:noFill/>
            </a:ln>
          </p:spPr>
          <p:txBody>
            <a:bodyPr vert="horz" wrap="square" lIns="91440" tIns="45720" rIns="91440" bIns="45720" numCol="1" anchor="t" anchorCtr="0" compatLnSpc="1">
              <a:prstTxWarp prst="textNoShape">
                <a:avLst/>
              </a:prstTxWarp>
            </a:bodyPr>
            <a:lstStyle/>
            <a:p>
              <a:pPr defTabSz="914363"/>
              <a:endParaRPr lang="en-US" sz="1600" dirty="0">
                <a:solidFill>
                  <a:srgbClr val="292929"/>
                </a:solidFill>
              </a:endParaRPr>
            </a:p>
          </p:txBody>
        </p:sp>
        <p:sp>
          <p:nvSpPr>
            <p:cNvPr id="12" name="Freeform 27"/>
            <p:cNvSpPr>
              <a:spLocks/>
            </p:cNvSpPr>
            <p:nvPr/>
          </p:nvSpPr>
          <p:spPr bwMode="black">
            <a:xfrm>
              <a:off x="10615612" y="4179358"/>
              <a:ext cx="657225" cy="376238"/>
            </a:xfrm>
            <a:custGeom>
              <a:avLst/>
              <a:gdLst>
                <a:gd name="T0" fmla="*/ 127 w 175"/>
                <a:gd name="T1" fmla="*/ 31 h 100"/>
                <a:gd name="T2" fmla="*/ 119 w 175"/>
                <a:gd name="T3" fmla="*/ 28 h 100"/>
                <a:gd name="T4" fmla="*/ 62 w 175"/>
                <a:gd name="T5" fmla="*/ 2 h 100"/>
                <a:gd name="T6" fmla="*/ 49 w 175"/>
                <a:gd name="T7" fmla="*/ 3 h 100"/>
                <a:gd name="T8" fmla="*/ 26 w 175"/>
                <a:gd name="T9" fmla="*/ 16 h 100"/>
                <a:gd name="T10" fmla="*/ 9 w 175"/>
                <a:gd name="T11" fmla="*/ 25 h 100"/>
                <a:gd name="T12" fmla="*/ 4 w 175"/>
                <a:gd name="T13" fmla="*/ 45 h 100"/>
                <a:gd name="T14" fmla="*/ 15 w 175"/>
                <a:gd name="T15" fmla="*/ 52 h 100"/>
                <a:gd name="T16" fmla="*/ 23 w 175"/>
                <a:gd name="T17" fmla="*/ 50 h 100"/>
                <a:gd name="T18" fmla="*/ 23 w 175"/>
                <a:gd name="T19" fmla="*/ 50 h 100"/>
                <a:gd name="T20" fmla="*/ 57 w 175"/>
                <a:gd name="T21" fmla="*/ 32 h 100"/>
                <a:gd name="T22" fmla="*/ 79 w 175"/>
                <a:gd name="T23" fmla="*/ 42 h 100"/>
                <a:gd name="T24" fmla="*/ 109 w 175"/>
                <a:gd name="T25" fmla="*/ 64 h 100"/>
                <a:gd name="T26" fmla="*/ 158 w 175"/>
                <a:gd name="T27" fmla="*/ 99 h 100"/>
                <a:gd name="T28" fmla="*/ 159 w 175"/>
                <a:gd name="T29" fmla="*/ 100 h 100"/>
                <a:gd name="T30" fmla="*/ 173 w 175"/>
                <a:gd name="T31" fmla="*/ 97 h 100"/>
                <a:gd name="T32" fmla="*/ 154 w 175"/>
                <a:gd name="T33" fmla="*/ 29 h 100"/>
                <a:gd name="T34" fmla="*/ 127 w 175"/>
                <a:gd name="T35" fmla="*/ 31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75" h="100">
                  <a:moveTo>
                    <a:pt x="127" y="31"/>
                  </a:moveTo>
                  <a:cubicBezTo>
                    <a:pt x="125" y="31"/>
                    <a:pt x="122" y="30"/>
                    <a:pt x="119" y="28"/>
                  </a:cubicBezTo>
                  <a:cubicBezTo>
                    <a:pt x="62" y="2"/>
                    <a:pt x="62" y="2"/>
                    <a:pt x="62" y="2"/>
                  </a:cubicBezTo>
                  <a:cubicBezTo>
                    <a:pt x="58" y="0"/>
                    <a:pt x="53" y="1"/>
                    <a:pt x="49" y="3"/>
                  </a:cubicBezTo>
                  <a:cubicBezTo>
                    <a:pt x="26" y="16"/>
                    <a:pt x="26" y="16"/>
                    <a:pt x="26" y="16"/>
                  </a:cubicBezTo>
                  <a:cubicBezTo>
                    <a:pt x="9" y="25"/>
                    <a:pt x="9" y="25"/>
                    <a:pt x="9" y="25"/>
                  </a:cubicBezTo>
                  <a:cubicBezTo>
                    <a:pt x="2" y="29"/>
                    <a:pt x="0" y="38"/>
                    <a:pt x="4" y="45"/>
                  </a:cubicBezTo>
                  <a:cubicBezTo>
                    <a:pt x="6" y="49"/>
                    <a:pt x="10" y="52"/>
                    <a:pt x="15" y="52"/>
                  </a:cubicBezTo>
                  <a:cubicBezTo>
                    <a:pt x="18" y="52"/>
                    <a:pt x="21" y="52"/>
                    <a:pt x="23" y="50"/>
                  </a:cubicBezTo>
                  <a:cubicBezTo>
                    <a:pt x="23" y="50"/>
                    <a:pt x="23" y="50"/>
                    <a:pt x="23" y="50"/>
                  </a:cubicBezTo>
                  <a:cubicBezTo>
                    <a:pt x="57" y="32"/>
                    <a:pt x="57" y="32"/>
                    <a:pt x="57" y="32"/>
                  </a:cubicBezTo>
                  <a:cubicBezTo>
                    <a:pt x="79" y="42"/>
                    <a:pt x="79" y="42"/>
                    <a:pt x="79" y="42"/>
                  </a:cubicBezTo>
                  <a:cubicBezTo>
                    <a:pt x="109" y="64"/>
                    <a:pt x="109" y="64"/>
                    <a:pt x="109" y="64"/>
                  </a:cubicBezTo>
                  <a:cubicBezTo>
                    <a:pt x="158" y="99"/>
                    <a:pt x="158" y="99"/>
                    <a:pt x="158" y="99"/>
                  </a:cubicBezTo>
                  <a:cubicBezTo>
                    <a:pt x="158" y="99"/>
                    <a:pt x="159" y="100"/>
                    <a:pt x="159" y="100"/>
                  </a:cubicBezTo>
                  <a:cubicBezTo>
                    <a:pt x="173" y="97"/>
                    <a:pt x="173" y="97"/>
                    <a:pt x="173" y="97"/>
                  </a:cubicBezTo>
                  <a:cubicBezTo>
                    <a:pt x="175" y="51"/>
                    <a:pt x="154" y="29"/>
                    <a:pt x="154" y="29"/>
                  </a:cubicBezTo>
                  <a:cubicBezTo>
                    <a:pt x="154" y="29"/>
                    <a:pt x="133" y="33"/>
                    <a:pt x="127" y="31"/>
                  </a:cubicBezTo>
                  <a:close/>
                </a:path>
              </a:pathLst>
            </a:custGeom>
            <a:grpFill/>
            <a:ln>
              <a:noFill/>
            </a:ln>
          </p:spPr>
          <p:txBody>
            <a:bodyPr vert="horz" wrap="square" lIns="91440" tIns="45720" rIns="91440" bIns="45720" numCol="1" anchor="t" anchorCtr="0" compatLnSpc="1">
              <a:prstTxWarp prst="textNoShape">
                <a:avLst/>
              </a:prstTxWarp>
            </a:bodyPr>
            <a:lstStyle/>
            <a:p>
              <a:pPr defTabSz="914363"/>
              <a:endParaRPr lang="en-US" sz="1600" dirty="0">
                <a:solidFill>
                  <a:srgbClr val="292929"/>
                </a:solidFill>
              </a:endParaRPr>
            </a:p>
          </p:txBody>
        </p:sp>
        <p:sp>
          <p:nvSpPr>
            <p:cNvPr id="14" name="Freeform 28"/>
            <p:cNvSpPr>
              <a:spLocks/>
            </p:cNvSpPr>
            <p:nvPr/>
          </p:nvSpPr>
          <p:spPr bwMode="black">
            <a:xfrm>
              <a:off x="10536237" y="4544483"/>
              <a:ext cx="319088" cy="220663"/>
            </a:xfrm>
            <a:custGeom>
              <a:avLst/>
              <a:gdLst>
                <a:gd name="T0" fmla="*/ 76 w 85"/>
                <a:gd name="T1" fmla="*/ 20 h 59"/>
                <a:gd name="T2" fmla="*/ 64 w 85"/>
                <a:gd name="T3" fmla="*/ 25 h 59"/>
                <a:gd name="T4" fmla="*/ 65 w 85"/>
                <a:gd name="T5" fmla="*/ 18 h 59"/>
                <a:gd name="T6" fmla="*/ 57 w 85"/>
                <a:gd name="T7" fmla="*/ 5 h 59"/>
                <a:gd name="T8" fmla="*/ 44 w 85"/>
                <a:gd name="T9" fmla="*/ 13 h 59"/>
                <a:gd name="T10" fmla="*/ 44 w 85"/>
                <a:gd name="T11" fmla="*/ 14 h 59"/>
                <a:gd name="T12" fmla="*/ 35 w 85"/>
                <a:gd name="T13" fmla="*/ 3 h 59"/>
                <a:gd name="T14" fmla="*/ 23 w 85"/>
                <a:gd name="T15" fmla="*/ 10 h 59"/>
                <a:gd name="T16" fmla="*/ 23 w 85"/>
                <a:gd name="T17" fmla="*/ 10 h 59"/>
                <a:gd name="T18" fmla="*/ 10 w 85"/>
                <a:gd name="T19" fmla="*/ 1 h 59"/>
                <a:gd name="T20" fmla="*/ 1 w 85"/>
                <a:gd name="T21" fmla="*/ 14 h 59"/>
                <a:gd name="T22" fmla="*/ 4 w 85"/>
                <a:gd name="T23" fmla="*/ 28 h 59"/>
                <a:gd name="T24" fmla="*/ 14 w 85"/>
                <a:gd name="T25" fmla="*/ 36 h 59"/>
                <a:gd name="T26" fmla="*/ 17 w 85"/>
                <a:gd name="T27" fmla="*/ 36 h 59"/>
                <a:gd name="T28" fmla="*/ 19 w 85"/>
                <a:gd name="T29" fmla="*/ 35 h 59"/>
                <a:gd name="T30" fmla="*/ 27 w 85"/>
                <a:gd name="T31" fmla="*/ 43 h 59"/>
                <a:gd name="T32" fmla="*/ 28 w 85"/>
                <a:gd name="T33" fmla="*/ 43 h 59"/>
                <a:gd name="T34" fmla="*/ 39 w 85"/>
                <a:gd name="T35" fmla="*/ 38 h 59"/>
                <a:gd name="T36" fmla="*/ 38 w 85"/>
                <a:gd name="T37" fmla="*/ 39 h 59"/>
                <a:gd name="T38" fmla="*/ 47 w 85"/>
                <a:gd name="T39" fmla="*/ 52 h 59"/>
                <a:gd name="T40" fmla="*/ 48 w 85"/>
                <a:gd name="T41" fmla="*/ 52 h 59"/>
                <a:gd name="T42" fmla="*/ 58 w 85"/>
                <a:gd name="T43" fmla="*/ 47 h 59"/>
                <a:gd name="T44" fmla="*/ 67 w 85"/>
                <a:gd name="T45" fmla="*/ 59 h 59"/>
                <a:gd name="T46" fmla="*/ 68 w 85"/>
                <a:gd name="T47" fmla="*/ 59 h 59"/>
                <a:gd name="T48" fmla="*/ 80 w 85"/>
                <a:gd name="T49" fmla="*/ 50 h 59"/>
                <a:gd name="T50" fmla="*/ 84 w 85"/>
                <a:gd name="T51" fmla="*/ 33 h 59"/>
                <a:gd name="T52" fmla="*/ 76 w 85"/>
                <a:gd name="T53" fmla="*/ 20 h 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5" h="59">
                  <a:moveTo>
                    <a:pt x="76" y="20"/>
                  </a:moveTo>
                  <a:cubicBezTo>
                    <a:pt x="71" y="19"/>
                    <a:pt x="66" y="21"/>
                    <a:pt x="64" y="25"/>
                  </a:cubicBezTo>
                  <a:cubicBezTo>
                    <a:pt x="65" y="18"/>
                    <a:pt x="65" y="18"/>
                    <a:pt x="65" y="18"/>
                  </a:cubicBezTo>
                  <a:cubicBezTo>
                    <a:pt x="67" y="12"/>
                    <a:pt x="63" y="6"/>
                    <a:pt x="57" y="5"/>
                  </a:cubicBezTo>
                  <a:cubicBezTo>
                    <a:pt x="51" y="4"/>
                    <a:pt x="45" y="7"/>
                    <a:pt x="44" y="13"/>
                  </a:cubicBezTo>
                  <a:cubicBezTo>
                    <a:pt x="44" y="14"/>
                    <a:pt x="44" y="14"/>
                    <a:pt x="44" y="14"/>
                  </a:cubicBezTo>
                  <a:cubicBezTo>
                    <a:pt x="44" y="9"/>
                    <a:pt x="40" y="4"/>
                    <a:pt x="35" y="3"/>
                  </a:cubicBezTo>
                  <a:cubicBezTo>
                    <a:pt x="30" y="2"/>
                    <a:pt x="24" y="5"/>
                    <a:pt x="23" y="10"/>
                  </a:cubicBezTo>
                  <a:cubicBezTo>
                    <a:pt x="23" y="10"/>
                    <a:pt x="23" y="10"/>
                    <a:pt x="23" y="10"/>
                  </a:cubicBezTo>
                  <a:cubicBezTo>
                    <a:pt x="21" y="4"/>
                    <a:pt x="15" y="0"/>
                    <a:pt x="10" y="1"/>
                  </a:cubicBezTo>
                  <a:cubicBezTo>
                    <a:pt x="4" y="3"/>
                    <a:pt x="0" y="8"/>
                    <a:pt x="1" y="14"/>
                  </a:cubicBezTo>
                  <a:cubicBezTo>
                    <a:pt x="4" y="28"/>
                    <a:pt x="4" y="28"/>
                    <a:pt x="4" y="28"/>
                  </a:cubicBezTo>
                  <a:cubicBezTo>
                    <a:pt x="5" y="32"/>
                    <a:pt x="9" y="36"/>
                    <a:pt x="14" y="36"/>
                  </a:cubicBezTo>
                  <a:cubicBezTo>
                    <a:pt x="15" y="36"/>
                    <a:pt x="16" y="36"/>
                    <a:pt x="17" y="36"/>
                  </a:cubicBezTo>
                  <a:cubicBezTo>
                    <a:pt x="18" y="36"/>
                    <a:pt x="18" y="36"/>
                    <a:pt x="19" y="35"/>
                  </a:cubicBezTo>
                  <a:cubicBezTo>
                    <a:pt x="20" y="39"/>
                    <a:pt x="23" y="42"/>
                    <a:pt x="27" y="43"/>
                  </a:cubicBezTo>
                  <a:cubicBezTo>
                    <a:pt x="28" y="43"/>
                    <a:pt x="28" y="43"/>
                    <a:pt x="28" y="43"/>
                  </a:cubicBezTo>
                  <a:cubicBezTo>
                    <a:pt x="32" y="43"/>
                    <a:pt x="36" y="41"/>
                    <a:pt x="39" y="38"/>
                  </a:cubicBezTo>
                  <a:cubicBezTo>
                    <a:pt x="38" y="39"/>
                    <a:pt x="38" y="39"/>
                    <a:pt x="38" y="39"/>
                  </a:cubicBezTo>
                  <a:cubicBezTo>
                    <a:pt x="37" y="44"/>
                    <a:pt x="41" y="50"/>
                    <a:pt x="47" y="52"/>
                  </a:cubicBezTo>
                  <a:cubicBezTo>
                    <a:pt x="47" y="52"/>
                    <a:pt x="47" y="52"/>
                    <a:pt x="48" y="52"/>
                  </a:cubicBezTo>
                  <a:cubicBezTo>
                    <a:pt x="52" y="52"/>
                    <a:pt x="56" y="50"/>
                    <a:pt x="58" y="47"/>
                  </a:cubicBezTo>
                  <a:cubicBezTo>
                    <a:pt x="58" y="52"/>
                    <a:pt x="61" y="57"/>
                    <a:pt x="67" y="59"/>
                  </a:cubicBezTo>
                  <a:cubicBezTo>
                    <a:pt x="67" y="59"/>
                    <a:pt x="67" y="59"/>
                    <a:pt x="68" y="59"/>
                  </a:cubicBezTo>
                  <a:cubicBezTo>
                    <a:pt x="73" y="59"/>
                    <a:pt x="78" y="56"/>
                    <a:pt x="80" y="50"/>
                  </a:cubicBezTo>
                  <a:cubicBezTo>
                    <a:pt x="84" y="33"/>
                    <a:pt x="84" y="33"/>
                    <a:pt x="84" y="33"/>
                  </a:cubicBezTo>
                  <a:cubicBezTo>
                    <a:pt x="85" y="27"/>
                    <a:pt x="81" y="21"/>
                    <a:pt x="76" y="20"/>
                  </a:cubicBezTo>
                  <a:close/>
                </a:path>
              </a:pathLst>
            </a:custGeom>
            <a:grpFill/>
            <a:ln>
              <a:noFill/>
            </a:ln>
          </p:spPr>
          <p:txBody>
            <a:bodyPr vert="horz" wrap="square" lIns="91440" tIns="45720" rIns="91440" bIns="45720" numCol="1" anchor="t" anchorCtr="0" compatLnSpc="1">
              <a:prstTxWarp prst="textNoShape">
                <a:avLst/>
              </a:prstTxWarp>
            </a:bodyPr>
            <a:lstStyle/>
            <a:p>
              <a:pPr defTabSz="914363"/>
              <a:endParaRPr lang="en-US" sz="1600" dirty="0">
                <a:solidFill>
                  <a:srgbClr val="292929"/>
                </a:solidFill>
              </a:endParaRPr>
            </a:p>
          </p:txBody>
        </p:sp>
        <p:sp>
          <p:nvSpPr>
            <p:cNvPr id="15" name="Freeform 29"/>
            <p:cNvSpPr>
              <a:spLocks/>
            </p:cNvSpPr>
            <p:nvPr/>
          </p:nvSpPr>
          <p:spPr bwMode="black">
            <a:xfrm>
              <a:off x="11207750" y="4239683"/>
              <a:ext cx="153988" cy="319088"/>
            </a:xfrm>
            <a:custGeom>
              <a:avLst/>
              <a:gdLst>
                <a:gd name="T0" fmla="*/ 41 w 41"/>
                <a:gd name="T1" fmla="*/ 77 h 85"/>
                <a:gd name="T2" fmla="*/ 33 w 41"/>
                <a:gd name="T3" fmla="*/ 7 h 85"/>
                <a:gd name="T4" fmla="*/ 24 w 41"/>
                <a:gd name="T5" fmla="*/ 1 h 85"/>
                <a:gd name="T6" fmla="*/ 0 w 41"/>
                <a:gd name="T7" fmla="*/ 7 h 85"/>
                <a:gd name="T8" fmla="*/ 22 w 41"/>
                <a:gd name="T9" fmla="*/ 85 h 85"/>
                <a:gd name="T10" fmla="*/ 33 w 41"/>
                <a:gd name="T11" fmla="*/ 85 h 85"/>
                <a:gd name="T12" fmla="*/ 41 w 41"/>
                <a:gd name="T13" fmla="*/ 77 h 85"/>
              </a:gdLst>
              <a:ahLst/>
              <a:cxnLst>
                <a:cxn ang="0">
                  <a:pos x="T0" y="T1"/>
                </a:cxn>
                <a:cxn ang="0">
                  <a:pos x="T2" y="T3"/>
                </a:cxn>
                <a:cxn ang="0">
                  <a:pos x="T4" y="T5"/>
                </a:cxn>
                <a:cxn ang="0">
                  <a:pos x="T6" y="T7"/>
                </a:cxn>
                <a:cxn ang="0">
                  <a:pos x="T8" y="T9"/>
                </a:cxn>
                <a:cxn ang="0">
                  <a:pos x="T10" y="T11"/>
                </a:cxn>
                <a:cxn ang="0">
                  <a:pos x="T12" y="T13"/>
                </a:cxn>
              </a:cxnLst>
              <a:rect l="0" t="0" r="r" b="b"/>
              <a:pathLst>
                <a:path w="41" h="85">
                  <a:moveTo>
                    <a:pt x="41" y="77"/>
                  </a:moveTo>
                  <a:cubicBezTo>
                    <a:pt x="33" y="7"/>
                    <a:pt x="33" y="7"/>
                    <a:pt x="33" y="7"/>
                  </a:cubicBezTo>
                  <a:cubicBezTo>
                    <a:pt x="32" y="2"/>
                    <a:pt x="28" y="0"/>
                    <a:pt x="24" y="1"/>
                  </a:cubicBezTo>
                  <a:cubicBezTo>
                    <a:pt x="0" y="7"/>
                    <a:pt x="0" y="7"/>
                    <a:pt x="0" y="7"/>
                  </a:cubicBezTo>
                  <a:cubicBezTo>
                    <a:pt x="0" y="7"/>
                    <a:pt x="25" y="32"/>
                    <a:pt x="22" y="85"/>
                  </a:cubicBezTo>
                  <a:cubicBezTo>
                    <a:pt x="33" y="85"/>
                    <a:pt x="33" y="85"/>
                    <a:pt x="33" y="85"/>
                  </a:cubicBezTo>
                  <a:cubicBezTo>
                    <a:pt x="38" y="85"/>
                    <a:pt x="41" y="81"/>
                    <a:pt x="41" y="77"/>
                  </a:cubicBezTo>
                  <a:close/>
                </a:path>
              </a:pathLst>
            </a:custGeom>
            <a:grpFill/>
            <a:ln>
              <a:noFill/>
            </a:ln>
          </p:spPr>
          <p:txBody>
            <a:bodyPr vert="horz" wrap="square" lIns="91440" tIns="45720" rIns="91440" bIns="45720" numCol="1" anchor="t" anchorCtr="0" compatLnSpc="1">
              <a:prstTxWarp prst="textNoShape">
                <a:avLst/>
              </a:prstTxWarp>
            </a:bodyPr>
            <a:lstStyle/>
            <a:p>
              <a:pPr defTabSz="914363"/>
              <a:endParaRPr lang="en-US" sz="1600" dirty="0">
                <a:solidFill>
                  <a:srgbClr val="292929"/>
                </a:solidFill>
              </a:endParaRPr>
            </a:p>
          </p:txBody>
        </p:sp>
        <p:sp>
          <p:nvSpPr>
            <p:cNvPr id="16" name="Freeform 30"/>
            <p:cNvSpPr>
              <a:spLocks/>
            </p:cNvSpPr>
            <p:nvPr/>
          </p:nvSpPr>
          <p:spPr bwMode="black">
            <a:xfrm>
              <a:off x="10387012" y="4206346"/>
              <a:ext cx="176213" cy="352425"/>
            </a:xfrm>
            <a:custGeom>
              <a:avLst/>
              <a:gdLst>
                <a:gd name="T0" fmla="*/ 47 w 47"/>
                <a:gd name="T1" fmla="*/ 9 h 94"/>
                <a:gd name="T2" fmla="*/ 35 w 47"/>
                <a:gd name="T3" fmla="*/ 2 h 94"/>
                <a:gd name="T4" fmla="*/ 25 w 47"/>
                <a:gd name="T5" fmla="*/ 6 h 94"/>
                <a:gd name="T6" fmla="*/ 2 w 47"/>
                <a:gd name="T7" fmla="*/ 81 h 94"/>
                <a:gd name="T8" fmla="*/ 7 w 47"/>
                <a:gd name="T9" fmla="*/ 90 h 94"/>
                <a:gd name="T10" fmla="*/ 26 w 47"/>
                <a:gd name="T11" fmla="*/ 94 h 94"/>
                <a:gd name="T12" fmla="*/ 47 w 47"/>
                <a:gd name="T13" fmla="*/ 9 h 94"/>
              </a:gdLst>
              <a:ahLst/>
              <a:cxnLst>
                <a:cxn ang="0">
                  <a:pos x="T0" y="T1"/>
                </a:cxn>
                <a:cxn ang="0">
                  <a:pos x="T2" y="T3"/>
                </a:cxn>
                <a:cxn ang="0">
                  <a:pos x="T4" y="T5"/>
                </a:cxn>
                <a:cxn ang="0">
                  <a:pos x="T6" y="T7"/>
                </a:cxn>
                <a:cxn ang="0">
                  <a:pos x="T8" y="T9"/>
                </a:cxn>
                <a:cxn ang="0">
                  <a:pos x="T10" y="T11"/>
                </a:cxn>
                <a:cxn ang="0">
                  <a:pos x="T12" y="T13"/>
                </a:cxn>
              </a:cxnLst>
              <a:rect l="0" t="0" r="r" b="b"/>
              <a:pathLst>
                <a:path w="47" h="94">
                  <a:moveTo>
                    <a:pt x="47" y="9"/>
                  </a:moveTo>
                  <a:cubicBezTo>
                    <a:pt x="35" y="2"/>
                    <a:pt x="35" y="2"/>
                    <a:pt x="35" y="2"/>
                  </a:cubicBezTo>
                  <a:cubicBezTo>
                    <a:pt x="31" y="0"/>
                    <a:pt x="27" y="2"/>
                    <a:pt x="25" y="6"/>
                  </a:cubicBezTo>
                  <a:cubicBezTo>
                    <a:pt x="2" y="81"/>
                    <a:pt x="2" y="81"/>
                    <a:pt x="2" y="81"/>
                  </a:cubicBezTo>
                  <a:cubicBezTo>
                    <a:pt x="0" y="86"/>
                    <a:pt x="3" y="90"/>
                    <a:pt x="7" y="90"/>
                  </a:cubicBezTo>
                  <a:cubicBezTo>
                    <a:pt x="26" y="94"/>
                    <a:pt x="26" y="94"/>
                    <a:pt x="26" y="94"/>
                  </a:cubicBezTo>
                  <a:cubicBezTo>
                    <a:pt x="24" y="52"/>
                    <a:pt x="47" y="9"/>
                    <a:pt x="47" y="9"/>
                  </a:cubicBezTo>
                  <a:close/>
                </a:path>
              </a:pathLst>
            </a:custGeom>
            <a:grpFill/>
            <a:ln>
              <a:noFill/>
            </a:ln>
          </p:spPr>
          <p:txBody>
            <a:bodyPr vert="horz" wrap="square" lIns="91440" tIns="45720" rIns="91440" bIns="45720" numCol="1" anchor="t" anchorCtr="0" compatLnSpc="1">
              <a:prstTxWarp prst="textNoShape">
                <a:avLst/>
              </a:prstTxWarp>
            </a:bodyPr>
            <a:lstStyle/>
            <a:p>
              <a:pPr defTabSz="914363"/>
              <a:endParaRPr lang="en-US" sz="1600" dirty="0">
                <a:solidFill>
                  <a:srgbClr val="292929"/>
                </a:solidFill>
              </a:endParaRPr>
            </a:p>
          </p:txBody>
        </p:sp>
      </p:grpSp>
    </p:spTree>
    <p:extLst>
      <p:ext uri="{BB962C8B-B14F-4D97-AF65-F5344CB8AC3E}">
        <p14:creationId xmlns:p14="http://schemas.microsoft.com/office/powerpoint/2010/main" val="3383735290"/>
      </p:ext>
    </p:extLst>
  </p:cSld>
  <p:clrMapOvr>
    <a:masterClrMapping/>
  </p:clrMapOvr>
  <p:transition>
    <p:fade/>
  </p:transition>
  <p:timing>
    <p:tnLst>
      <p:par>
        <p:cTn id="1" dur="indefinite" restart="never" nodeType="tmRoot"/>
      </p:par>
    </p:tnLst>
  </p:timing>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4_Demo, Video etc. &quot;special&quot; slides">
    <p:bg>
      <p:bgPr>
        <a:solidFill>
          <a:srgbClr val="FFBE00">
            <a:alpha val="99000"/>
          </a:srgbClr>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889617" y="1447800"/>
            <a:ext cx="4206383" cy="1523494"/>
          </a:xfrm>
        </p:spPr>
        <p:txBody>
          <a:bodyPr anchor="ctr" anchorCtr="0">
            <a:noAutofit/>
          </a:bodyPr>
          <a:lstStyle>
            <a:lvl1pPr>
              <a:lnSpc>
                <a:spcPct val="90000"/>
              </a:lnSpc>
              <a:defRPr sz="4800" baseline="0">
                <a:solidFill>
                  <a:schemeClr val="bg1">
                    <a:alpha val="98000"/>
                  </a:schemeClr>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1889617" y="5630473"/>
            <a:ext cx="4206384" cy="461665"/>
          </a:xfrm>
        </p:spPr>
        <p:txBody>
          <a:bodyPr>
            <a:noAutofit/>
          </a:bodyPr>
          <a:lstStyle>
            <a:lvl1pPr marL="0" indent="0" algn="l" defTabSz="914363" rtl="0" eaLnBrk="1" latinLnBrk="0" hangingPunct="1">
              <a:lnSpc>
                <a:spcPct val="90000"/>
              </a:lnSpc>
              <a:spcBef>
                <a:spcPts val="0"/>
              </a:spcBef>
              <a:buSzPct val="80000"/>
              <a:buFont typeface="Arial" pitchFamily="34" charset="0"/>
              <a:buNone/>
              <a:defRPr lang="en-US" sz="2400" kern="1200" dirty="0">
                <a:solidFill>
                  <a:schemeClr val="bg1">
                    <a:alpha val="99000"/>
                  </a:schemeClr>
                </a:solidFill>
                <a:latin typeface="+mn-lt"/>
                <a:ea typeface="+mn-ea"/>
                <a:cs typeface="+mn-cs"/>
              </a:defRPr>
            </a:lvl1pPr>
            <a:lvl2pPr marL="457182" indent="0" algn="ctr">
              <a:buNone/>
              <a:defRPr>
                <a:solidFill>
                  <a:schemeClr val="tx1">
                    <a:tint val="75000"/>
                  </a:schemeClr>
                </a:solidFill>
              </a:defRPr>
            </a:lvl2pPr>
            <a:lvl3pPr marL="914363" indent="0" algn="ctr">
              <a:buNone/>
              <a:defRPr>
                <a:solidFill>
                  <a:schemeClr val="tx1">
                    <a:tint val="75000"/>
                  </a:schemeClr>
                </a:solidFill>
              </a:defRPr>
            </a:lvl3pPr>
            <a:lvl4pPr marL="1371545" indent="0" algn="ctr">
              <a:buNone/>
              <a:defRPr>
                <a:solidFill>
                  <a:schemeClr val="tx1">
                    <a:tint val="75000"/>
                  </a:schemeClr>
                </a:solidFill>
              </a:defRPr>
            </a:lvl4pPr>
            <a:lvl5pPr marL="1828727" indent="0" algn="ctr">
              <a:buNone/>
              <a:defRPr>
                <a:solidFill>
                  <a:schemeClr val="tx1">
                    <a:tint val="75000"/>
                  </a:schemeClr>
                </a:solidFill>
              </a:defRPr>
            </a:lvl5pPr>
            <a:lvl6pPr marL="2285909" indent="0" algn="ctr">
              <a:buNone/>
              <a:defRPr>
                <a:solidFill>
                  <a:schemeClr val="tx1">
                    <a:tint val="75000"/>
                  </a:schemeClr>
                </a:solidFill>
              </a:defRPr>
            </a:lvl6pPr>
            <a:lvl7pPr marL="2743090" indent="0" algn="ctr">
              <a:buNone/>
              <a:defRPr>
                <a:solidFill>
                  <a:schemeClr val="tx1">
                    <a:tint val="75000"/>
                  </a:schemeClr>
                </a:solidFill>
              </a:defRPr>
            </a:lvl7pPr>
            <a:lvl8pPr marL="3200272" indent="0" algn="ctr">
              <a:buNone/>
              <a:defRPr>
                <a:solidFill>
                  <a:schemeClr val="tx1">
                    <a:tint val="75000"/>
                  </a:schemeClr>
                </a:solidFill>
              </a:defRPr>
            </a:lvl8pPr>
            <a:lvl9pPr marL="3657454" indent="0" algn="ctr">
              <a:buNone/>
              <a:defRPr>
                <a:solidFill>
                  <a:schemeClr val="tx1">
                    <a:tint val="75000"/>
                  </a:schemeClr>
                </a:solidFill>
              </a:defRPr>
            </a:lvl9pPr>
          </a:lstStyle>
          <a:p>
            <a:r>
              <a:rPr lang="en-US" smtClean="0"/>
              <a:t>Click to edit Master subtitle style</a:t>
            </a:r>
            <a:endParaRPr lang="en-US" dirty="0"/>
          </a:p>
        </p:txBody>
      </p:sp>
      <p:sp>
        <p:nvSpPr>
          <p:cNvPr id="7" name="Text Placeholder 6"/>
          <p:cNvSpPr>
            <a:spLocks noGrp="1"/>
          </p:cNvSpPr>
          <p:nvPr>
            <p:ph type="body" sz="quarter" idx="10" hasCustomPrompt="1"/>
          </p:nvPr>
        </p:nvSpPr>
        <p:spPr>
          <a:xfrm>
            <a:off x="1889617" y="4160520"/>
            <a:ext cx="8874849" cy="1274538"/>
          </a:xfrm>
        </p:spPr>
        <p:txBody>
          <a:bodyPr anchor="t" anchorCtr="0">
            <a:noAutofit/>
            <a:scene3d>
              <a:camera prst="orthographicFront"/>
              <a:lightRig rig="flat" dir="t"/>
            </a:scene3d>
            <a:sp3d>
              <a:contourClr>
                <a:schemeClr val="bg2"/>
              </a:contourClr>
            </a:sp3d>
          </a:bodyPr>
          <a:lstStyle>
            <a:lvl1pPr marL="0" indent="0" algn="l">
              <a:buFont typeface="Arial" pitchFamily="34" charset="0"/>
              <a:buNone/>
              <a:defRPr kumimoji="0" lang="en-US" sz="6600" b="0" i="0" u="none" strike="noStrike" kern="1200" cap="none" spc="-642" normalizeH="0" baseline="0" noProof="0" dirty="0" smtClean="0">
                <a:ln w="11430"/>
                <a:solidFill>
                  <a:srgbClr val="FFE497"/>
                </a:solidFill>
                <a:effectLst/>
                <a:uLnTx/>
                <a:uFillTx/>
                <a:latin typeface="Segoe UI Light" pitchFamily="34" charset="0"/>
                <a:ea typeface="+mn-ea"/>
                <a:cs typeface="+mn-cs"/>
              </a:defRPr>
            </a:lvl1pPr>
          </a:lstStyle>
          <a:p>
            <a:pPr lvl="0"/>
            <a:r>
              <a:rPr lang="en-US" dirty="0" smtClean="0"/>
              <a:t>click to…</a:t>
            </a:r>
          </a:p>
        </p:txBody>
      </p:sp>
      <p:sp>
        <p:nvSpPr>
          <p:cNvPr id="25" name="Freeform 64"/>
          <p:cNvSpPr>
            <a:spLocks noEditPoints="1"/>
          </p:cNvSpPr>
          <p:nvPr userDrawn="1"/>
        </p:nvSpPr>
        <p:spPr bwMode="black">
          <a:xfrm>
            <a:off x="7925673" y="1932604"/>
            <a:ext cx="3014117" cy="2314242"/>
          </a:xfrm>
          <a:custGeom>
            <a:avLst/>
            <a:gdLst>
              <a:gd name="T0" fmla="*/ 12 w 221"/>
              <a:gd name="T1" fmla="*/ 104 h 170"/>
              <a:gd name="T2" fmla="*/ 6 w 221"/>
              <a:gd name="T3" fmla="*/ 103 h 170"/>
              <a:gd name="T4" fmla="*/ 2 w 221"/>
              <a:gd name="T5" fmla="*/ 108 h 170"/>
              <a:gd name="T6" fmla="*/ 10 w 221"/>
              <a:gd name="T7" fmla="*/ 141 h 170"/>
              <a:gd name="T8" fmla="*/ 16 w 221"/>
              <a:gd name="T9" fmla="*/ 143 h 170"/>
              <a:gd name="T10" fmla="*/ 21 w 221"/>
              <a:gd name="T11" fmla="*/ 139 h 170"/>
              <a:gd name="T12" fmla="*/ 12 w 221"/>
              <a:gd name="T13" fmla="*/ 104 h 170"/>
              <a:gd name="T14" fmla="*/ 185 w 221"/>
              <a:gd name="T15" fmla="*/ 8 h 170"/>
              <a:gd name="T16" fmla="*/ 219 w 221"/>
              <a:gd name="T17" fmla="*/ 136 h 170"/>
              <a:gd name="T18" fmla="*/ 209 w 221"/>
              <a:gd name="T19" fmla="*/ 139 h 170"/>
              <a:gd name="T20" fmla="*/ 175 w 221"/>
              <a:gd name="T21" fmla="*/ 10 h 170"/>
              <a:gd name="T22" fmla="*/ 185 w 221"/>
              <a:gd name="T23" fmla="*/ 8 h 170"/>
              <a:gd name="T24" fmla="*/ 104 w 221"/>
              <a:gd name="T25" fmla="*/ 170 h 170"/>
              <a:gd name="T26" fmla="*/ 85 w 221"/>
              <a:gd name="T27" fmla="*/ 170 h 170"/>
              <a:gd name="T28" fmla="*/ 63 w 221"/>
              <a:gd name="T29" fmla="*/ 143 h 170"/>
              <a:gd name="T30" fmla="*/ 73 w 221"/>
              <a:gd name="T31" fmla="*/ 143 h 170"/>
              <a:gd name="T32" fmla="*/ 85 w 221"/>
              <a:gd name="T33" fmla="*/ 157 h 170"/>
              <a:gd name="T34" fmla="*/ 104 w 221"/>
              <a:gd name="T35" fmla="*/ 157 h 170"/>
              <a:gd name="T36" fmla="*/ 116 w 221"/>
              <a:gd name="T37" fmla="*/ 143 h 170"/>
              <a:gd name="T38" fmla="*/ 128 w 221"/>
              <a:gd name="T39" fmla="*/ 143 h 170"/>
              <a:gd name="T40" fmla="*/ 104 w 221"/>
              <a:gd name="T41" fmla="*/ 170 h 170"/>
              <a:gd name="T42" fmla="*/ 18 w 221"/>
              <a:gd name="T43" fmla="*/ 102 h 170"/>
              <a:gd name="T44" fmla="*/ 168 w 221"/>
              <a:gd name="T45" fmla="*/ 16 h 170"/>
              <a:gd name="T46" fmla="*/ 172 w 221"/>
              <a:gd name="T47" fmla="*/ 30 h 170"/>
              <a:gd name="T48" fmla="*/ 20 w 221"/>
              <a:gd name="T49" fmla="*/ 109 h 170"/>
              <a:gd name="T50" fmla="*/ 18 w 221"/>
              <a:gd name="T51" fmla="*/ 102 h 170"/>
              <a:gd name="T52" fmla="*/ 185 w 221"/>
              <a:gd name="T53" fmla="*/ 79 h 170"/>
              <a:gd name="T54" fmla="*/ 201 w 221"/>
              <a:gd name="T55" fmla="*/ 137 h 170"/>
              <a:gd name="T56" fmla="*/ 28 w 221"/>
              <a:gd name="T57" fmla="*/ 138 h 170"/>
              <a:gd name="T58" fmla="*/ 24 w 221"/>
              <a:gd name="T59" fmla="*/ 122 h 170"/>
              <a:gd name="T60" fmla="*/ 185 w 221"/>
              <a:gd name="T61" fmla="*/ 79 h 1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221" h="170">
                <a:moveTo>
                  <a:pt x="12" y="104"/>
                </a:moveTo>
                <a:cubicBezTo>
                  <a:pt x="6" y="103"/>
                  <a:pt x="6" y="103"/>
                  <a:pt x="6" y="103"/>
                </a:cubicBezTo>
                <a:cubicBezTo>
                  <a:pt x="3" y="103"/>
                  <a:pt x="0" y="104"/>
                  <a:pt x="2" y="108"/>
                </a:cubicBezTo>
                <a:cubicBezTo>
                  <a:pt x="10" y="141"/>
                  <a:pt x="10" y="141"/>
                  <a:pt x="10" y="141"/>
                </a:cubicBezTo>
                <a:cubicBezTo>
                  <a:pt x="12" y="145"/>
                  <a:pt x="14" y="144"/>
                  <a:pt x="16" y="143"/>
                </a:cubicBezTo>
                <a:cubicBezTo>
                  <a:pt x="21" y="139"/>
                  <a:pt x="21" y="139"/>
                  <a:pt x="21" y="139"/>
                </a:cubicBezTo>
                <a:cubicBezTo>
                  <a:pt x="12" y="104"/>
                  <a:pt x="12" y="104"/>
                  <a:pt x="12" y="104"/>
                </a:cubicBezTo>
                <a:close/>
                <a:moveTo>
                  <a:pt x="185" y="8"/>
                </a:moveTo>
                <a:cubicBezTo>
                  <a:pt x="219" y="136"/>
                  <a:pt x="219" y="136"/>
                  <a:pt x="219" y="136"/>
                </a:cubicBezTo>
                <a:cubicBezTo>
                  <a:pt x="221" y="143"/>
                  <a:pt x="211" y="146"/>
                  <a:pt x="209" y="139"/>
                </a:cubicBezTo>
                <a:cubicBezTo>
                  <a:pt x="175" y="10"/>
                  <a:pt x="175" y="10"/>
                  <a:pt x="175" y="10"/>
                </a:cubicBezTo>
                <a:cubicBezTo>
                  <a:pt x="173" y="3"/>
                  <a:pt x="183" y="0"/>
                  <a:pt x="185" y="8"/>
                </a:cubicBezTo>
                <a:close/>
                <a:moveTo>
                  <a:pt x="104" y="170"/>
                </a:moveTo>
                <a:cubicBezTo>
                  <a:pt x="85" y="170"/>
                  <a:pt x="85" y="170"/>
                  <a:pt x="85" y="170"/>
                </a:cubicBezTo>
                <a:cubicBezTo>
                  <a:pt x="69" y="170"/>
                  <a:pt x="62" y="156"/>
                  <a:pt x="63" y="143"/>
                </a:cubicBezTo>
                <a:cubicBezTo>
                  <a:pt x="73" y="143"/>
                  <a:pt x="73" y="143"/>
                  <a:pt x="73" y="143"/>
                </a:cubicBezTo>
                <a:cubicBezTo>
                  <a:pt x="73" y="150"/>
                  <a:pt x="77" y="157"/>
                  <a:pt x="85" y="157"/>
                </a:cubicBezTo>
                <a:cubicBezTo>
                  <a:pt x="104" y="157"/>
                  <a:pt x="104" y="157"/>
                  <a:pt x="104" y="157"/>
                </a:cubicBezTo>
                <a:cubicBezTo>
                  <a:pt x="112" y="157"/>
                  <a:pt x="116" y="150"/>
                  <a:pt x="116" y="143"/>
                </a:cubicBezTo>
                <a:cubicBezTo>
                  <a:pt x="128" y="143"/>
                  <a:pt x="128" y="143"/>
                  <a:pt x="128" y="143"/>
                </a:cubicBezTo>
                <a:cubicBezTo>
                  <a:pt x="128" y="156"/>
                  <a:pt x="120" y="170"/>
                  <a:pt x="104" y="170"/>
                </a:cubicBezTo>
                <a:close/>
                <a:moveTo>
                  <a:pt x="18" y="102"/>
                </a:moveTo>
                <a:cubicBezTo>
                  <a:pt x="168" y="16"/>
                  <a:pt x="168" y="16"/>
                  <a:pt x="168" y="16"/>
                </a:cubicBezTo>
                <a:cubicBezTo>
                  <a:pt x="172" y="30"/>
                  <a:pt x="172" y="30"/>
                  <a:pt x="172" y="30"/>
                </a:cubicBezTo>
                <a:cubicBezTo>
                  <a:pt x="20" y="109"/>
                  <a:pt x="20" y="109"/>
                  <a:pt x="20" y="109"/>
                </a:cubicBezTo>
                <a:cubicBezTo>
                  <a:pt x="18" y="102"/>
                  <a:pt x="18" y="102"/>
                  <a:pt x="18" y="102"/>
                </a:cubicBezTo>
                <a:close/>
                <a:moveTo>
                  <a:pt x="185" y="79"/>
                </a:moveTo>
                <a:cubicBezTo>
                  <a:pt x="201" y="137"/>
                  <a:pt x="201" y="137"/>
                  <a:pt x="201" y="137"/>
                </a:cubicBezTo>
                <a:cubicBezTo>
                  <a:pt x="28" y="138"/>
                  <a:pt x="28" y="138"/>
                  <a:pt x="28" y="138"/>
                </a:cubicBezTo>
                <a:cubicBezTo>
                  <a:pt x="24" y="122"/>
                  <a:pt x="24" y="122"/>
                  <a:pt x="24" y="122"/>
                </a:cubicBezTo>
                <a:cubicBezTo>
                  <a:pt x="185" y="79"/>
                  <a:pt x="185" y="79"/>
                  <a:pt x="185" y="79"/>
                </a:cubicBezTo>
                <a:close/>
              </a:path>
            </a:pathLst>
          </a:custGeom>
          <a:solidFill>
            <a:srgbClr val="FFFFFF"/>
          </a:solidFill>
          <a:ln>
            <a:noFill/>
          </a:ln>
        </p:spPr>
        <p:txBody>
          <a:bodyPr vert="horz" wrap="square" lIns="82305" tIns="41153" rIns="82305" bIns="41153" numCol="1" anchor="t" anchorCtr="0" compatLnSpc="1">
            <a:prstTxWarp prst="textNoShape">
              <a:avLst/>
            </a:prstTxWarp>
          </a:bodyPr>
          <a:lstStyle/>
          <a:p>
            <a:pPr defTabSz="914363"/>
            <a:endParaRPr lang="en-US" sz="1600" dirty="0">
              <a:solidFill>
                <a:srgbClr val="292929"/>
              </a:solidFill>
            </a:endParaRPr>
          </a:p>
        </p:txBody>
      </p:sp>
    </p:spTree>
    <p:extLst>
      <p:ext uri="{BB962C8B-B14F-4D97-AF65-F5344CB8AC3E}">
        <p14:creationId xmlns:p14="http://schemas.microsoft.com/office/powerpoint/2010/main" val="3687436128"/>
      </p:ext>
    </p:extLst>
  </p:cSld>
  <p:clrMapOvr>
    <a:masterClrMapping/>
  </p:clrMapOvr>
  <p:transition>
    <p:fade/>
  </p:transition>
  <p:timing>
    <p:tnLst>
      <p:par>
        <p:cTn id="1" dur="indefinite" restart="never" nodeType="tmRoot"/>
      </p:par>
    </p:tnLst>
  </p:timing>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5_Demo, Video etc. &quot;special&quot; slides">
    <p:bg>
      <p:bgPr>
        <a:solidFill>
          <a:schemeClr val="accent3">
            <a:alpha val="99000"/>
          </a:schemeClr>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889617" y="1447800"/>
            <a:ext cx="4206383" cy="1523494"/>
          </a:xfrm>
        </p:spPr>
        <p:txBody>
          <a:bodyPr anchor="ctr" anchorCtr="0">
            <a:noAutofit/>
          </a:bodyPr>
          <a:lstStyle>
            <a:lvl1pPr>
              <a:lnSpc>
                <a:spcPct val="90000"/>
              </a:lnSpc>
              <a:defRPr sz="4800" baseline="0">
                <a:solidFill>
                  <a:schemeClr val="bg1">
                    <a:alpha val="98000"/>
                  </a:schemeClr>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1889617" y="5630473"/>
            <a:ext cx="4206384" cy="461665"/>
          </a:xfrm>
        </p:spPr>
        <p:txBody>
          <a:bodyPr>
            <a:noAutofit/>
          </a:bodyPr>
          <a:lstStyle>
            <a:lvl1pPr marL="0" indent="0" algn="l" defTabSz="914363" rtl="0" eaLnBrk="1" latinLnBrk="0" hangingPunct="1">
              <a:lnSpc>
                <a:spcPct val="90000"/>
              </a:lnSpc>
              <a:spcBef>
                <a:spcPts val="0"/>
              </a:spcBef>
              <a:buSzPct val="80000"/>
              <a:buFont typeface="Arial" pitchFamily="34" charset="0"/>
              <a:buNone/>
              <a:defRPr lang="en-US" sz="2400" kern="1200" dirty="0">
                <a:solidFill>
                  <a:schemeClr val="bg1">
                    <a:alpha val="99000"/>
                  </a:schemeClr>
                </a:solidFill>
                <a:latin typeface="+mn-lt"/>
                <a:ea typeface="+mn-ea"/>
                <a:cs typeface="+mn-cs"/>
              </a:defRPr>
            </a:lvl1pPr>
            <a:lvl2pPr marL="457182" indent="0" algn="ctr">
              <a:buNone/>
              <a:defRPr>
                <a:solidFill>
                  <a:schemeClr val="tx1">
                    <a:tint val="75000"/>
                  </a:schemeClr>
                </a:solidFill>
              </a:defRPr>
            </a:lvl2pPr>
            <a:lvl3pPr marL="914363" indent="0" algn="ctr">
              <a:buNone/>
              <a:defRPr>
                <a:solidFill>
                  <a:schemeClr val="tx1">
                    <a:tint val="75000"/>
                  </a:schemeClr>
                </a:solidFill>
              </a:defRPr>
            </a:lvl3pPr>
            <a:lvl4pPr marL="1371545" indent="0" algn="ctr">
              <a:buNone/>
              <a:defRPr>
                <a:solidFill>
                  <a:schemeClr val="tx1">
                    <a:tint val="75000"/>
                  </a:schemeClr>
                </a:solidFill>
              </a:defRPr>
            </a:lvl4pPr>
            <a:lvl5pPr marL="1828727" indent="0" algn="ctr">
              <a:buNone/>
              <a:defRPr>
                <a:solidFill>
                  <a:schemeClr val="tx1">
                    <a:tint val="75000"/>
                  </a:schemeClr>
                </a:solidFill>
              </a:defRPr>
            </a:lvl5pPr>
            <a:lvl6pPr marL="2285909" indent="0" algn="ctr">
              <a:buNone/>
              <a:defRPr>
                <a:solidFill>
                  <a:schemeClr val="tx1">
                    <a:tint val="75000"/>
                  </a:schemeClr>
                </a:solidFill>
              </a:defRPr>
            </a:lvl6pPr>
            <a:lvl7pPr marL="2743090" indent="0" algn="ctr">
              <a:buNone/>
              <a:defRPr>
                <a:solidFill>
                  <a:schemeClr val="tx1">
                    <a:tint val="75000"/>
                  </a:schemeClr>
                </a:solidFill>
              </a:defRPr>
            </a:lvl7pPr>
            <a:lvl8pPr marL="3200272" indent="0" algn="ctr">
              <a:buNone/>
              <a:defRPr>
                <a:solidFill>
                  <a:schemeClr val="tx1">
                    <a:tint val="75000"/>
                  </a:schemeClr>
                </a:solidFill>
              </a:defRPr>
            </a:lvl8pPr>
            <a:lvl9pPr marL="3657454" indent="0" algn="ctr">
              <a:buNone/>
              <a:defRPr>
                <a:solidFill>
                  <a:schemeClr val="tx1">
                    <a:tint val="75000"/>
                  </a:schemeClr>
                </a:solidFill>
              </a:defRPr>
            </a:lvl9pPr>
          </a:lstStyle>
          <a:p>
            <a:r>
              <a:rPr lang="en-US" smtClean="0"/>
              <a:t>Click to edit Master subtitle style</a:t>
            </a:r>
            <a:endParaRPr lang="en-US" dirty="0"/>
          </a:p>
        </p:txBody>
      </p:sp>
      <p:sp>
        <p:nvSpPr>
          <p:cNvPr id="7" name="Text Placeholder 6"/>
          <p:cNvSpPr>
            <a:spLocks noGrp="1"/>
          </p:cNvSpPr>
          <p:nvPr>
            <p:ph type="body" sz="quarter" idx="10" hasCustomPrompt="1"/>
          </p:nvPr>
        </p:nvSpPr>
        <p:spPr>
          <a:xfrm>
            <a:off x="1889617" y="4160520"/>
            <a:ext cx="8874849" cy="1274538"/>
          </a:xfrm>
        </p:spPr>
        <p:txBody>
          <a:bodyPr anchor="t" anchorCtr="0">
            <a:noAutofit/>
            <a:scene3d>
              <a:camera prst="orthographicFront"/>
              <a:lightRig rig="flat" dir="t"/>
            </a:scene3d>
            <a:sp3d>
              <a:contourClr>
                <a:schemeClr val="bg2"/>
              </a:contourClr>
            </a:sp3d>
          </a:bodyPr>
          <a:lstStyle>
            <a:lvl1pPr marL="0" indent="0" algn="l">
              <a:buFont typeface="Arial" pitchFamily="34" charset="0"/>
              <a:buNone/>
              <a:defRPr kumimoji="0" lang="en-US" sz="6600" b="0" i="0" u="none" strike="noStrike" kern="1200" cap="none" spc="-642" normalizeH="0" baseline="0" noProof="0" dirty="0" smtClean="0">
                <a:ln w="11430"/>
                <a:solidFill>
                  <a:schemeClr val="accent3">
                    <a:lumMod val="40000"/>
                    <a:lumOff val="60000"/>
                    <a:alpha val="99000"/>
                  </a:schemeClr>
                </a:solidFill>
                <a:effectLst/>
                <a:uLnTx/>
                <a:uFillTx/>
                <a:latin typeface="Segoe UI Light" pitchFamily="34" charset="0"/>
                <a:ea typeface="+mn-ea"/>
                <a:cs typeface="+mn-cs"/>
              </a:defRPr>
            </a:lvl1pPr>
          </a:lstStyle>
          <a:p>
            <a:pPr lvl="0"/>
            <a:r>
              <a:rPr lang="en-US" dirty="0" smtClean="0"/>
              <a:t>click to…</a:t>
            </a:r>
          </a:p>
        </p:txBody>
      </p:sp>
      <p:grpSp>
        <p:nvGrpSpPr>
          <p:cNvPr id="9" name="Group 8"/>
          <p:cNvGrpSpPr/>
          <p:nvPr userDrawn="1"/>
        </p:nvGrpSpPr>
        <p:grpSpPr>
          <a:xfrm>
            <a:off x="8885072" y="1905000"/>
            <a:ext cx="1277929" cy="3245368"/>
            <a:chOff x="7558088" y="1685925"/>
            <a:chExt cx="1322387" cy="3359150"/>
          </a:xfrm>
          <a:solidFill>
            <a:schemeClr val="bg1"/>
          </a:solidFill>
        </p:grpSpPr>
        <p:sp>
          <p:nvSpPr>
            <p:cNvPr id="12" name="Oval 6"/>
            <p:cNvSpPr>
              <a:spLocks noChangeArrowheads="1"/>
            </p:cNvSpPr>
            <p:nvPr userDrawn="1"/>
          </p:nvSpPr>
          <p:spPr bwMode="auto">
            <a:xfrm>
              <a:off x="7943850" y="1685925"/>
              <a:ext cx="547687" cy="558800"/>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363"/>
              <a:endParaRPr lang="en-US" sz="1800" dirty="0">
                <a:solidFill>
                  <a:srgbClr val="292929"/>
                </a:solidFill>
              </a:endParaRPr>
            </a:p>
          </p:txBody>
        </p:sp>
        <p:sp>
          <p:nvSpPr>
            <p:cNvPr id="13" name="Freeform 12"/>
            <p:cNvSpPr>
              <a:spLocks/>
            </p:cNvSpPr>
            <p:nvPr userDrawn="1"/>
          </p:nvSpPr>
          <p:spPr bwMode="auto">
            <a:xfrm>
              <a:off x="7558088" y="2308225"/>
              <a:ext cx="1322387" cy="2736850"/>
            </a:xfrm>
            <a:custGeom>
              <a:avLst/>
              <a:gdLst>
                <a:gd name="T0" fmla="*/ 327 w 353"/>
                <a:gd name="T1" fmla="*/ 30 h 730"/>
                <a:gd name="T2" fmla="*/ 327 w 353"/>
                <a:gd name="T3" fmla="*/ 30 h 730"/>
                <a:gd name="T4" fmla="*/ 323 w 353"/>
                <a:gd name="T5" fmla="*/ 26 h 730"/>
                <a:gd name="T6" fmla="*/ 321 w 353"/>
                <a:gd name="T7" fmla="*/ 24 h 730"/>
                <a:gd name="T8" fmla="*/ 320 w 353"/>
                <a:gd name="T9" fmla="*/ 23 h 730"/>
                <a:gd name="T10" fmla="*/ 287 w 353"/>
                <a:gd name="T11" fmla="*/ 5 h 730"/>
                <a:gd name="T12" fmla="*/ 287 w 353"/>
                <a:gd name="T13" fmla="*/ 5 h 730"/>
                <a:gd name="T14" fmla="*/ 283 w 353"/>
                <a:gd name="T15" fmla="*/ 4 h 730"/>
                <a:gd name="T16" fmla="*/ 282 w 353"/>
                <a:gd name="T17" fmla="*/ 4 h 730"/>
                <a:gd name="T18" fmla="*/ 280 w 353"/>
                <a:gd name="T19" fmla="*/ 3 h 730"/>
                <a:gd name="T20" fmla="*/ 277 w 353"/>
                <a:gd name="T21" fmla="*/ 2 h 730"/>
                <a:gd name="T22" fmla="*/ 276 w 353"/>
                <a:gd name="T23" fmla="*/ 2 h 730"/>
                <a:gd name="T24" fmla="*/ 272 w 353"/>
                <a:gd name="T25" fmla="*/ 2 h 730"/>
                <a:gd name="T26" fmla="*/ 272 w 353"/>
                <a:gd name="T27" fmla="*/ 1 h 730"/>
                <a:gd name="T28" fmla="*/ 267 w 353"/>
                <a:gd name="T29" fmla="*/ 1 h 730"/>
                <a:gd name="T30" fmla="*/ 267 w 353"/>
                <a:gd name="T31" fmla="*/ 1 h 730"/>
                <a:gd name="T32" fmla="*/ 263 w 353"/>
                <a:gd name="T33" fmla="*/ 1 h 730"/>
                <a:gd name="T34" fmla="*/ 262 w 353"/>
                <a:gd name="T35" fmla="*/ 1 h 730"/>
                <a:gd name="T36" fmla="*/ 258 w 353"/>
                <a:gd name="T37" fmla="*/ 0 h 730"/>
                <a:gd name="T38" fmla="*/ 258 w 353"/>
                <a:gd name="T39" fmla="*/ 0 h 730"/>
                <a:gd name="T40" fmla="*/ 96 w 353"/>
                <a:gd name="T41" fmla="*/ 0 h 730"/>
                <a:gd name="T42" fmla="*/ 95 w 353"/>
                <a:gd name="T43" fmla="*/ 0 h 730"/>
                <a:gd name="T44" fmla="*/ 95 w 353"/>
                <a:gd name="T45" fmla="*/ 0 h 730"/>
                <a:gd name="T46" fmla="*/ 0 w 353"/>
                <a:gd name="T47" fmla="*/ 95 h 730"/>
                <a:gd name="T48" fmla="*/ 0 w 353"/>
                <a:gd name="T49" fmla="*/ 323 h 730"/>
                <a:gd name="T50" fmla="*/ 32 w 353"/>
                <a:gd name="T51" fmla="*/ 356 h 730"/>
                <a:gd name="T52" fmla="*/ 64 w 353"/>
                <a:gd name="T53" fmla="*/ 323 h 730"/>
                <a:gd name="T54" fmla="*/ 64 w 353"/>
                <a:gd name="T55" fmla="*/ 117 h 730"/>
                <a:gd name="T56" fmla="*/ 81 w 353"/>
                <a:gd name="T57" fmla="*/ 117 h 730"/>
                <a:gd name="T58" fmla="*/ 81 w 353"/>
                <a:gd name="T59" fmla="*/ 687 h 730"/>
                <a:gd name="T60" fmla="*/ 125 w 353"/>
                <a:gd name="T61" fmla="*/ 730 h 730"/>
                <a:gd name="T62" fmla="*/ 168 w 353"/>
                <a:gd name="T63" fmla="*/ 687 h 730"/>
                <a:gd name="T64" fmla="*/ 168 w 353"/>
                <a:gd name="T65" fmla="*/ 358 h 730"/>
                <a:gd name="T66" fmla="*/ 185 w 353"/>
                <a:gd name="T67" fmla="*/ 358 h 730"/>
                <a:gd name="T68" fmla="*/ 185 w 353"/>
                <a:gd name="T69" fmla="*/ 687 h 730"/>
                <a:gd name="T70" fmla="*/ 228 w 353"/>
                <a:gd name="T71" fmla="*/ 730 h 730"/>
                <a:gd name="T72" fmla="*/ 272 w 353"/>
                <a:gd name="T73" fmla="*/ 687 h 730"/>
                <a:gd name="T74" fmla="*/ 272 w 353"/>
                <a:gd name="T75" fmla="*/ 683 h 730"/>
                <a:gd name="T76" fmla="*/ 272 w 353"/>
                <a:gd name="T77" fmla="*/ 687 h 730"/>
                <a:gd name="T78" fmla="*/ 272 w 353"/>
                <a:gd name="T79" fmla="*/ 117 h 730"/>
                <a:gd name="T80" fmla="*/ 289 w 353"/>
                <a:gd name="T81" fmla="*/ 117 h 730"/>
                <a:gd name="T82" fmla="*/ 289 w 353"/>
                <a:gd name="T83" fmla="*/ 315 h 730"/>
                <a:gd name="T84" fmla="*/ 289 w 353"/>
                <a:gd name="T85" fmla="*/ 314 h 730"/>
                <a:gd name="T86" fmla="*/ 289 w 353"/>
                <a:gd name="T87" fmla="*/ 323 h 730"/>
                <a:gd name="T88" fmla="*/ 294 w 353"/>
                <a:gd name="T89" fmla="*/ 342 h 730"/>
                <a:gd name="T90" fmla="*/ 321 w 353"/>
                <a:gd name="T91" fmla="*/ 356 h 730"/>
                <a:gd name="T92" fmla="*/ 353 w 353"/>
                <a:gd name="T93" fmla="*/ 325 h 730"/>
                <a:gd name="T94" fmla="*/ 353 w 353"/>
                <a:gd name="T95" fmla="*/ 323 h 730"/>
                <a:gd name="T96" fmla="*/ 353 w 353"/>
                <a:gd name="T97" fmla="*/ 323 h 730"/>
                <a:gd name="T98" fmla="*/ 353 w 353"/>
                <a:gd name="T99" fmla="*/ 298 h 730"/>
                <a:gd name="T100" fmla="*/ 353 w 353"/>
                <a:gd name="T101" fmla="*/ 95 h 730"/>
                <a:gd name="T102" fmla="*/ 327 w 353"/>
                <a:gd name="T103" fmla="*/ 30 h 7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353" h="730">
                  <a:moveTo>
                    <a:pt x="327" y="30"/>
                  </a:moveTo>
                  <a:cubicBezTo>
                    <a:pt x="327" y="30"/>
                    <a:pt x="327" y="30"/>
                    <a:pt x="327" y="30"/>
                  </a:cubicBezTo>
                  <a:cubicBezTo>
                    <a:pt x="326" y="29"/>
                    <a:pt x="324" y="27"/>
                    <a:pt x="323" y="26"/>
                  </a:cubicBezTo>
                  <a:cubicBezTo>
                    <a:pt x="322" y="25"/>
                    <a:pt x="321" y="25"/>
                    <a:pt x="321" y="24"/>
                  </a:cubicBezTo>
                  <a:cubicBezTo>
                    <a:pt x="320" y="24"/>
                    <a:pt x="320" y="24"/>
                    <a:pt x="320" y="23"/>
                  </a:cubicBezTo>
                  <a:cubicBezTo>
                    <a:pt x="310" y="15"/>
                    <a:pt x="299" y="9"/>
                    <a:pt x="287" y="5"/>
                  </a:cubicBezTo>
                  <a:cubicBezTo>
                    <a:pt x="287" y="5"/>
                    <a:pt x="287" y="5"/>
                    <a:pt x="287" y="5"/>
                  </a:cubicBezTo>
                  <a:cubicBezTo>
                    <a:pt x="286" y="5"/>
                    <a:pt x="285" y="4"/>
                    <a:pt x="283" y="4"/>
                  </a:cubicBezTo>
                  <a:cubicBezTo>
                    <a:pt x="283" y="4"/>
                    <a:pt x="283" y="4"/>
                    <a:pt x="282" y="4"/>
                  </a:cubicBezTo>
                  <a:cubicBezTo>
                    <a:pt x="281" y="3"/>
                    <a:pt x="280" y="3"/>
                    <a:pt x="280" y="3"/>
                  </a:cubicBezTo>
                  <a:cubicBezTo>
                    <a:pt x="279" y="3"/>
                    <a:pt x="278" y="3"/>
                    <a:pt x="277" y="2"/>
                  </a:cubicBezTo>
                  <a:cubicBezTo>
                    <a:pt x="277" y="2"/>
                    <a:pt x="276" y="2"/>
                    <a:pt x="276" y="2"/>
                  </a:cubicBezTo>
                  <a:cubicBezTo>
                    <a:pt x="274" y="2"/>
                    <a:pt x="273" y="2"/>
                    <a:pt x="272" y="2"/>
                  </a:cubicBezTo>
                  <a:cubicBezTo>
                    <a:pt x="272" y="2"/>
                    <a:pt x="272" y="2"/>
                    <a:pt x="272" y="1"/>
                  </a:cubicBezTo>
                  <a:cubicBezTo>
                    <a:pt x="270" y="1"/>
                    <a:pt x="269" y="1"/>
                    <a:pt x="267" y="1"/>
                  </a:cubicBezTo>
                  <a:cubicBezTo>
                    <a:pt x="267" y="1"/>
                    <a:pt x="267" y="1"/>
                    <a:pt x="267" y="1"/>
                  </a:cubicBezTo>
                  <a:cubicBezTo>
                    <a:pt x="266" y="1"/>
                    <a:pt x="264" y="1"/>
                    <a:pt x="263" y="1"/>
                  </a:cubicBezTo>
                  <a:cubicBezTo>
                    <a:pt x="262" y="1"/>
                    <a:pt x="262" y="1"/>
                    <a:pt x="262" y="1"/>
                  </a:cubicBezTo>
                  <a:cubicBezTo>
                    <a:pt x="261" y="1"/>
                    <a:pt x="259" y="0"/>
                    <a:pt x="258" y="0"/>
                  </a:cubicBezTo>
                  <a:cubicBezTo>
                    <a:pt x="258" y="0"/>
                    <a:pt x="258" y="0"/>
                    <a:pt x="258" y="0"/>
                  </a:cubicBezTo>
                  <a:cubicBezTo>
                    <a:pt x="96" y="0"/>
                    <a:pt x="96" y="0"/>
                    <a:pt x="96" y="0"/>
                  </a:cubicBezTo>
                  <a:cubicBezTo>
                    <a:pt x="95" y="0"/>
                    <a:pt x="95" y="0"/>
                    <a:pt x="95" y="0"/>
                  </a:cubicBezTo>
                  <a:cubicBezTo>
                    <a:pt x="95" y="0"/>
                    <a:pt x="95" y="0"/>
                    <a:pt x="95" y="0"/>
                  </a:cubicBezTo>
                  <a:cubicBezTo>
                    <a:pt x="43" y="1"/>
                    <a:pt x="0" y="43"/>
                    <a:pt x="0" y="95"/>
                  </a:cubicBezTo>
                  <a:cubicBezTo>
                    <a:pt x="0" y="323"/>
                    <a:pt x="0" y="323"/>
                    <a:pt x="0" y="323"/>
                  </a:cubicBezTo>
                  <a:cubicBezTo>
                    <a:pt x="0" y="341"/>
                    <a:pt x="15" y="356"/>
                    <a:pt x="32" y="356"/>
                  </a:cubicBezTo>
                  <a:cubicBezTo>
                    <a:pt x="50" y="356"/>
                    <a:pt x="64" y="341"/>
                    <a:pt x="64" y="323"/>
                  </a:cubicBezTo>
                  <a:cubicBezTo>
                    <a:pt x="64" y="117"/>
                    <a:pt x="64" y="117"/>
                    <a:pt x="64" y="117"/>
                  </a:cubicBezTo>
                  <a:cubicBezTo>
                    <a:pt x="81" y="117"/>
                    <a:pt x="81" y="117"/>
                    <a:pt x="81" y="117"/>
                  </a:cubicBezTo>
                  <a:cubicBezTo>
                    <a:pt x="81" y="687"/>
                    <a:pt x="81" y="687"/>
                    <a:pt x="81" y="687"/>
                  </a:cubicBezTo>
                  <a:cubicBezTo>
                    <a:pt x="81" y="711"/>
                    <a:pt x="101" y="730"/>
                    <a:pt x="125" y="730"/>
                  </a:cubicBezTo>
                  <a:cubicBezTo>
                    <a:pt x="148" y="730"/>
                    <a:pt x="168" y="711"/>
                    <a:pt x="168" y="687"/>
                  </a:cubicBezTo>
                  <a:cubicBezTo>
                    <a:pt x="168" y="358"/>
                    <a:pt x="168" y="358"/>
                    <a:pt x="168" y="358"/>
                  </a:cubicBezTo>
                  <a:cubicBezTo>
                    <a:pt x="185" y="358"/>
                    <a:pt x="185" y="358"/>
                    <a:pt x="185" y="358"/>
                  </a:cubicBezTo>
                  <a:cubicBezTo>
                    <a:pt x="185" y="687"/>
                    <a:pt x="185" y="687"/>
                    <a:pt x="185" y="687"/>
                  </a:cubicBezTo>
                  <a:cubicBezTo>
                    <a:pt x="185" y="711"/>
                    <a:pt x="204" y="730"/>
                    <a:pt x="228" y="730"/>
                  </a:cubicBezTo>
                  <a:cubicBezTo>
                    <a:pt x="252" y="730"/>
                    <a:pt x="272" y="711"/>
                    <a:pt x="272" y="687"/>
                  </a:cubicBezTo>
                  <a:cubicBezTo>
                    <a:pt x="272" y="686"/>
                    <a:pt x="272" y="685"/>
                    <a:pt x="272" y="683"/>
                  </a:cubicBezTo>
                  <a:cubicBezTo>
                    <a:pt x="272" y="687"/>
                    <a:pt x="272" y="687"/>
                    <a:pt x="272" y="687"/>
                  </a:cubicBezTo>
                  <a:cubicBezTo>
                    <a:pt x="272" y="687"/>
                    <a:pt x="272" y="687"/>
                    <a:pt x="272" y="117"/>
                  </a:cubicBezTo>
                  <a:cubicBezTo>
                    <a:pt x="272" y="117"/>
                    <a:pt x="272" y="117"/>
                    <a:pt x="289" y="117"/>
                  </a:cubicBezTo>
                  <a:cubicBezTo>
                    <a:pt x="289" y="117"/>
                    <a:pt x="289" y="117"/>
                    <a:pt x="289" y="315"/>
                  </a:cubicBezTo>
                  <a:cubicBezTo>
                    <a:pt x="289" y="314"/>
                    <a:pt x="289" y="314"/>
                    <a:pt x="289" y="314"/>
                  </a:cubicBezTo>
                  <a:cubicBezTo>
                    <a:pt x="289" y="323"/>
                    <a:pt x="289" y="323"/>
                    <a:pt x="289" y="323"/>
                  </a:cubicBezTo>
                  <a:cubicBezTo>
                    <a:pt x="289" y="330"/>
                    <a:pt x="291" y="337"/>
                    <a:pt x="294" y="342"/>
                  </a:cubicBezTo>
                  <a:cubicBezTo>
                    <a:pt x="300" y="350"/>
                    <a:pt x="310" y="356"/>
                    <a:pt x="321" y="356"/>
                  </a:cubicBezTo>
                  <a:cubicBezTo>
                    <a:pt x="338" y="356"/>
                    <a:pt x="352" y="342"/>
                    <a:pt x="353" y="325"/>
                  </a:cubicBezTo>
                  <a:cubicBezTo>
                    <a:pt x="353" y="324"/>
                    <a:pt x="353" y="324"/>
                    <a:pt x="353" y="323"/>
                  </a:cubicBezTo>
                  <a:cubicBezTo>
                    <a:pt x="353" y="323"/>
                    <a:pt x="353" y="323"/>
                    <a:pt x="353" y="323"/>
                  </a:cubicBezTo>
                  <a:cubicBezTo>
                    <a:pt x="353" y="298"/>
                    <a:pt x="353" y="298"/>
                    <a:pt x="353" y="298"/>
                  </a:cubicBezTo>
                  <a:cubicBezTo>
                    <a:pt x="353" y="270"/>
                    <a:pt x="353" y="213"/>
                    <a:pt x="353" y="95"/>
                  </a:cubicBezTo>
                  <a:cubicBezTo>
                    <a:pt x="353" y="70"/>
                    <a:pt x="343" y="47"/>
                    <a:pt x="327" y="3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363"/>
              <a:endParaRPr lang="en-US" sz="1800" dirty="0">
                <a:solidFill>
                  <a:srgbClr val="292929"/>
                </a:solidFill>
              </a:endParaRPr>
            </a:p>
          </p:txBody>
        </p:sp>
      </p:grpSp>
    </p:spTree>
    <p:extLst>
      <p:ext uri="{BB962C8B-B14F-4D97-AF65-F5344CB8AC3E}">
        <p14:creationId xmlns:p14="http://schemas.microsoft.com/office/powerpoint/2010/main" val="3836257374"/>
      </p:ext>
    </p:extLst>
  </p:cSld>
  <p:clrMapOvr>
    <a:masterClrMapping/>
  </p:clrMapOvr>
  <p:transition>
    <p:fade/>
  </p:transition>
  <p:timing>
    <p:tnLst>
      <p:par>
        <p:cTn id="1" dur="indefinite" restart="never" nodeType="tmRoot"/>
      </p:par>
    </p:tnLst>
  </p:timing>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1_Section Divi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ext Placeholder 6"/>
          <p:cNvSpPr>
            <a:spLocks noGrp="1"/>
          </p:cNvSpPr>
          <p:nvPr>
            <p:ph type="body" sz="quarter" idx="10"/>
          </p:nvPr>
        </p:nvSpPr>
        <p:spPr>
          <a:xfrm>
            <a:off x="521344" y="3467676"/>
            <a:ext cx="10696186" cy="1378644"/>
          </a:xfrm>
        </p:spPr>
        <p:txBody>
          <a:bodyPr anchor="ctr" anchorCtr="0">
            <a:noAutofit/>
            <a:scene3d>
              <a:camera prst="orthographicFront"/>
              <a:lightRig rig="flat" dir="t"/>
            </a:scene3d>
            <a:sp3d>
              <a:contourClr>
                <a:schemeClr val="bg2"/>
              </a:contourClr>
            </a:sp3d>
          </a:bodyPr>
          <a:lstStyle>
            <a:lvl1pPr marL="0" indent="0" algn="l">
              <a:buFont typeface="Arial" pitchFamily="34" charset="0"/>
              <a:buNone/>
              <a:defRPr kumimoji="0" lang="en-US" sz="8800" b="0" i="0" u="none" strike="noStrike" kern="1200" cap="none" spc="-120" normalizeH="0" baseline="0" dirty="0" smtClean="0">
                <a:ln w="3175">
                  <a:noFill/>
                </a:ln>
                <a:solidFill>
                  <a:schemeClr val="bg1">
                    <a:alpha val="99000"/>
                  </a:schemeClr>
                </a:solidFill>
                <a:effectLst/>
                <a:uLnTx/>
                <a:uFillTx/>
                <a:latin typeface="Segoe UI Light"/>
                <a:ea typeface="+mn-ea"/>
                <a:cs typeface="Arial" charset="0"/>
              </a:defRPr>
            </a:lvl1pPr>
          </a:lstStyle>
          <a:p>
            <a:pPr lvl="0"/>
            <a:r>
              <a:rPr lang="en-US" smtClean="0"/>
              <a:t>Click to edit Master text styles</a:t>
            </a:r>
          </a:p>
        </p:txBody>
      </p:sp>
      <p:pic>
        <p:nvPicPr>
          <p:cNvPr id="8" name="Picture 7"/>
          <p:cNvPicPr>
            <a:picLocks noChangeAspect="1"/>
          </p:cNvPicPr>
          <p:nvPr userDrawn="1"/>
        </p:nvPicPr>
        <p:blipFill>
          <a:blip r:embed="rId3">
            <a:extLst>
              <a:ext uri="{BEBA8EAE-BF5A-486C-A8C5-ECC9F3942E4B}">
                <a14:imgProps xmlns:a14="http://schemas.microsoft.com/office/drawing/2010/main">
                  <a14:imgLayer r:embed="rId4">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9163951" y="6338048"/>
            <a:ext cx="2507214" cy="291353"/>
          </a:xfrm>
          <a:prstGeom prst="rect">
            <a:avLst/>
          </a:prstGeom>
        </p:spPr>
      </p:pic>
    </p:spTree>
    <p:extLst>
      <p:ext uri="{BB962C8B-B14F-4D97-AF65-F5344CB8AC3E}">
        <p14:creationId xmlns:p14="http://schemas.microsoft.com/office/powerpoint/2010/main" val="2478641419"/>
      </p:ext>
    </p:extLst>
  </p:cSld>
  <p:clrMapOvr>
    <a:masterClrMapping/>
  </p:clrMapOvr>
  <p:transition>
    <p:fade/>
  </p:transition>
  <p:timing>
    <p:tnLst>
      <p:par>
        <p:cTn id="1" dur="indefinite" restart="never" nodeType="tmRoot"/>
      </p:par>
    </p:tnLst>
  </p:timing>
</p:sldLayout>
</file>

<file path=ppt/slideLayouts/slideLayout44.xml><?xml version="1.0" encoding="utf-8"?>
<p:sldLayout xmlns:a="http://schemas.openxmlformats.org/drawingml/2006/main" xmlns:r="http://schemas.openxmlformats.org/officeDocument/2006/relationships" xmlns:p="http://schemas.openxmlformats.org/presentationml/2006/main" type="blank" preserve="1">
  <p:cSld name="Branding">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2" name="Picture 2"/>
          <p:cNvPicPr>
            <a:picLocks noChangeAspect="1" noChangeArrowheads="1"/>
          </p:cNvPicPr>
          <p:nvPr userDrawn="1"/>
        </p:nvPicPr>
        <p:blipFill>
          <a:blip r:embed="rId3">
            <a:extLst>
              <a:ext uri="{28A0092B-C50C-407E-A947-70E740481C1C}">
                <a14:useLocalDpi xmlns:a14="http://schemas.microsoft.com/office/drawing/2010/main" val="0"/>
              </a:ext>
            </a:extLst>
          </a:blip>
          <a:stretch>
            <a:fillRect/>
          </a:stretch>
        </p:blipFill>
        <p:spPr bwMode="black">
          <a:xfrm>
            <a:off x="4322299" y="3140274"/>
            <a:ext cx="3547400" cy="577452"/>
          </a:xfrm>
          <a:prstGeom prst="rect">
            <a:avLst/>
          </a:prstGeom>
          <a:noFill/>
          <a:ln>
            <a:noFill/>
          </a:ln>
        </p:spPr>
      </p:pic>
      <p:sp>
        <p:nvSpPr>
          <p:cNvPr id="3" name="Text Box 3"/>
          <p:cNvSpPr txBox="1">
            <a:spLocks noChangeArrowheads="1"/>
          </p:cNvSpPr>
          <p:nvPr userDrawn="1"/>
        </p:nvSpPr>
        <p:spPr bwMode="blackWhite">
          <a:xfrm>
            <a:off x="508001" y="6083573"/>
            <a:ext cx="11176000" cy="415484"/>
          </a:xfrm>
          <a:prstGeom prst="rect">
            <a:avLst/>
          </a:prstGeom>
          <a:noFill/>
          <a:ln w="12700">
            <a:noFill/>
            <a:miter lim="800000"/>
            <a:headEnd type="none" w="sm" len="sm"/>
            <a:tailEnd type="none" w="sm" len="sm"/>
          </a:ln>
          <a:effectLst/>
        </p:spPr>
        <p:txBody>
          <a:bodyPr vert="horz" wrap="square" lIns="91425" tIns="45713" rIns="91425" bIns="45713" numCol="1" anchor="t" anchorCtr="0" compatLnSpc="1">
            <a:prstTxWarp prst="textNoShape">
              <a:avLst/>
            </a:prstTxWarp>
            <a:spAutoFit/>
          </a:bodyPr>
          <a:lstStyle/>
          <a:p>
            <a:pPr algn="ctr" defTabSz="914099" eaLnBrk="0" hangingPunct="0"/>
            <a:r>
              <a:rPr lang="en-US" sz="700" dirty="0">
                <a:solidFill>
                  <a:srgbClr val="FFFFFF">
                    <a:alpha val="99000"/>
                  </a:srgbClr>
                </a:solidFill>
                <a:cs typeface="Arial" charset="0"/>
              </a:rPr>
              <a:t>© </a:t>
            </a:r>
            <a:r>
              <a:rPr lang="en-US" sz="700" dirty="0" smtClean="0">
                <a:solidFill>
                  <a:srgbClr val="FFFFFF">
                    <a:alpha val="99000"/>
                  </a:srgbClr>
                </a:solidFill>
                <a:cs typeface="Arial" charset="0"/>
              </a:rPr>
              <a:t>2011 Microsoft </a:t>
            </a:r>
            <a:r>
              <a:rPr lang="en-US" sz="700" dirty="0">
                <a:solidFill>
                  <a:srgbClr val="FFFFFF">
                    <a:alpha val="99000"/>
                  </a:srgbClr>
                </a:solidFill>
                <a:cs typeface="Arial" charset="0"/>
              </a:rPr>
              <a:t>Corporation. All rights reserved. Microsoft, Windows, Windows Vista and other product names are or may be registered trademarks and/or trademarks in the U.S. and/or other countries.</a:t>
            </a:r>
          </a:p>
          <a:p>
            <a:pPr algn="ctr" defTabSz="914099" eaLnBrk="0" hangingPunct="0"/>
            <a:r>
              <a:rPr lang="en-US" sz="700" dirty="0">
                <a:solidFill>
                  <a:srgbClr val="FFFFFF">
                    <a:alpha val="99000"/>
                  </a:srgbClr>
                </a:solidFill>
                <a:cs typeface="Arial" charset="0"/>
              </a:rPr>
              <a:t>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a:t>
            </a:r>
            <a:r>
              <a:rPr lang="en-US" sz="700" dirty="0" smtClean="0">
                <a:solidFill>
                  <a:srgbClr val="FFFFFF">
                    <a:alpha val="99000"/>
                  </a:srgbClr>
                </a:solidFill>
                <a:cs typeface="Arial" charset="0"/>
              </a:rPr>
              <a:t>MICROSOFT </a:t>
            </a:r>
            <a:r>
              <a:rPr lang="en-US" sz="700" dirty="0">
                <a:solidFill>
                  <a:srgbClr val="FFFFFF">
                    <a:alpha val="99000"/>
                  </a:srgbClr>
                </a:solidFill>
                <a:cs typeface="Arial" charset="0"/>
              </a:rPr>
              <a:t>MAKES NO WARRANTIES, EXPRESS, IMPLIED OR STATUTORY, AS TO THE INFORMATION IN THIS PRESENTATION.</a:t>
            </a:r>
          </a:p>
        </p:txBody>
      </p:sp>
    </p:spTree>
    <p:extLst>
      <p:ext uri="{BB962C8B-B14F-4D97-AF65-F5344CB8AC3E}">
        <p14:creationId xmlns:p14="http://schemas.microsoft.com/office/powerpoint/2010/main" val="1031120023"/>
      </p:ext>
    </p:extLst>
  </p:cSld>
  <p:clrMapOvr>
    <a:masterClrMapping/>
  </p:clrMapOvr>
  <p:transition>
    <p:fade/>
  </p:transition>
  <p:timing>
    <p:tnLst>
      <p:par>
        <p:cTn id="1" dur="indefinite" restart="never" nodeType="tmRoot"/>
      </p:par>
    </p:tnLst>
  </p:timing>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WALKIN - Prints in GRAYSCALE">
    <p:bg bwMode="ltGray">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4" name="Text Placeholder 5"/>
          <p:cNvSpPr>
            <a:spLocks noGrp="1"/>
          </p:cNvSpPr>
          <p:nvPr userDrawn="1">
            <p:ph type="body" sz="quarter" idx="10" hasCustomPrompt="1"/>
          </p:nvPr>
        </p:nvSpPr>
        <p:spPr>
          <a:xfrm>
            <a:off x="512897" y="2892711"/>
            <a:ext cx="11231365" cy="1218795"/>
          </a:xfrm>
        </p:spPr>
        <p:txBody>
          <a:bodyPr/>
          <a:lstStyle>
            <a:lvl1pPr marL="0" indent="0">
              <a:buNone/>
              <a:defRPr lang="en-US" sz="8800" i="0" kern="1200" spc="-100" baseline="0" dirty="0" smtClean="0">
                <a:solidFill>
                  <a:schemeClr val="bg1">
                    <a:alpha val="99000"/>
                  </a:schemeClr>
                </a:solidFill>
                <a:latin typeface="Segoe UI Light" pitchFamily="34" charset="0"/>
                <a:ea typeface="+mn-ea"/>
                <a:cs typeface="+mn-cs"/>
              </a:defRPr>
            </a:lvl1pPr>
          </a:lstStyle>
          <a:p>
            <a:pPr marL="0" lvl="0" indent="0" algn="l" defTabSz="914363" rtl="0" eaLnBrk="1" latinLnBrk="0" hangingPunct="1">
              <a:lnSpc>
                <a:spcPct val="90000"/>
              </a:lnSpc>
              <a:spcBef>
                <a:spcPct val="20000"/>
              </a:spcBef>
              <a:buSzPct val="90000"/>
              <a:buFont typeface="Arial" pitchFamily="34" charset="0"/>
              <a:buNone/>
            </a:pPr>
            <a:r>
              <a:rPr lang="en-US" dirty="0" smtClean="0"/>
              <a:t>Click to edit title style</a:t>
            </a:r>
          </a:p>
        </p:txBody>
      </p:sp>
      <p:sp>
        <p:nvSpPr>
          <p:cNvPr id="25" name="Text Placeholder 8"/>
          <p:cNvSpPr>
            <a:spLocks noGrp="1"/>
          </p:cNvSpPr>
          <p:nvPr userDrawn="1">
            <p:ph type="body" sz="quarter" idx="11" hasCustomPrompt="1"/>
          </p:nvPr>
        </p:nvSpPr>
        <p:spPr>
          <a:xfrm>
            <a:off x="512897" y="4343400"/>
            <a:ext cx="7515594" cy="443198"/>
          </a:xfrm>
        </p:spPr>
        <p:txBody>
          <a:bodyPr/>
          <a:lstStyle>
            <a:lvl1pPr marL="0" indent="0">
              <a:buNone/>
              <a:defRPr lang="en-US" sz="3200" kern="1200" spc="-100" baseline="0" dirty="0">
                <a:solidFill>
                  <a:schemeClr val="bg1">
                    <a:alpha val="99000"/>
                  </a:schemeClr>
                </a:solidFill>
                <a:latin typeface="+mj-lt"/>
                <a:ea typeface="+mn-ea"/>
                <a:cs typeface="+mn-cs"/>
              </a:defRPr>
            </a:lvl1pPr>
          </a:lstStyle>
          <a:p>
            <a:pPr marL="0" lvl="0" indent="0" algn="l" defTabSz="914363" rtl="0" eaLnBrk="1" latinLnBrk="0" hangingPunct="1">
              <a:lnSpc>
                <a:spcPct val="90000"/>
              </a:lnSpc>
              <a:spcBef>
                <a:spcPct val="20000"/>
              </a:spcBef>
              <a:buSzPct val="90000"/>
              <a:buFont typeface="Arial" pitchFamily="34" charset="0"/>
              <a:buNone/>
            </a:pPr>
            <a:r>
              <a:rPr lang="en-US" dirty="0" smtClean="0"/>
              <a:t>Speaker Name</a:t>
            </a:r>
            <a:endParaRPr lang="en-US" dirty="0"/>
          </a:p>
        </p:txBody>
      </p:sp>
      <p:pic>
        <p:nvPicPr>
          <p:cNvPr id="26" name="Picture 25" descr="Microsoft logo and tagline"/>
          <p:cNvPicPr>
            <a:picLocks noChangeAspect="1" noChangeArrowheads="1"/>
          </p:cNvPicPr>
          <p:nvPr userDrawn="1"/>
        </p:nvPicPr>
        <p:blipFill rotWithShape="1">
          <a:blip r:embed="rId3">
            <a:extLst>
              <a:ext uri="{BEBA8EAE-BF5A-486C-A8C5-ECC9F3942E4B}">
                <a14:imgProps xmlns:a14="http://schemas.microsoft.com/office/drawing/2010/main">
                  <a14:imgLayer r:embed="rId4">
                    <a14:imgEffect>
                      <a14:brightnessContrast bright="100000"/>
                    </a14:imgEffect>
                  </a14:imgLayer>
                </a14:imgProps>
              </a:ext>
              <a:ext uri="{28A0092B-C50C-407E-A947-70E740481C1C}">
                <a14:useLocalDpi xmlns:a14="http://schemas.microsoft.com/office/drawing/2010/main" val="0"/>
              </a:ext>
            </a:extLst>
          </a:blip>
          <a:srcRect/>
          <a:stretch/>
        </p:blipFill>
        <p:spPr bwMode="black">
          <a:xfrm>
            <a:off x="534847" y="6364651"/>
            <a:ext cx="1596068" cy="268366"/>
          </a:xfrm>
          <a:prstGeom prst="rect">
            <a:avLst/>
          </a:prstGeom>
          <a:noFill/>
          <a:ln>
            <a:noFill/>
          </a:ln>
        </p:spPr>
      </p:pic>
      <p:pic>
        <p:nvPicPr>
          <p:cNvPr id="7" name="Picture 6"/>
          <p:cNvPicPr>
            <a:picLocks noChangeAspect="1"/>
          </p:cNvPicPr>
          <p:nvPr userDrawn="1"/>
        </p:nvPicPr>
        <p:blipFill>
          <a:blip r:embed="rId5">
            <a:extLst>
              <a:ext uri="{BEBA8EAE-BF5A-486C-A8C5-ECC9F3942E4B}">
                <a14:imgProps xmlns:a14="http://schemas.microsoft.com/office/drawing/2010/main">
                  <a14:imgLayer r:embed="rId6">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519249" y="228600"/>
            <a:ext cx="2498478" cy="290338"/>
          </a:xfrm>
          <a:prstGeom prst="rect">
            <a:avLst/>
          </a:prstGeom>
        </p:spPr>
      </p:pic>
    </p:spTree>
    <p:extLst>
      <p:ext uri="{BB962C8B-B14F-4D97-AF65-F5344CB8AC3E}">
        <p14:creationId xmlns:p14="http://schemas.microsoft.com/office/powerpoint/2010/main" val="1817412221"/>
      </p:ext>
    </p:extLst>
  </p:cSld>
  <p:clrMapOvr>
    <a:masterClrMapping/>
  </p:clrMapOvr>
  <p:transition>
    <p:fade/>
  </p:transition>
  <p:timing>
    <p:tnLst>
      <p:par>
        <p:cTn id="1" dur="indefinite" restart="never" nodeType="tmRoot"/>
      </p:par>
    </p:tnLst>
  </p:timing>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Black Layout - Title and Content">
    <p:bg bwMode="black">
      <p:bgPr>
        <a:solidFill>
          <a:srgbClr val="000000"/>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white"/>
        <p:txBody>
          <a:bodyPr/>
          <a:lstStyle>
            <a:lvl1pPr>
              <a:defRPr>
                <a:gradFill>
                  <a:gsLst>
                    <a:gs pos="0">
                      <a:srgbClr val="FFFFFF"/>
                    </a:gs>
                    <a:gs pos="100000">
                      <a:srgbClr val="FFFFFF"/>
                    </a:gs>
                  </a:gsLst>
                  <a:lin ang="5400000" scaled="0"/>
                </a:gradFill>
              </a:defRPr>
            </a:lvl1pPr>
          </a:lstStyle>
          <a:p>
            <a:r>
              <a:rPr lang="en-US" smtClean="0"/>
              <a:t>Click to edit Master title style</a:t>
            </a:r>
            <a:endParaRPr lang="en-US" dirty="0"/>
          </a:p>
        </p:txBody>
      </p:sp>
      <p:sp>
        <p:nvSpPr>
          <p:cNvPr id="6" name="Text Placeholder 5"/>
          <p:cNvSpPr>
            <a:spLocks noGrp="1"/>
          </p:cNvSpPr>
          <p:nvPr>
            <p:ph type="body" sz="quarter" idx="10"/>
          </p:nvPr>
        </p:nvSpPr>
        <p:spPr bwMode="white">
          <a:xfrm>
            <a:off x="519248" y="1447799"/>
            <a:ext cx="11151917" cy="2000548"/>
          </a:xfrm>
        </p:spPr>
        <p:txBody>
          <a:bodyPr/>
          <a:lstStyle>
            <a:lvl1pPr marL="460375" indent="-460375">
              <a:buClr>
                <a:srgbClr val="FFFFFF"/>
              </a:buClr>
              <a:buSzPct val="70000"/>
              <a:buFontTx/>
              <a:buBlip>
                <a:blip r:embed="rId2"/>
              </a:buBlip>
              <a:defRPr>
                <a:gradFill>
                  <a:gsLst>
                    <a:gs pos="0">
                      <a:srgbClr val="FFFFFF"/>
                    </a:gs>
                    <a:gs pos="86000">
                      <a:srgbClr val="FFFFFF"/>
                    </a:gs>
                  </a:gsLst>
                  <a:lin ang="5400000" scaled="0"/>
                </a:gradFill>
              </a:defRPr>
            </a:lvl1pPr>
            <a:lvl2pPr marL="855663" indent="-395288">
              <a:buClr>
                <a:srgbClr val="FFFFFF"/>
              </a:buClr>
              <a:buSzPct val="70000"/>
              <a:buFontTx/>
              <a:buBlip>
                <a:blip r:embed="rId2"/>
              </a:buBlip>
              <a:defRPr>
                <a:gradFill>
                  <a:gsLst>
                    <a:gs pos="0">
                      <a:srgbClr val="FFFFFF"/>
                    </a:gs>
                    <a:gs pos="86000">
                      <a:srgbClr val="FFFFFF"/>
                    </a:gs>
                  </a:gsLst>
                  <a:lin ang="5400000" scaled="0"/>
                </a:gradFill>
              </a:defRPr>
            </a:lvl2pPr>
            <a:lvl3pPr marL="1258888" indent="-403225">
              <a:buClr>
                <a:srgbClr val="FFFFFF"/>
              </a:buClr>
              <a:buSzPct val="70000"/>
              <a:buFontTx/>
              <a:buBlip>
                <a:blip r:embed="rId2"/>
              </a:buBlip>
              <a:defRPr>
                <a:gradFill>
                  <a:gsLst>
                    <a:gs pos="0">
                      <a:srgbClr val="FFFFFF"/>
                    </a:gs>
                    <a:gs pos="86000">
                      <a:srgbClr val="FFFFFF"/>
                    </a:gs>
                  </a:gsLst>
                  <a:lin ang="5400000" scaled="0"/>
                </a:gradFill>
              </a:defRPr>
            </a:lvl3pPr>
            <a:lvl4pPr marL="1604963" indent="-346075">
              <a:buClr>
                <a:srgbClr val="FFFFFF"/>
              </a:buClr>
              <a:buSzPct val="70000"/>
              <a:buFontTx/>
              <a:buBlip>
                <a:blip r:embed="rId2"/>
              </a:buBlip>
              <a:defRPr>
                <a:gradFill>
                  <a:gsLst>
                    <a:gs pos="0">
                      <a:srgbClr val="FFFFFF"/>
                    </a:gs>
                    <a:gs pos="86000">
                      <a:srgbClr val="FFFFFF"/>
                    </a:gs>
                  </a:gsLst>
                  <a:lin ang="5400000" scaled="0"/>
                </a:gradFill>
              </a:defRPr>
            </a:lvl4pPr>
            <a:lvl5pPr marL="1941513" indent="-336550">
              <a:buClr>
                <a:srgbClr val="FFFFFF"/>
              </a:buClr>
              <a:buSzPct val="70000"/>
              <a:buFontTx/>
              <a:buBlip>
                <a:blip r:embed="rId2"/>
              </a:buBlip>
              <a:defRPr>
                <a:gradFill>
                  <a:gsLst>
                    <a:gs pos="0">
                      <a:srgbClr val="FFFFFF"/>
                    </a:gs>
                    <a:gs pos="86000">
                      <a:srgbClr val="FFFFFF"/>
                    </a:gs>
                  </a:gsLst>
                  <a:lin ang="5400000" scaled="0"/>
                </a:gradFill>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4112933488"/>
      </p:ext>
    </p:extLst>
  </p:cSld>
  <p:clrMapOvr>
    <a:masterClrMapping/>
  </p:clrMapOvr>
  <p:transition>
    <p:fade/>
  </p:transition>
  <p:timing>
    <p:tnLst>
      <p:par>
        <p:cTn id="1" dur="indefinite" restart="never" nodeType="tmRoot"/>
      </p:par>
    </p:tnLst>
  </p:timing>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Black Notes slide Layout">
    <p:bg bwMode="black">
      <p:bgPr>
        <a:solidFill>
          <a:srgbClr val="000000"/>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white"/>
        <p:txBody>
          <a:bodyPr/>
          <a:lstStyle>
            <a:lvl1pPr>
              <a:defRPr>
                <a:gradFill>
                  <a:gsLst>
                    <a:gs pos="0">
                      <a:srgbClr val="FFFFFF"/>
                    </a:gs>
                    <a:gs pos="100000">
                      <a:srgbClr val="FFFFFF"/>
                    </a:gs>
                  </a:gsLst>
                  <a:lin ang="5400000" scaled="0"/>
                </a:gradFill>
              </a:defRPr>
            </a:lvl1pPr>
          </a:lstStyle>
          <a:p>
            <a:r>
              <a:rPr lang="en-US" smtClean="0"/>
              <a:t>Click to edit Master title style</a:t>
            </a:r>
            <a:endParaRPr lang="en-US" dirty="0"/>
          </a:p>
        </p:txBody>
      </p:sp>
      <p:sp>
        <p:nvSpPr>
          <p:cNvPr id="6" name="Text Placeholder 5"/>
          <p:cNvSpPr>
            <a:spLocks noGrp="1"/>
          </p:cNvSpPr>
          <p:nvPr>
            <p:ph type="body" sz="quarter" idx="10"/>
          </p:nvPr>
        </p:nvSpPr>
        <p:spPr bwMode="white">
          <a:xfrm>
            <a:off x="519248" y="1447799"/>
            <a:ext cx="11151917" cy="2000548"/>
          </a:xfrm>
        </p:spPr>
        <p:txBody>
          <a:bodyPr/>
          <a:lstStyle>
            <a:lvl1pPr marL="460375" indent="-460375">
              <a:buClr>
                <a:srgbClr val="FFFFFF"/>
              </a:buClr>
              <a:buSzPct val="70000"/>
              <a:buFontTx/>
              <a:buBlip>
                <a:blip r:embed="rId2"/>
              </a:buBlip>
              <a:defRPr>
                <a:gradFill>
                  <a:gsLst>
                    <a:gs pos="0">
                      <a:srgbClr val="FFFFFF"/>
                    </a:gs>
                    <a:gs pos="86000">
                      <a:srgbClr val="FFFFFF"/>
                    </a:gs>
                  </a:gsLst>
                  <a:lin ang="5400000" scaled="0"/>
                </a:gradFill>
              </a:defRPr>
            </a:lvl1pPr>
            <a:lvl2pPr marL="855663" indent="-395288">
              <a:buClr>
                <a:srgbClr val="FFFFFF"/>
              </a:buClr>
              <a:buSzPct val="70000"/>
              <a:buFontTx/>
              <a:buBlip>
                <a:blip r:embed="rId2"/>
              </a:buBlip>
              <a:defRPr>
                <a:gradFill>
                  <a:gsLst>
                    <a:gs pos="0">
                      <a:srgbClr val="FFFFFF"/>
                    </a:gs>
                    <a:gs pos="86000">
                      <a:srgbClr val="FFFFFF"/>
                    </a:gs>
                  </a:gsLst>
                  <a:lin ang="5400000" scaled="0"/>
                </a:gradFill>
              </a:defRPr>
            </a:lvl2pPr>
            <a:lvl3pPr marL="1258888" indent="-403225">
              <a:buClr>
                <a:srgbClr val="FFFFFF"/>
              </a:buClr>
              <a:buSzPct val="70000"/>
              <a:buFontTx/>
              <a:buBlip>
                <a:blip r:embed="rId2"/>
              </a:buBlip>
              <a:defRPr>
                <a:gradFill>
                  <a:gsLst>
                    <a:gs pos="0">
                      <a:srgbClr val="FFFFFF"/>
                    </a:gs>
                    <a:gs pos="86000">
                      <a:srgbClr val="FFFFFF"/>
                    </a:gs>
                  </a:gsLst>
                  <a:lin ang="5400000" scaled="0"/>
                </a:gradFill>
              </a:defRPr>
            </a:lvl3pPr>
            <a:lvl4pPr marL="1604963" indent="-346075">
              <a:buClr>
                <a:srgbClr val="FFFFFF"/>
              </a:buClr>
              <a:buSzPct val="70000"/>
              <a:buFontTx/>
              <a:buBlip>
                <a:blip r:embed="rId2"/>
              </a:buBlip>
              <a:defRPr>
                <a:gradFill>
                  <a:gsLst>
                    <a:gs pos="0">
                      <a:srgbClr val="FFFFFF"/>
                    </a:gs>
                    <a:gs pos="86000">
                      <a:srgbClr val="FFFFFF"/>
                    </a:gs>
                  </a:gsLst>
                  <a:lin ang="5400000" scaled="0"/>
                </a:gradFill>
              </a:defRPr>
            </a:lvl4pPr>
            <a:lvl5pPr marL="1941513" indent="-336550">
              <a:buClr>
                <a:srgbClr val="FFFFFF"/>
              </a:buClr>
              <a:buSzPct val="70000"/>
              <a:buFontTx/>
              <a:buBlip>
                <a:blip r:embed="rId2"/>
              </a:buBlip>
              <a:defRPr>
                <a:gradFill>
                  <a:gsLst>
                    <a:gs pos="0">
                      <a:srgbClr val="FFFFFF"/>
                    </a:gs>
                    <a:gs pos="86000">
                      <a:srgbClr val="FFFFFF"/>
                    </a:gs>
                  </a:gsLst>
                  <a:lin ang="5400000" scaled="0"/>
                </a:gradFill>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6"/>
          <p:cNvSpPr>
            <a:spLocks noGrp="1"/>
          </p:cNvSpPr>
          <p:nvPr>
            <p:ph type="body" sz="quarter" idx="11"/>
          </p:nvPr>
        </p:nvSpPr>
        <p:spPr>
          <a:xfrm>
            <a:off x="1" y="6238877"/>
            <a:ext cx="12192001" cy="619125"/>
          </a:xfrm>
          <a:solidFill>
            <a:srgbClr val="FFFF99"/>
          </a:solidFill>
        </p:spPr>
        <p:txBody>
          <a:bodyPr wrap="square" lIns="152394" tIns="76197" rIns="152394" bIns="76197" anchor="b" anchorCtr="0">
            <a:noAutofit/>
          </a:bodyPr>
          <a:lstStyle>
            <a:lvl1pPr algn="r">
              <a:buFont typeface="Arial" pitchFamily="34" charset="0"/>
              <a:buNone/>
              <a:defRPr spc="-50" baseline="0">
                <a:gradFill>
                  <a:gsLst>
                    <a:gs pos="0">
                      <a:srgbClr val="000000"/>
                    </a:gs>
                    <a:gs pos="100000">
                      <a:srgbClr val="000000"/>
                    </a:gs>
                  </a:gsLst>
                  <a:lin ang="5400000" scaled="0"/>
                </a:gradFill>
                <a:effectLst/>
                <a:latin typeface="Segoe UI" pitchFamily="34" charset="0"/>
              </a:defRPr>
            </a:lvl1pPr>
          </a:lstStyle>
          <a:p>
            <a:pPr lvl="0"/>
            <a:r>
              <a:rPr lang="en-US" smtClean="0"/>
              <a:t>Click to edit Master text styles</a:t>
            </a:r>
          </a:p>
        </p:txBody>
      </p:sp>
    </p:spTree>
    <p:extLst>
      <p:ext uri="{BB962C8B-B14F-4D97-AF65-F5344CB8AC3E}">
        <p14:creationId xmlns:p14="http://schemas.microsoft.com/office/powerpoint/2010/main" val="3494378039"/>
      </p:ext>
    </p:extLst>
  </p:cSld>
  <p:clrMapOvr>
    <a:masterClrMapping/>
  </p:clrMapOvr>
  <p:transition>
    <p:fade/>
  </p:transition>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7.xml"/><Relationship Id="rId13" Type="http://schemas.openxmlformats.org/officeDocument/2006/relationships/slideLayout" Target="../slideLayouts/slideLayout22.xml"/><Relationship Id="rId18" Type="http://schemas.openxmlformats.org/officeDocument/2006/relationships/slideLayout" Target="../slideLayouts/slideLayout27.xml"/><Relationship Id="rId3" Type="http://schemas.openxmlformats.org/officeDocument/2006/relationships/slideLayout" Target="../slideLayouts/slideLayout12.xml"/><Relationship Id="rId21" Type="http://schemas.openxmlformats.org/officeDocument/2006/relationships/theme" Target="../theme/theme2.xml"/><Relationship Id="rId7" Type="http://schemas.openxmlformats.org/officeDocument/2006/relationships/slideLayout" Target="../slideLayouts/slideLayout16.xml"/><Relationship Id="rId12" Type="http://schemas.openxmlformats.org/officeDocument/2006/relationships/slideLayout" Target="../slideLayouts/slideLayout21.xml"/><Relationship Id="rId17" Type="http://schemas.openxmlformats.org/officeDocument/2006/relationships/slideLayout" Target="../slideLayouts/slideLayout26.xml"/><Relationship Id="rId2" Type="http://schemas.openxmlformats.org/officeDocument/2006/relationships/slideLayout" Target="../slideLayouts/slideLayout11.xml"/><Relationship Id="rId16" Type="http://schemas.openxmlformats.org/officeDocument/2006/relationships/slideLayout" Target="../slideLayouts/slideLayout25.xml"/><Relationship Id="rId20" Type="http://schemas.openxmlformats.org/officeDocument/2006/relationships/slideLayout" Target="../slideLayouts/slideLayout29.xml"/><Relationship Id="rId1" Type="http://schemas.openxmlformats.org/officeDocument/2006/relationships/slideLayout" Target="../slideLayouts/slideLayout10.xml"/><Relationship Id="rId6" Type="http://schemas.openxmlformats.org/officeDocument/2006/relationships/slideLayout" Target="../slideLayouts/slideLayout15.xml"/><Relationship Id="rId11" Type="http://schemas.openxmlformats.org/officeDocument/2006/relationships/slideLayout" Target="../slideLayouts/slideLayout20.xml"/><Relationship Id="rId5" Type="http://schemas.openxmlformats.org/officeDocument/2006/relationships/slideLayout" Target="../slideLayouts/slideLayout14.xml"/><Relationship Id="rId15" Type="http://schemas.openxmlformats.org/officeDocument/2006/relationships/slideLayout" Target="../slideLayouts/slideLayout24.xml"/><Relationship Id="rId10" Type="http://schemas.openxmlformats.org/officeDocument/2006/relationships/slideLayout" Target="../slideLayouts/slideLayout19.xml"/><Relationship Id="rId19" Type="http://schemas.openxmlformats.org/officeDocument/2006/relationships/slideLayout" Target="../slideLayouts/slideLayout28.xml"/><Relationship Id="rId4" Type="http://schemas.openxmlformats.org/officeDocument/2006/relationships/slideLayout" Target="../slideLayouts/slideLayout13.xml"/><Relationship Id="rId9" Type="http://schemas.openxmlformats.org/officeDocument/2006/relationships/slideLayout" Target="../slideLayouts/slideLayout18.xml"/><Relationship Id="rId14" Type="http://schemas.openxmlformats.org/officeDocument/2006/relationships/slideLayout" Target="../slideLayouts/slideLayout23.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7.xml"/><Relationship Id="rId13" Type="http://schemas.openxmlformats.org/officeDocument/2006/relationships/slideLayout" Target="../slideLayouts/slideLayout42.xml"/><Relationship Id="rId18" Type="http://schemas.openxmlformats.org/officeDocument/2006/relationships/slideLayout" Target="../slideLayouts/slideLayout47.xml"/><Relationship Id="rId3" Type="http://schemas.openxmlformats.org/officeDocument/2006/relationships/slideLayout" Target="../slideLayouts/slideLayout32.xml"/><Relationship Id="rId7" Type="http://schemas.openxmlformats.org/officeDocument/2006/relationships/slideLayout" Target="../slideLayouts/slideLayout36.xml"/><Relationship Id="rId12" Type="http://schemas.openxmlformats.org/officeDocument/2006/relationships/slideLayout" Target="../slideLayouts/slideLayout41.xml"/><Relationship Id="rId17" Type="http://schemas.openxmlformats.org/officeDocument/2006/relationships/slideLayout" Target="../slideLayouts/slideLayout46.xml"/><Relationship Id="rId2" Type="http://schemas.openxmlformats.org/officeDocument/2006/relationships/slideLayout" Target="../slideLayouts/slideLayout31.xml"/><Relationship Id="rId16" Type="http://schemas.openxmlformats.org/officeDocument/2006/relationships/slideLayout" Target="../slideLayouts/slideLayout45.xml"/><Relationship Id="rId1" Type="http://schemas.openxmlformats.org/officeDocument/2006/relationships/slideLayout" Target="../slideLayouts/slideLayout30.xml"/><Relationship Id="rId6" Type="http://schemas.openxmlformats.org/officeDocument/2006/relationships/slideLayout" Target="../slideLayouts/slideLayout35.xml"/><Relationship Id="rId11" Type="http://schemas.openxmlformats.org/officeDocument/2006/relationships/slideLayout" Target="../slideLayouts/slideLayout40.xml"/><Relationship Id="rId5" Type="http://schemas.openxmlformats.org/officeDocument/2006/relationships/slideLayout" Target="../slideLayouts/slideLayout34.xml"/><Relationship Id="rId15" Type="http://schemas.openxmlformats.org/officeDocument/2006/relationships/slideLayout" Target="../slideLayouts/slideLayout44.xml"/><Relationship Id="rId10" Type="http://schemas.openxmlformats.org/officeDocument/2006/relationships/slideLayout" Target="../slideLayouts/slideLayout39.xml"/><Relationship Id="rId19" Type="http://schemas.openxmlformats.org/officeDocument/2006/relationships/theme" Target="../theme/theme3.xml"/><Relationship Id="rId4" Type="http://schemas.openxmlformats.org/officeDocument/2006/relationships/slideLayout" Target="../slideLayouts/slideLayout33.xml"/><Relationship Id="rId9" Type="http://schemas.openxmlformats.org/officeDocument/2006/relationships/slideLayout" Target="../slideLayouts/slideLayout38.xml"/><Relationship Id="rId14" Type="http://schemas.openxmlformats.org/officeDocument/2006/relationships/slideLayout" Target="../slideLayouts/slideLayout4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0" name="Title Placeholder 9"/>
          <p:cNvSpPr>
            <a:spLocks noGrp="1"/>
          </p:cNvSpPr>
          <p:nvPr>
            <p:ph type="title"/>
          </p:nvPr>
        </p:nvSpPr>
        <p:spPr>
          <a:xfrm>
            <a:off x="379514" y="182215"/>
            <a:ext cx="11524432" cy="1063487"/>
          </a:xfrm>
          <a:prstGeom prst="rect">
            <a:avLst/>
          </a:prstGeom>
        </p:spPr>
        <p:txBody>
          <a:bodyPr vert="horz" lIns="91409" tIns="45705" rIns="91409" bIns="45705" rtlCol="0" anchor="t" anchorCtr="0">
            <a:normAutofit/>
          </a:bodyPr>
          <a:lstStyle/>
          <a:p>
            <a:r>
              <a:rPr lang="en-US" dirty="0" smtClean="0"/>
              <a:t>Click to edit Master title style</a:t>
            </a:r>
            <a:endParaRPr lang="en-US" dirty="0"/>
          </a:p>
        </p:txBody>
      </p:sp>
    </p:spTree>
    <p:extLst>
      <p:ext uri="{BB962C8B-B14F-4D97-AF65-F5344CB8AC3E}">
        <p14:creationId xmlns:p14="http://schemas.microsoft.com/office/powerpoint/2010/main" val="3118783959"/>
      </p:ext>
    </p:extLst>
  </p:cSld>
  <p:clrMap bg1="lt1" tx1="dk1" bg2="lt2" tx2="dk2" accent1="accent1" accent2="accent2" accent3="accent3" accent4="accent4" accent5="accent5" accent6="accent6" hlink="hlink" folHlink="folHlink"/>
  <p:sldLayoutIdLst>
    <p:sldLayoutId id="2147483661" r:id="rId1"/>
    <p:sldLayoutId id="2147483671" r:id="rId2"/>
    <p:sldLayoutId id="2147483667" r:id="rId3"/>
    <p:sldLayoutId id="2147483663" r:id="rId4"/>
    <p:sldLayoutId id="2147483664" r:id="rId5"/>
    <p:sldLayoutId id="2147483665" r:id="rId6"/>
    <p:sldLayoutId id="2147483666" r:id="rId7"/>
    <p:sldLayoutId id="2147483668" r:id="rId8"/>
    <p:sldLayoutId id="2147483669" r:id="rId9"/>
  </p:sldLayoutIdLst>
  <p:timing>
    <p:tnLst>
      <p:par>
        <p:cTn id="1" dur="indefinite" restart="never" nodeType="tmRoot"/>
      </p:par>
    </p:tnLst>
  </p:timing>
  <p:txStyles>
    <p:titleStyle>
      <a:lvl1pPr algn="l" defTabSz="914088" rtl="0" eaLnBrk="1" latinLnBrk="0" hangingPunct="1">
        <a:lnSpc>
          <a:spcPct val="80000"/>
        </a:lnSpc>
        <a:spcBef>
          <a:spcPct val="0"/>
        </a:spcBef>
        <a:buNone/>
        <a:defRPr sz="4400" kern="1200">
          <a:solidFill>
            <a:schemeClr val="tx1"/>
          </a:solidFill>
          <a:latin typeface="Segoe UI Light" panose="020B0502040204020203" pitchFamily="34" charset="0"/>
          <a:ea typeface="Segoe UI Light" panose="020B0502040204020203" pitchFamily="34" charset="0"/>
          <a:cs typeface="Segoe UI Light" panose="020B0502040204020203" pitchFamily="34" charset="0"/>
        </a:defRPr>
      </a:lvl1pPr>
    </p:titleStyle>
    <p:bodyStyle>
      <a:lvl1pPr marL="342783" indent="-342783" algn="l" defTabSz="914088" rtl="0" eaLnBrk="1" latinLnBrk="0" hangingPunct="1">
        <a:spcBef>
          <a:spcPts val="1200"/>
        </a:spcBef>
        <a:buFont typeface="Arial" pitchFamily="34" charset="0"/>
        <a:buChar char="•"/>
        <a:defRPr sz="3200" b="1" kern="0" baseline="0">
          <a:solidFill>
            <a:schemeClr val="tx1"/>
          </a:solidFill>
          <a:latin typeface="Segoe UI Light" panose="020B0502040204020203" pitchFamily="34" charset="0"/>
          <a:ea typeface="Segoe UI Light" panose="020B0502040204020203" pitchFamily="34" charset="0"/>
          <a:cs typeface="Segoe UI Light" panose="020B0502040204020203" pitchFamily="34" charset="0"/>
        </a:defRPr>
      </a:lvl1pPr>
      <a:lvl2pPr marL="742698" indent="-285652" algn="l" defTabSz="914088" rtl="0" eaLnBrk="1" latinLnBrk="0" hangingPunct="1">
        <a:spcBef>
          <a:spcPts val="300"/>
        </a:spcBef>
        <a:spcAft>
          <a:spcPts val="300"/>
        </a:spcAft>
        <a:buFont typeface="Arial" pitchFamily="34" charset="0"/>
        <a:buChar char="–"/>
        <a:defRPr sz="2800" kern="0" baseline="0">
          <a:solidFill>
            <a:schemeClr val="tx1"/>
          </a:solidFill>
          <a:latin typeface="Segoe UI Light" panose="020B0502040204020203" pitchFamily="34" charset="0"/>
          <a:ea typeface="Segoe UI Light" panose="020B0502040204020203" pitchFamily="34" charset="0"/>
          <a:cs typeface="Segoe UI Light" panose="020B0502040204020203" pitchFamily="34" charset="0"/>
        </a:defRPr>
      </a:lvl2pPr>
      <a:lvl3pPr marL="1142612" indent="-228522" algn="l" defTabSz="914088" rtl="0" eaLnBrk="1" latinLnBrk="0" hangingPunct="1">
        <a:spcBef>
          <a:spcPts val="200"/>
        </a:spcBef>
        <a:spcAft>
          <a:spcPts val="200"/>
        </a:spcAft>
        <a:buFont typeface="Arial" pitchFamily="34" charset="0"/>
        <a:buChar char="•"/>
        <a:defRPr sz="2400" kern="0" baseline="0">
          <a:solidFill>
            <a:schemeClr val="tx1"/>
          </a:solidFill>
          <a:latin typeface="Segoe UI Light" panose="020B0502040204020203" pitchFamily="34" charset="0"/>
          <a:ea typeface="Segoe UI Light" panose="020B0502040204020203" pitchFamily="34" charset="0"/>
          <a:cs typeface="Segoe UI Light" panose="020B0502040204020203" pitchFamily="34" charset="0"/>
        </a:defRPr>
      </a:lvl3pPr>
      <a:lvl4pPr marL="1599657" indent="-228522" algn="l" defTabSz="914088" rtl="0" eaLnBrk="1" latinLnBrk="0" hangingPunct="1">
        <a:spcBef>
          <a:spcPct val="20000"/>
        </a:spcBef>
        <a:buFont typeface="Arial" pitchFamily="34" charset="0"/>
        <a:buChar char="–"/>
        <a:defRPr sz="2000" kern="0" baseline="0">
          <a:solidFill>
            <a:schemeClr val="tx1"/>
          </a:solidFill>
          <a:latin typeface="Segoe UI Light" panose="020B0502040204020203" pitchFamily="34" charset="0"/>
          <a:ea typeface="Segoe UI Light" panose="020B0502040204020203" pitchFamily="34" charset="0"/>
          <a:cs typeface="Segoe UI Light" panose="020B0502040204020203" pitchFamily="34" charset="0"/>
        </a:defRPr>
      </a:lvl4pPr>
      <a:lvl5pPr marL="2056700" indent="-228522" algn="l" defTabSz="914088" rtl="0" eaLnBrk="1" latinLnBrk="0" hangingPunct="1">
        <a:spcBef>
          <a:spcPct val="20000"/>
        </a:spcBef>
        <a:buFont typeface="Arial" pitchFamily="34" charset="0"/>
        <a:buChar char="»"/>
        <a:defRPr sz="2000" kern="0" baseline="0">
          <a:solidFill>
            <a:schemeClr val="tx1"/>
          </a:solidFill>
          <a:latin typeface="Segoe UI Light" panose="020B0502040204020203" pitchFamily="34" charset="0"/>
          <a:ea typeface="Segoe UI Light" panose="020B0502040204020203" pitchFamily="34" charset="0"/>
          <a:cs typeface="Segoe UI Light" panose="020B0502040204020203" pitchFamily="34" charset="0"/>
        </a:defRPr>
      </a:lvl5pPr>
      <a:lvl6pPr marL="2513745" indent="-228522" algn="l" defTabSz="914088"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0789" indent="-228522" algn="l" defTabSz="914088"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7833" indent="-228522" algn="l" defTabSz="914088"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4878" indent="-228522" algn="l" defTabSz="914088"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088" rtl="0" eaLnBrk="1" latinLnBrk="0" hangingPunct="1">
        <a:defRPr sz="1800" kern="1200">
          <a:solidFill>
            <a:schemeClr val="tx1"/>
          </a:solidFill>
          <a:latin typeface="+mn-lt"/>
          <a:ea typeface="+mn-ea"/>
          <a:cs typeface="+mn-cs"/>
        </a:defRPr>
      </a:lvl1pPr>
      <a:lvl2pPr marL="457044" algn="l" defTabSz="914088" rtl="0" eaLnBrk="1" latinLnBrk="0" hangingPunct="1">
        <a:defRPr sz="1800" kern="1200">
          <a:solidFill>
            <a:schemeClr val="tx1"/>
          </a:solidFill>
          <a:latin typeface="+mn-lt"/>
          <a:ea typeface="+mn-ea"/>
          <a:cs typeface="+mn-cs"/>
        </a:defRPr>
      </a:lvl2pPr>
      <a:lvl3pPr marL="914088" algn="l" defTabSz="914088" rtl="0" eaLnBrk="1" latinLnBrk="0" hangingPunct="1">
        <a:defRPr sz="1800" kern="1200">
          <a:solidFill>
            <a:schemeClr val="tx1"/>
          </a:solidFill>
          <a:latin typeface="+mn-lt"/>
          <a:ea typeface="+mn-ea"/>
          <a:cs typeface="+mn-cs"/>
        </a:defRPr>
      </a:lvl3pPr>
      <a:lvl4pPr marL="1371133" algn="l" defTabSz="914088" rtl="0" eaLnBrk="1" latinLnBrk="0" hangingPunct="1">
        <a:defRPr sz="1800" kern="1200">
          <a:solidFill>
            <a:schemeClr val="tx1"/>
          </a:solidFill>
          <a:latin typeface="+mn-lt"/>
          <a:ea typeface="+mn-ea"/>
          <a:cs typeface="+mn-cs"/>
        </a:defRPr>
      </a:lvl4pPr>
      <a:lvl5pPr marL="1828178" algn="l" defTabSz="914088" rtl="0" eaLnBrk="1" latinLnBrk="0" hangingPunct="1">
        <a:defRPr sz="1800" kern="1200">
          <a:solidFill>
            <a:schemeClr val="tx1"/>
          </a:solidFill>
          <a:latin typeface="+mn-lt"/>
          <a:ea typeface="+mn-ea"/>
          <a:cs typeface="+mn-cs"/>
        </a:defRPr>
      </a:lvl5pPr>
      <a:lvl6pPr marL="2285222" algn="l" defTabSz="914088" rtl="0" eaLnBrk="1" latinLnBrk="0" hangingPunct="1">
        <a:defRPr sz="1800" kern="1200">
          <a:solidFill>
            <a:schemeClr val="tx1"/>
          </a:solidFill>
          <a:latin typeface="+mn-lt"/>
          <a:ea typeface="+mn-ea"/>
          <a:cs typeface="+mn-cs"/>
        </a:defRPr>
      </a:lvl6pPr>
      <a:lvl7pPr marL="2742267" algn="l" defTabSz="914088" rtl="0" eaLnBrk="1" latinLnBrk="0" hangingPunct="1">
        <a:defRPr sz="1800" kern="1200">
          <a:solidFill>
            <a:schemeClr val="tx1"/>
          </a:solidFill>
          <a:latin typeface="+mn-lt"/>
          <a:ea typeface="+mn-ea"/>
          <a:cs typeface="+mn-cs"/>
        </a:defRPr>
      </a:lvl7pPr>
      <a:lvl8pPr marL="3199311" algn="l" defTabSz="914088" rtl="0" eaLnBrk="1" latinLnBrk="0" hangingPunct="1">
        <a:defRPr sz="1800" kern="1200">
          <a:solidFill>
            <a:schemeClr val="tx1"/>
          </a:solidFill>
          <a:latin typeface="+mn-lt"/>
          <a:ea typeface="+mn-ea"/>
          <a:cs typeface="+mn-cs"/>
        </a:defRPr>
      </a:lvl8pPr>
      <a:lvl9pPr marL="3656358" algn="l" defTabSz="914088"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rgbClr val="FCFCFC"/>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19248" y="228601"/>
            <a:ext cx="11151917" cy="747897"/>
          </a:xfrm>
          <a:prstGeom prst="rect">
            <a:avLst/>
          </a:prstGeom>
        </p:spPr>
        <p:txBody>
          <a:bodyPr vert="horz" wrap="square" lIns="0" tIns="0" rIns="0" bIns="0" rtlCol="0" anchor="t">
            <a:spAutoFit/>
          </a:bodyPr>
          <a:lstStyle/>
          <a:p>
            <a:r>
              <a:rPr lang="en-US" smtClean="0"/>
              <a:t>Click to edit Master title style</a:t>
            </a:r>
            <a:endParaRPr lang="en-US" dirty="0"/>
          </a:p>
        </p:txBody>
      </p:sp>
      <p:sp>
        <p:nvSpPr>
          <p:cNvPr id="3" name="Text Placeholder 2"/>
          <p:cNvSpPr>
            <a:spLocks noGrp="1"/>
          </p:cNvSpPr>
          <p:nvPr>
            <p:ph type="body" idx="1"/>
          </p:nvPr>
        </p:nvSpPr>
        <p:spPr>
          <a:xfrm>
            <a:off x="519248" y="1447800"/>
            <a:ext cx="11151916" cy="2000548"/>
          </a:xfrm>
          <a:prstGeom prst="rect">
            <a:avLst/>
          </a:prstGeom>
        </p:spPr>
        <p:txBody>
          <a:bodyPr vert="horz" wrap="square" lIns="0" tIns="0" rIns="0" bIns="0" rtlCol="0">
            <a:sp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3072359431"/>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 id="2147483685" r:id="rId13"/>
    <p:sldLayoutId id="2147483686" r:id="rId14"/>
    <p:sldLayoutId id="2147483687" r:id="rId15"/>
    <p:sldLayoutId id="2147483688" r:id="rId16"/>
    <p:sldLayoutId id="2147483689" r:id="rId17"/>
    <p:sldLayoutId id="2147483690" r:id="rId18"/>
    <p:sldLayoutId id="2147483691" r:id="rId19"/>
    <p:sldLayoutId id="2147483692" r:id="rId20"/>
  </p:sldLayoutIdLst>
  <p:transition>
    <p:fade/>
  </p:transition>
  <p:timing>
    <p:tnLst>
      <p:par>
        <p:cTn id="1" dur="indefinite" restart="never" nodeType="tmRoot"/>
      </p:par>
    </p:tnLst>
  </p:timing>
  <p:txStyles>
    <p:titleStyle>
      <a:lvl1pPr algn="l" defTabSz="914363" rtl="0" eaLnBrk="1" latinLnBrk="0" hangingPunct="1">
        <a:lnSpc>
          <a:spcPct val="90000"/>
        </a:lnSpc>
        <a:spcBef>
          <a:spcPct val="0"/>
        </a:spcBef>
        <a:buNone/>
        <a:defRPr lang="en-US" sz="5400" b="0" kern="1200" cap="none" spc="-100" baseline="0" dirty="0" smtClean="0">
          <a:ln w="3175">
            <a:noFill/>
          </a:ln>
          <a:gradFill flip="none" rotWithShape="1">
            <a:gsLst>
              <a:gs pos="0">
                <a:srgbClr val="595959"/>
              </a:gs>
              <a:gs pos="86000">
                <a:srgbClr val="595959"/>
              </a:gs>
            </a:gsLst>
            <a:lin ang="5400000" scaled="0"/>
            <a:tileRect/>
          </a:gradFill>
          <a:effectLst/>
          <a:latin typeface="Segoe UI Light" pitchFamily="34" charset="0"/>
          <a:ea typeface="+mn-ea"/>
          <a:cs typeface="Arial" charset="0"/>
        </a:defRPr>
      </a:lvl1pPr>
    </p:titleStyle>
    <p:bodyStyle>
      <a:lvl1pPr marL="460375" indent="-460375" algn="l" defTabSz="914363" rtl="0" eaLnBrk="1" latinLnBrk="0" hangingPunct="1">
        <a:lnSpc>
          <a:spcPct val="90000"/>
        </a:lnSpc>
        <a:spcBef>
          <a:spcPct val="20000"/>
        </a:spcBef>
        <a:buSzPct val="80000"/>
        <a:buFont typeface="Arial" pitchFamily="34" charset="0"/>
        <a:buChar char="•"/>
        <a:defRPr sz="3200" kern="1200">
          <a:gradFill>
            <a:gsLst>
              <a:gs pos="0">
                <a:srgbClr val="595959"/>
              </a:gs>
              <a:gs pos="86000">
                <a:srgbClr val="595959"/>
              </a:gs>
            </a:gsLst>
            <a:lin ang="5400000" scaled="0"/>
          </a:gradFill>
          <a:latin typeface="+mn-lt"/>
          <a:ea typeface="+mn-ea"/>
          <a:cs typeface="+mn-cs"/>
        </a:defRPr>
      </a:lvl1pPr>
      <a:lvl2pPr marL="855663" indent="-395288" algn="l" defTabSz="914363" rtl="0" eaLnBrk="1" latinLnBrk="0" hangingPunct="1">
        <a:lnSpc>
          <a:spcPct val="90000"/>
        </a:lnSpc>
        <a:spcBef>
          <a:spcPct val="20000"/>
        </a:spcBef>
        <a:buSzPct val="80000"/>
        <a:buFont typeface="Arial" pitchFamily="34" charset="0"/>
        <a:buChar char="•"/>
        <a:defRPr sz="2800" kern="1200">
          <a:gradFill>
            <a:gsLst>
              <a:gs pos="0">
                <a:srgbClr val="595959"/>
              </a:gs>
              <a:gs pos="86000">
                <a:srgbClr val="595959"/>
              </a:gs>
            </a:gsLst>
            <a:lin ang="5400000" scaled="0"/>
          </a:gradFill>
          <a:latin typeface="+mn-lt"/>
          <a:ea typeface="+mn-ea"/>
          <a:cs typeface="+mn-cs"/>
        </a:defRPr>
      </a:lvl2pPr>
      <a:lvl3pPr marL="1258888" indent="-403225" algn="l" defTabSz="914363" rtl="0" eaLnBrk="1" latinLnBrk="0" hangingPunct="1">
        <a:lnSpc>
          <a:spcPct val="90000"/>
        </a:lnSpc>
        <a:spcBef>
          <a:spcPct val="20000"/>
        </a:spcBef>
        <a:buSzPct val="80000"/>
        <a:buFont typeface="Arial" pitchFamily="34" charset="0"/>
        <a:buChar char="•"/>
        <a:defRPr sz="2400" kern="1200">
          <a:gradFill>
            <a:gsLst>
              <a:gs pos="0">
                <a:srgbClr val="595959"/>
              </a:gs>
              <a:gs pos="86000">
                <a:srgbClr val="595959"/>
              </a:gs>
            </a:gsLst>
            <a:lin ang="5400000" scaled="0"/>
          </a:gradFill>
          <a:latin typeface="+mn-lt"/>
          <a:ea typeface="+mn-ea"/>
          <a:cs typeface="+mn-cs"/>
        </a:defRPr>
      </a:lvl3pPr>
      <a:lvl4pPr marL="1604963" indent="-346075" algn="l" defTabSz="914363" rtl="0" eaLnBrk="1" latinLnBrk="0" hangingPunct="1">
        <a:lnSpc>
          <a:spcPct val="90000"/>
        </a:lnSpc>
        <a:spcBef>
          <a:spcPct val="20000"/>
        </a:spcBef>
        <a:buSzPct val="80000"/>
        <a:buFont typeface="Arial" pitchFamily="34" charset="0"/>
        <a:buChar char="•"/>
        <a:defRPr sz="2000" kern="1200">
          <a:gradFill>
            <a:gsLst>
              <a:gs pos="0">
                <a:srgbClr val="595959"/>
              </a:gs>
              <a:gs pos="86000">
                <a:srgbClr val="595959"/>
              </a:gs>
            </a:gsLst>
            <a:lin ang="5400000" scaled="0"/>
          </a:gradFill>
          <a:latin typeface="+mn-lt"/>
          <a:ea typeface="+mn-ea"/>
          <a:cs typeface="+mn-cs"/>
        </a:defRPr>
      </a:lvl4pPr>
      <a:lvl5pPr marL="1941513" indent="-336550" algn="l" defTabSz="914363" rtl="0" eaLnBrk="1" latinLnBrk="0" hangingPunct="1">
        <a:lnSpc>
          <a:spcPct val="90000"/>
        </a:lnSpc>
        <a:spcBef>
          <a:spcPct val="20000"/>
        </a:spcBef>
        <a:buSzPct val="80000"/>
        <a:buFont typeface="Arial" pitchFamily="34" charset="0"/>
        <a:buChar char="•"/>
        <a:defRPr sz="2000" kern="1200">
          <a:gradFill>
            <a:gsLst>
              <a:gs pos="0">
                <a:srgbClr val="595959"/>
              </a:gs>
              <a:gs pos="86000">
                <a:srgbClr val="595959"/>
              </a:gs>
            </a:gsLst>
            <a:lin ang="5400000" scaled="0"/>
          </a:gradFill>
          <a:latin typeface="+mn-lt"/>
          <a:ea typeface="+mn-ea"/>
          <a:cs typeface="+mn-cs"/>
        </a:defRPr>
      </a:lvl5pPr>
      <a:lvl6pPr marL="2514499"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681"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863"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045"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363" rtl="0" eaLnBrk="1" latinLnBrk="0" hangingPunct="1">
        <a:defRPr sz="1800" kern="1200">
          <a:solidFill>
            <a:schemeClr val="tx1"/>
          </a:solidFill>
          <a:latin typeface="+mn-lt"/>
          <a:ea typeface="+mn-ea"/>
          <a:cs typeface="+mn-cs"/>
        </a:defRPr>
      </a:lvl1pPr>
      <a:lvl2pPr marL="457182" algn="l" defTabSz="914363" rtl="0" eaLnBrk="1" latinLnBrk="0" hangingPunct="1">
        <a:defRPr sz="1800" kern="1200">
          <a:solidFill>
            <a:schemeClr val="tx1"/>
          </a:solidFill>
          <a:latin typeface="+mn-lt"/>
          <a:ea typeface="+mn-ea"/>
          <a:cs typeface="+mn-cs"/>
        </a:defRPr>
      </a:lvl2pPr>
      <a:lvl3pPr marL="914363" algn="l" defTabSz="914363" rtl="0" eaLnBrk="1" latinLnBrk="0" hangingPunct="1">
        <a:defRPr sz="1800" kern="1200">
          <a:solidFill>
            <a:schemeClr val="tx1"/>
          </a:solidFill>
          <a:latin typeface="+mn-lt"/>
          <a:ea typeface="+mn-ea"/>
          <a:cs typeface="+mn-cs"/>
        </a:defRPr>
      </a:lvl3pPr>
      <a:lvl4pPr marL="1371545" algn="l" defTabSz="914363" rtl="0" eaLnBrk="1" latinLnBrk="0" hangingPunct="1">
        <a:defRPr sz="1800" kern="1200">
          <a:solidFill>
            <a:schemeClr val="tx1"/>
          </a:solidFill>
          <a:latin typeface="+mn-lt"/>
          <a:ea typeface="+mn-ea"/>
          <a:cs typeface="+mn-cs"/>
        </a:defRPr>
      </a:lvl4pPr>
      <a:lvl5pPr marL="1828727" algn="l" defTabSz="914363" rtl="0" eaLnBrk="1" latinLnBrk="0" hangingPunct="1">
        <a:defRPr sz="1800" kern="1200">
          <a:solidFill>
            <a:schemeClr val="tx1"/>
          </a:solidFill>
          <a:latin typeface="+mn-lt"/>
          <a:ea typeface="+mn-ea"/>
          <a:cs typeface="+mn-cs"/>
        </a:defRPr>
      </a:lvl5pPr>
      <a:lvl6pPr marL="2285909" algn="l" defTabSz="914363" rtl="0" eaLnBrk="1" latinLnBrk="0" hangingPunct="1">
        <a:defRPr sz="1800" kern="1200">
          <a:solidFill>
            <a:schemeClr val="tx1"/>
          </a:solidFill>
          <a:latin typeface="+mn-lt"/>
          <a:ea typeface="+mn-ea"/>
          <a:cs typeface="+mn-cs"/>
        </a:defRPr>
      </a:lvl6pPr>
      <a:lvl7pPr marL="2743090" algn="l" defTabSz="914363" rtl="0" eaLnBrk="1" latinLnBrk="0" hangingPunct="1">
        <a:defRPr sz="1800" kern="1200">
          <a:solidFill>
            <a:schemeClr val="tx1"/>
          </a:solidFill>
          <a:latin typeface="+mn-lt"/>
          <a:ea typeface="+mn-ea"/>
          <a:cs typeface="+mn-cs"/>
        </a:defRPr>
      </a:lvl7pPr>
      <a:lvl8pPr marL="3200272" algn="l" defTabSz="914363" rtl="0" eaLnBrk="1" latinLnBrk="0" hangingPunct="1">
        <a:defRPr sz="1800" kern="1200">
          <a:solidFill>
            <a:schemeClr val="tx1"/>
          </a:solidFill>
          <a:latin typeface="+mn-lt"/>
          <a:ea typeface="+mn-ea"/>
          <a:cs typeface="+mn-cs"/>
        </a:defRPr>
      </a:lvl8pPr>
      <a:lvl9pPr marL="3657454" algn="l" defTabSz="914363"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rgbClr val="FCFCFC"/>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19248" y="228601"/>
            <a:ext cx="11151917" cy="747897"/>
          </a:xfrm>
          <a:prstGeom prst="rect">
            <a:avLst/>
          </a:prstGeom>
        </p:spPr>
        <p:txBody>
          <a:bodyPr vert="horz" wrap="square" lIns="0" tIns="0" rIns="0" bIns="0" rtlCol="0" anchor="t">
            <a:spAutoFit/>
          </a:bodyPr>
          <a:lstStyle/>
          <a:p>
            <a:r>
              <a:rPr lang="en-US" smtClean="0"/>
              <a:t>Click to edit Master title style</a:t>
            </a:r>
            <a:endParaRPr lang="en-US" dirty="0"/>
          </a:p>
        </p:txBody>
      </p:sp>
      <p:sp>
        <p:nvSpPr>
          <p:cNvPr id="3" name="Text Placeholder 2"/>
          <p:cNvSpPr>
            <a:spLocks noGrp="1"/>
          </p:cNvSpPr>
          <p:nvPr>
            <p:ph type="body" idx="1"/>
          </p:nvPr>
        </p:nvSpPr>
        <p:spPr>
          <a:xfrm>
            <a:off x="519248" y="1447800"/>
            <a:ext cx="11151916" cy="2000548"/>
          </a:xfrm>
          <a:prstGeom prst="rect">
            <a:avLst/>
          </a:prstGeom>
        </p:spPr>
        <p:txBody>
          <a:bodyPr vert="horz" wrap="square" lIns="0" tIns="0" rIns="0" bIns="0" rtlCol="0">
            <a:sp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657439995"/>
      </p:ext>
    </p:extLst>
  </p:cSld>
  <p:clrMap bg1="lt1" tx1="dk1" bg2="lt2" tx2="dk2" accent1="accent1" accent2="accent2" accent3="accent3" accent4="accent4" accent5="accent5" accent6="accent6" hlink="hlink" folHlink="folHlink"/>
  <p:sldLayoutIdLst>
    <p:sldLayoutId id="2147483694" r:id="rId1"/>
    <p:sldLayoutId id="2147483695" r:id="rId2"/>
    <p:sldLayoutId id="2147483696" r:id="rId3"/>
    <p:sldLayoutId id="2147483697" r:id="rId4"/>
    <p:sldLayoutId id="2147483698" r:id="rId5"/>
    <p:sldLayoutId id="2147483699" r:id="rId6"/>
    <p:sldLayoutId id="2147483700" r:id="rId7"/>
    <p:sldLayoutId id="2147483701" r:id="rId8"/>
    <p:sldLayoutId id="2147483702" r:id="rId9"/>
    <p:sldLayoutId id="2147483703" r:id="rId10"/>
    <p:sldLayoutId id="2147483704" r:id="rId11"/>
    <p:sldLayoutId id="2147483705" r:id="rId12"/>
    <p:sldLayoutId id="2147483706" r:id="rId13"/>
    <p:sldLayoutId id="2147483707" r:id="rId14"/>
    <p:sldLayoutId id="2147483708" r:id="rId15"/>
    <p:sldLayoutId id="2147483709" r:id="rId16"/>
    <p:sldLayoutId id="2147483710" r:id="rId17"/>
    <p:sldLayoutId id="2147483711" r:id="rId18"/>
  </p:sldLayoutIdLst>
  <p:transition>
    <p:fade/>
  </p:transition>
  <p:timing>
    <p:tnLst>
      <p:par>
        <p:cTn id="1" dur="indefinite" restart="never" nodeType="tmRoot"/>
      </p:par>
    </p:tnLst>
  </p:timing>
  <p:txStyles>
    <p:titleStyle>
      <a:lvl1pPr algn="l" defTabSz="914363" rtl="0" eaLnBrk="1" latinLnBrk="0" hangingPunct="1">
        <a:lnSpc>
          <a:spcPct val="90000"/>
        </a:lnSpc>
        <a:spcBef>
          <a:spcPct val="0"/>
        </a:spcBef>
        <a:buNone/>
        <a:defRPr lang="en-US" sz="5400" b="0" kern="1200" cap="none" spc="-100" baseline="0" dirty="0" smtClean="0">
          <a:ln w="3175">
            <a:noFill/>
          </a:ln>
          <a:gradFill flip="none" rotWithShape="1">
            <a:gsLst>
              <a:gs pos="0">
                <a:srgbClr val="595959"/>
              </a:gs>
              <a:gs pos="86000">
                <a:srgbClr val="595959"/>
              </a:gs>
            </a:gsLst>
            <a:lin ang="5400000" scaled="0"/>
            <a:tileRect/>
          </a:gradFill>
          <a:effectLst/>
          <a:latin typeface="Segoe UI Light" pitchFamily="34" charset="0"/>
          <a:ea typeface="+mn-ea"/>
          <a:cs typeface="Arial" charset="0"/>
        </a:defRPr>
      </a:lvl1pPr>
    </p:titleStyle>
    <p:bodyStyle>
      <a:lvl1pPr marL="460375" indent="-460375" algn="l" defTabSz="914363" rtl="0" eaLnBrk="1" latinLnBrk="0" hangingPunct="1">
        <a:lnSpc>
          <a:spcPct val="90000"/>
        </a:lnSpc>
        <a:spcBef>
          <a:spcPct val="20000"/>
        </a:spcBef>
        <a:buSzPct val="80000"/>
        <a:buFont typeface="Arial" pitchFamily="34" charset="0"/>
        <a:buChar char="•"/>
        <a:defRPr sz="3200" kern="1200">
          <a:gradFill>
            <a:gsLst>
              <a:gs pos="0">
                <a:srgbClr val="595959"/>
              </a:gs>
              <a:gs pos="86000">
                <a:srgbClr val="595959"/>
              </a:gs>
            </a:gsLst>
            <a:lin ang="5400000" scaled="0"/>
          </a:gradFill>
          <a:latin typeface="+mn-lt"/>
          <a:ea typeface="+mn-ea"/>
          <a:cs typeface="+mn-cs"/>
        </a:defRPr>
      </a:lvl1pPr>
      <a:lvl2pPr marL="855663" indent="-395288" algn="l" defTabSz="914363" rtl="0" eaLnBrk="1" latinLnBrk="0" hangingPunct="1">
        <a:lnSpc>
          <a:spcPct val="90000"/>
        </a:lnSpc>
        <a:spcBef>
          <a:spcPct val="20000"/>
        </a:spcBef>
        <a:buSzPct val="80000"/>
        <a:buFont typeface="Arial" pitchFamily="34" charset="0"/>
        <a:buChar char="•"/>
        <a:defRPr sz="2800" kern="1200">
          <a:gradFill>
            <a:gsLst>
              <a:gs pos="0">
                <a:srgbClr val="595959"/>
              </a:gs>
              <a:gs pos="86000">
                <a:srgbClr val="595959"/>
              </a:gs>
            </a:gsLst>
            <a:lin ang="5400000" scaled="0"/>
          </a:gradFill>
          <a:latin typeface="+mn-lt"/>
          <a:ea typeface="+mn-ea"/>
          <a:cs typeface="+mn-cs"/>
        </a:defRPr>
      </a:lvl2pPr>
      <a:lvl3pPr marL="1258888" indent="-403225" algn="l" defTabSz="914363" rtl="0" eaLnBrk="1" latinLnBrk="0" hangingPunct="1">
        <a:lnSpc>
          <a:spcPct val="90000"/>
        </a:lnSpc>
        <a:spcBef>
          <a:spcPct val="20000"/>
        </a:spcBef>
        <a:buSzPct val="80000"/>
        <a:buFont typeface="Arial" pitchFamily="34" charset="0"/>
        <a:buChar char="•"/>
        <a:defRPr sz="2400" kern="1200">
          <a:gradFill>
            <a:gsLst>
              <a:gs pos="0">
                <a:srgbClr val="595959"/>
              </a:gs>
              <a:gs pos="86000">
                <a:srgbClr val="595959"/>
              </a:gs>
            </a:gsLst>
            <a:lin ang="5400000" scaled="0"/>
          </a:gradFill>
          <a:latin typeface="+mn-lt"/>
          <a:ea typeface="+mn-ea"/>
          <a:cs typeface="+mn-cs"/>
        </a:defRPr>
      </a:lvl3pPr>
      <a:lvl4pPr marL="1604963" indent="-346075" algn="l" defTabSz="914363" rtl="0" eaLnBrk="1" latinLnBrk="0" hangingPunct="1">
        <a:lnSpc>
          <a:spcPct val="90000"/>
        </a:lnSpc>
        <a:spcBef>
          <a:spcPct val="20000"/>
        </a:spcBef>
        <a:buSzPct val="80000"/>
        <a:buFont typeface="Arial" pitchFamily="34" charset="0"/>
        <a:buChar char="•"/>
        <a:defRPr sz="2000" kern="1200">
          <a:gradFill>
            <a:gsLst>
              <a:gs pos="0">
                <a:srgbClr val="595959"/>
              </a:gs>
              <a:gs pos="86000">
                <a:srgbClr val="595959"/>
              </a:gs>
            </a:gsLst>
            <a:lin ang="5400000" scaled="0"/>
          </a:gradFill>
          <a:latin typeface="+mn-lt"/>
          <a:ea typeface="+mn-ea"/>
          <a:cs typeface="+mn-cs"/>
        </a:defRPr>
      </a:lvl4pPr>
      <a:lvl5pPr marL="1941513" indent="-336550" algn="l" defTabSz="914363" rtl="0" eaLnBrk="1" latinLnBrk="0" hangingPunct="1">
        <a:lnSpc>
          <a:spcPct val="90000"/>
        </a:lnSpc>
        <a:spcBef>
          <a:spcPct val="20000"/>
        </a:spcBef>
        <a:buSzPct val="80000"/>
        <a:buFont typeface="Arial" pitchFamily="34" charset="0"/>
        <a:buChar char="•"/>
        <a:defRPr sz="2000" kern="1200">
          <a:gradFill>
            <a:gsLst>
              <a:gs pos="0">
                <a:srgbClr val="595959"/>
              </a:gs>
              <a:gs pos="86000">
                <a:srgbClr val="595959"/>
              </a:gs>
            </a:gsLst>
            <a:lin ang="5400000" scaled="0"/>
          </a:gradFill>
          <a:latin typeface="+mn-lt"/>
          <a:ea typeface="+mn-ea"/>
          <a:cs typeface="+mn-cs"/>
        </a:defRPr>
      </a:lvl5pPr>
      <a:lvl6pPr marL="2514499"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681"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863"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045"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363" rtl="0" eaLnBrk="1" latinLnBrk="0" hangingPunct="1">
        <a:defRPr sz="1800" kern="1200">
          <a:solidFill>
            <a:schemeClr val="tx1"/>
          </a:solidFill>
          <a:latin typeface="+mn-lt"/>
          <a:ea typeface="+mn-ea"/>
          <a:cs typeface="+mn-cs"/>
        </a:defRPr>
      </a:lvl1pPr>
      <a:lvl2pPr marL="457182" algn="l" defTabSz="914363" rtl="0" eaLnBrk="1" latinLnBrk="0" hangingPunct="1">
        <a:defRPr sz="1800" kern="1200">
          <a:solidFill>
            <a:schemeClr val="tx1"/>
          </a:solidFill>
          <a:latin typeface="+mn-lt"/>
          <a:ea typeface="+mn-ea"/>
          <a:cs typeface="+mn-cs"/>
        </a:defRPr>
      </a:lvl2pPr>
      <a:lvl3pPr marL="914363" algn="l" defTabSz="914363" rtl="0" eaLnBrk="1" latinLnBrk="0" hangingPunct="1">
        <a:defRPr sz="1800" kern="1200">
          <a:solidFill>
            <a:schemeClr val="tx1"/>
          </a:solidFill>
          <a:latin typeface="+mn-lt"/>
          <a:ea typeface="+mn-ea"/>
          <a:cs typeface="+mn-cs"/>
        </a:defRPr>
      </a:lvl3pPr>
      <a:lvl4pPr marL="1371545" algn="l" defTabSz="914363" rtl="0" eaLnBrk="1" latinLnBrk="0" hangingPunct="1">
        <a:defRPr sz="1800" kern="1200">
          <a:solidFill>
            <a:schemeClr val="tx1"/>
          </a:solidFill>
          <a:latin typeface="+mn-lt"/>
          <a:ea typeface="+mn-ea"/>
          <a:cs typeface="+mn-cs"/>
        </a:defRPr>
      </a:lvl4pPr>
      <a:lvl5pPr marL="1828727" algn="l" defTabSz="914363" rtl="0" eaLnBrk="1" latinLnBrk="0" hangingPunct="1">
        <a:defRPr sz="1800" kern="1200">
          <a:solidFill>
            <a:schemeClr val="tx1"/>
          </a:solidFill>
          <a:latin typeface="+mn-lt"/>
          <a:ea typeface="+mn-ea"/>
          <a:cs typeface="+mn-cs"/>
        </a:defRPr>
      </a:lvl5pPr>
      <a:lvl6pPr marL="2285909" algn="l" defTabSz="914363" rtl="0" eaLnBrk="1" latinLnBrk="0" hangingPunct="1">
        <a:defRPr sz="1800" kern="1200">
          <a:solidFill>
            <a:schemeClr val="tx1"/>
          </a:solidFill>
          <a:latin typeface="+mn-lt"/>
          <a:ea typeface="+mn-ea"/>
          <a:cs typeface="+mn-cs"/>
        </a:defRPr>
      </a:lvl6pPr>
      <a:lvl7pPr marL="2743090" algn="l" defTabSz="914363" rtl="0" eaLnBrk="1" latinLnBrk="0" hangingPunct="1">
        <a:defRPr sz="1800" kern="1200">
          <a:solidFill>
            <a:schemeClr val="tx1"/>
          </a:solidFill>
          <a:latin typeface="+mn-lt"/>
          <a:ea typeface="+mn-ea"/>
          <a:cs typeface="+mn-cs"/>
        </a:defRPr>
      </a:lvl7pPr>
      <a:lvl8pPr marL="3200272" algn="l" defTabSz="914363" rtl="0" eaLnBrk="1" latinLnBrk="0" hangingPunct="1">
        <a:defRPr sz="1800" kern="1200">
          <a:solidFill>
            <a:schemeClr val="tx1"/>
          </a:solidFill>
          <a:latin typeface="+mn-lt"/>
          <a:ea typeface="+mn-ea"/>
          <a:cs typeface="+mn-cs"/>
        </a:defRPr>
      </a:lvl8pPr>
      <a:lvl9pPr marL="3657454" algn="l" defTabSz="914363"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9.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9.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9.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9.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p:cNvSpPr>
            <a:spLocks noGrp="1"/>
          </p:cNvSpPr>
          <p:nvPr>
            <p:ph type="body" sz="quarter" idx="10"/>
          </p:nvPr>
        </p:nvSpPr>
        <p:spPr/>
        <p:txBody>
          <a:bodyPr>
            <a:normAutofit/>
          </a:bodyPr>
          <a:lstStyle/>
          <a:p>
            <a:pPr marL="914400" indent="-914400"/>
            <a:r>
              <a:rPr lang="en-US" dirty="0" smtClean="0"/>
              <a:t>05 |  Developing for SQL Database</a:t>
            </a:r>
            <a:endParaRPr lang="en-US" dirty="0"/>
          </a:p>
        </p:txBody>
      </p:sp>
      <p:sp>
        <p:nvSpPr>
          <p:cNvPr id="4" name="Subtitle 3"/>
          <p:cNvSpPr>
            <a:spLocks noGrp="1"/>
          </p:cNvSpPr>
          <p:nvPr>
            <p:ph type="subTitle" idx="1"/>
          </p:nvPr>
        </p:nvSpPr>
        <p:spPr/>
        <p:txBody>
          <a:bodyPr/>
          <a:lstStyle/>
          <a:p>
            <a:r>
              <a:rPr lang="en-US" dirty="0"/>
              <a:t>Chris Auld | CTO – Intergen Limited, Azure MVP</a:t>
            </a:r>
          </a:p>
          <a:p>
            <a:r>
              <a:rPr lang="en-US" dirty="0"/>
              <a:t>Greg Leake | Director, </a:t>
            </a:r>
            <a:r>
              <a:rPr lang="en-US" dirty="0" smtClean="0"/>
              <a:t>SQL Server </a:t>
            </a:r>
            <a:r>
              <a:rPr lang="en-US" dirty="0"/>
              <a:t>Product Management</a:t>
            </a:r>
          </a:p>
        </p:txBody>
      </p:sp>
    </p:spTree>
    <p:extLst>
      <p:ext uri="{BB962C8B-B14F-4D97-AF65-F5344CB8AC3E}">
        <p14:creationId xmlns:p14="http://schemas.microsoft.com/office/powerpoint/2010/main" val="897692544"/>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6"/>
          <p:cNvSpPr>
            <a:spLocks noGrp="1"/>
          </p:cNvSpPr>
          <p:nvPr>
            <p:ph sz="quarter" idx="10"/>
          </p:nvPr>
        </p:nvSpPr>
        <p:spPr/>
        <p:txBody>
          <a:bodyPr>
            <a:normAutofit/>
          </a:bodyPr>
          <a:lstStyle/>
          <a:p>
            <a:r>
              <a:rPr lang="en-GB" dirty="0" smtClean="0"/>
              <a:t>Demo Heavy </a:t>
            </a:r>
            <a:r>
              <a:rPr lang="en-GB" dirty="0" smtClean="0"/>
              <a:t>Session</a:t>
            </a:r>
          </a:p>
          <a:p>
            <a:endParaRPr lang="en-GB" dirty="0"/>
          </a:p>
          <a:p>
            <a:r>
              <a:rPr lang="en-GB" dirty="0" smtClean="0"/>
              <a:t>A simple UI across SQL Database</a:t>
            </a:r>
          </a:p>
          <a:p>
            <a:r>
              <a:rPr lang="en-GB" dirty="0" smtClean="0"/>
              <a:t>Connecting via PHP</a:t>
            </a:r>
          </a:p>
          <a:p>
            <a:r>
              <a:rPr lang="en-GB" dirty="0" smtClean="0"/>
              <a:t>Connecting via .NET with Retry Logic</a:t>
            </a:r>
          </a:p>
          <a:p>
            <a:r>
              <a:rPr lang="en-GB" smtClean="0"/>
              <a:t>Logging</a:t>
            </a:r>
            <a:endParaRPr lang="en-GB" dirty="0" smtClean="0"/>
          </a:p>
          <a:p>
            <a:pPr marL="0" indent="0">
              <a:buNone/>
            </a:pPr>
            <a:endParaRPr lang="en-GB" dirty="0" smtClean="0"/>
          </a:p>
        </p:txBody>
      </p:sp>
      <p:sp>
        <p:nvSpPr>
          <p:cNvPr id="2" name="Title 1"/>
          <p:cNvSpPr>
            <a:spLocks noGrp="1"/>
          </p:cNvSpPr>
          <p:nvPr>
            <p:ph type="title"/>
          </p:nvPr>
        </p:nvSpPr>
        <p:spPr/>
        <p:txBody>
          <a:bodyPr/>
          <a:lstStyle/>
          <a:p>
            <a:r>
              <a:rPr lang="en-US" smtClean="0"/>
              <a:t>Module Overview</a:t>
            </a:r>
            <a:endParaRPr lang="en-US" dirty="0"/>
          </a:p>
        </p:txBody>
      </p:sp>
    </p:spTree>
    <p:extLst>
      <p:ext uri="{BB962C8B-B14F-4D97-AF65-F5344CB8AC3E}">
        <p14:creationId xmlns:p14="http://schemas.microsoft.com/office/powerpoint/2010/main" val="318349970"/>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smtClean="0"/>
              <a:t>Azure Mobile Services against SQL Database [Greg]</a:t>
            </a:r>
            <a:endParaRPr lang="en-US" dirty="0"/>
          </a:p>
        </p:txBody>
      </p:sp>
    </p:spTree>
    <p:extLst>
      <p:ext uri="{BB962C8B-B14F-4D97-AF65-F5344CB8AC3E}">
        <p14:creationId xmlns:p14="http://schemas.microsoft.com/office/powerpoint/2010/main" val="1361157293"/>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US" dirty="0" smtClean="0"/>
              <a:t>Connecting </a:t>
            </a:r>
            <a:r>
              <a:rPr lang="en-US" dirty="0" smtClean="0"/>
              <a:t>via PHP</a:t>
            </a:r>
            <a:r>
              <a:rPr lang="en-US" dirty="0" smtClean="0"/>
              <a:t/>
            </a:r>
            <a:br>
              <a:rPr lang="en-US" dirty="0" smtClean="0"/>
            </a:br>
            <a:r>
              <a:rPr lang="en-US" dirty="0" smtClean="0"/>
              <a:t>[Chris]</a:t>
            </a:r>
            <a:endParaRPr lang="en-US" dirty="0"/>
          </a:p>
        </p:txBody>
      </p:sp>
    </p:spTree>
    <p:extLst>
      <p:ext uri="{BB962C8B-B14F-4D97-AF65-F5344CB8AC3E}">
        <p14:creationId xmlns:p14="http://schemas.microsoft.com/office/powerpoint/2010/main" val="606919792"/>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smtClean="0"/>
              <a:t>Retry Logic [Chris]</a:t>
            </a:r>
            <a:endParaRPr lang="en-US" dirty="0"/>
          </a:p>
        </p:txBody>
      </p:sp>
    </p:spTree>
    <p:extLst>
      <p:ext uri="{BB962C8B-B14F-4D97-AF65-F5344CB8AC3E}">
        <p14:creationId xmlns:p14="http://schemas.microsoft.com/office/powerpoint/2010/main" val="3892533505"/>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smtClean="0"/>
              <a:t>Logging &amp; Throttle Information </a:t>
            </a:r>
            <a:r>
              <a:rPr lang="en-US" smtClean="0"/>
              <a:t>[Chris]</a:t>
            </a:r>
            <a:endParaRPr lang="en-US" dirty="0"/>
          </a:p>
        </p:txBody>
      </p:sp>
    </p:spTree>
    <p:extLst>
      <p:ext uri="{BB962C8B-B14F-4D97-AF65-F5344CB8AC3E}">
        <p14:creationId xmlns:p14="http://schemas.microsoft.com/office/powerpoint/2010/main" val="3479809331"/>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898363405"/>
      </p:ext>
    </p:extLst>
  </p:cSld>
  <p:clrMapOvr>
    <a:masterClrMapping/>
  </p:clrMapOvr>
  <p:timing>
    <p:tnLst>
      <p:par>
        <p:cTn id="1" dur="indefinite" restart="never" nodeType="tmRoot"/>
      </p:par>
    </p:tnLst>
  </p:timing>
</p:sld>
</file>

<file path=ppt/theme/_rels/theme2.xml.rels><?xml version="1.0" encoding="UTF-8" standalone="yes"?>
<Relationships xmlns="http://schemas.openxmlformats.org/package/2006/relationships"><Relationship Id="rId1" Type="http://schemas.openxmlformats.org/officeDocument/2006/relationships/image" Target="../media/image4.png"/></Relationships>
</file>

<file path=ppt/theme/_rels/theme3.xml.rels><?xml version="1.0" encoding="UTF-8" standalone="yes"?>
<Relationships xmlns="http://schemas.openxmlformats.org/package/2006/relationships"><Relationship Id="rId1" Type="http://schemas.openxmlformats.org/officeDocument/2006/relationships/image" Target="../media/image4.png"/></Relationships>
</file>

<file path=ppt/theme/theme1.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MS1444_Windows Azure Template 16x9_r08b">
  <a:themeElements>
    <a:clrScheme name="Custom 14">
      <a:dk1>
        <a:srgbClr val="292929"/>
      </a:dk1>
      <a:lt1>
        <a:srgbClr val="FFFFFF"/>
      </a:lt1>
      <a:dk2>
        <a:srgbClr val="5F5F5F"/>
      </a:dk2>
      <a:lt2>
        <a:srgbClr val="DDDDDD"/>
      </a:lt2>
      <a:accent1>
        <a:srgbClr val="FF8A00"/>
      </a:accent1>
      <a:accent2>
        <a:srgbClr val="00AEEF"/>
      </a:accent2>
      <a:accent3>
        <a:srgbClr val="910091"/>
      </a:accent3>
      <a:accent4>
        <a:srgbClr val="8CC600"/>
      </a:accent4>
      <a:accent5>
        <a:srgbClr val="FF0000"/>
      </a:accent5>
      <a:accent6>
        <a:srgbClr val="0071BC"/>
      </a:accent6>
      <a:hlink>
        <a:srgbClr val="0071BC"/>
      </a:hlink>
      <a:folHlink>
        <a:srgbClr val="00AEEF"/>
      </a:folHlink>
    </a:clrScheme>
    <a:fontScheme name="Segoe UI">
      <a:majorFont>
        <a:latin typeface="Segoe UI"/>
        <a:ea typeface=""/>
        <a:cs typeface=""/>
      </a:majorFont>
      <a:minorFont>
        <a:latin typeface="Segoe UI"/>
        <a:ea typeface=""/>
        <a:cs typeface=""/>
      </a:minorFont>
    </a:fontScheme>
    <a:fmtScheme name="Angle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20400000"/>
            </a:lightRig>
          </a:scene3d>
          <a:sp3d contourW="6350">
            <a:bevelT w="41275" h="19050" prst="angle"/>
            <a:contourClr>
              <a:schemeClr val="phClr">
                <a:shade val="25000"/>
                <a:satMod val="150000"/>
              </a:scheme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2"/>
        </a:solidFill>
        <a:ln>
          <a:noFill/>
          <a:headEnd type="none" w="med" len="med"/>
          <a:tailEnd type="none" w="med" len="med"/>
        </a:ln>
        <a:effectLst/>
      </a:spPr>
      <a:bodyPr vert="horz" wrap="square" lIns="91436" tIns="45718" rIns="91436" bIns="45718" numCol="1" rtlCol="0" anchor="ctr" anchorCtr="0" compatLnSpc="1">
        <a:prstTxWarp prst="textNoShape">
          <a:avLst/>
        </a:prstTxWarp>
      </a:bodyPr>
      <a:lstStyle>
        <a:defPPr algn="ctr" defTabSz="914099" fontAlgn="base">
          <a:spcBef>
            <a:spcPct val="0"/>
          </a:spcBef>
          <a:spcAft>
            <a:spcPct val="0"/>
          </a:spcAft>
          <a:defRPr sz="2200" dirty="0" smtClean="0">
            <a:gradFill>
              <a:gsLst>
                <a:gs pos="0">
                  <a:srgbClr val="FFFFFF"/>
                </a:gs>
                <a:gs pos="100000">
                  <a:srgbClr val="FFFFFF"/>
                </a:gs>
              </a:gsLst>
              <a:lin ang="5400000" scaled="0"/>
            </a:gradFill>
          </a:defRPr>
        </a:defPPr>
      </a:lstStyle>
      <a:style>
        <a:lnRef idx="1">
          <a:schemeClr val="accent2"/>
        </a:lnRef>
        <a:fillRef idx="3">
          <a:schemeClr val="accent2"/>
        </a:fillRef>
        <a:effectRef idx="2">
          <a:schemeClr val="accent2"/>
        </a:effectRef>
        <a:fontRef idx="minor">
          <a:schemeClr val="lt1"/>
        </a:fontRef>
      </a:style>
    </a:spDef>
    <a:txDef>
      <a:spPr>
        <a:noFill/>
      </a:spPr>
      <a:bodyPr wrap="square" lIns="0" tIns="0" rIns="0" bIns="0" rtlCol="0">
        <a:spAutoFit/>
      </a:bodyPr>
      <a:lstStyle>
        <a:defPPr marL="460375" indent="-460375">
          <a:lnSpc>
            <a:spcPct val="90000"/>
          </a:lnSpc>
          <a:spcBef>
            <a:spcPct val="20000"/>
          </a:spcBef>
          <a:buSzPct val="80000"/>
          <a:buBlip>
            <a:blip xmlns:r="http://schemas.openxmlformats.org/officeDocument/2006/relationships" r:embed="rId1"/>
          </a:buBlip>
          <a:defRPr sz="3200" dirty="0">
            <a:gradFill>
              <a:gsLst>
                <a:gs pos="0">
                  <a:srgbClr val="292929">
                    <a:lumMod val="90000"/>
                    <a:lumOff val="10000"/>
                  </a:srgbClr>
                </a:gs>
                <a:gs pos="86000">
                  <a:srgbClr val="292929">
                    <a:lumMod val="90000"/>
                    <a:lumOff val="10000"/>
                  </a:srgbClr>
                </a:gs>
              </a:gsLst>
              <a:lin ang="5400000" scaled="0"/>
            </a:gradFill>
          </a:defRPr>
        </a:defPPr>
      </a:lstStyle>
    </a:txDef>
  </a:objectDefaults>
  <a:extraClrSchemeLst/>
</a:theme>
</file>

<file path=ppt/theme/theme3.xml><?xml version="1.0" encoding="utf-8"?>
<a:theme xmlns:a="http://schemas.openxmlformats.org/drawingml/2006/main" name="1_MS1444_Windows Azure Template 16x9_r08b">
  <a:themeElements>
    <a:clrScheme name="Custom 14">
      <a:dk1>
        <a:srgbClr val="292929"/>
      </a:dk1>
      <a:lt1>
        <a:srgbClr val="FFFFFF"/>
      </a:lt1>
      <a:dk2>
        <a:srgbClr val="5F5F5F"/>
      </a:dk2>
      <a:lt2>
        <a:srgbClr val="DDDDDD"/>
      </a:lt2>
      <a:accent1>
        <a:srgbClr val="FF8A00"/>
      </a:accent1>
      <a:accent2>
        <a:srgbClr val="00AEEF"/>
      </a:accent2>
      <a:accent3>
        <a:srgbClr val="910091"/>
      </a:accent3>
      <a:accent4>
        <a:srgbClr val="8CC600"/>
      </a:accent4>
      <a:accent5>
        <a:srgbClr val="FF0000"/>
      </a:accent5>
      <a:accent6>
        <a:srgbClr val="0071BC"/>
      </a:accent6>
      <a:hlink>
        <a:srgbClr val="0071BC"/>
      </a:hlink>
      <a:folHlink>
        <a:srgbClr val="00AEEF"/>
      </a:folHlink>
    </a:clrScheme>
    <a:fontScheme name="Segoe UI">
      <a:majorFont>
        <a:latin typeface="Segoe UI"/>
        <a:ea typeface=""/>
        <a:cs typeface=""/>
      </a:majorFont>
      <a:minorFont>
        <a:latin typeface="Segoe UI"/>
        <a:ea typeface=""/>
        <a:cs typeface=""/>
      </a:minorFont>
    </a:fontScheme>
    <a:fmtScheme name="Angle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20400000"/>
            </a:lightRig>
          </a:scene3d>
          <a:sp3d contourW="6350">
            <a:bevelT w="41275" h="19050" prst="angle"/>
            <a:contourClr>
              <a:schemeClr val="phClr">
                <a:shade val="25000"/>
                <a:satMod val="150000"/>
              </a:scheme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2"/>
        </a:solidFill>
        <a:ln>
          <a:noFill/>
          <a:headEnd type="none" w="med" len="med"/>
          <a:tailEnd type="none" w="med" len="med"/>
        </a:ln>
        <a:effectLst/>
      </a:spPr>
      <a:bodyPr vert="horz" wrap="square" lIns="91436" tIns="45718" rIns="91436" bIns="45718" numCol="1" rtlCol="0" anchor="ctr" anchorCtr="0" compatLnSpc="1">
        <a:prstTxWarp prst="textNoShape">
          <a:avLst/>
        </a:prstTxWarp>
      </a:bodyPr>
      <a:lstStyle>
        <a:defPPr algn="ctr" defTabSz="914099" fontAlgn="base">
          <a:spcBef>
            <a:spcPct val="0"/>
          </a:spcBef>
          <a:spcAft>
            <a:spcPct val="0"/>
          </a:spcAft>
          <a:defRPr sz="2200" dirty="0" smtClean="0">
            <a:gradFill>
              <a:gsLst>
                <a:gs pos="0">
                  <a:srgbClr val="FFFFFF"/>
                </a:gs>
                <a:gs pos="100000">
                  <a:srgbClr val="FFFFFF"/>
                </a:gs>
              </a:gsLst>
              <a:lin ang="5400000" scaled="0"/>
            </a:gradFill>
          </a:defRPr>
        </a:defPPr>
      </a:lstStyle>
      <a:style>
        <a:lnRef idx="1">
          <a:schemeClr val="accent2"/>
        </a:lnRef>
        <a:fillRef idx="3">
          <a:schemeClr val="accent2"/>
        </a:fillRef>
        <a:effectRef idx="2">
          <a:schemeClr val="accent2"/>
        </a:effectRef>
        <a:fontRef idx="minor">
          <a:schemeClr val="lt1"/>
        </a:fontRef>
      </a:style>
    </a:spDef>
    <a:txDef>
      <a:spPr>
        <a:noFill/>
      </a:spPr>
      <a:bodyPr wrap="square" lIns="0" tIns="0" rIns="0" bIns="0" rtlCol="0">
        <a:spAutoFit/>
      </a:bodyPr>
      <a:lstStyle>
        <a:defPPr marL="460375" indent="-460375">
          <a:lnSpc>
            <a:spcPct val="90000"/>
          </a:lnSpc>
          <a:spcBef>
            <a:spcPct val="20000"/>
          </a:spcBef>
          <a:buSzPct val="80000"/>
          <a:buBlip>
            <a:blip xmlns:r="http://schemas.openxmlformats.org/officeDocument/2006/relationships" r:embed="rId1"/>
          </a:buBlip>
          <a:defRPr sz="3200" dirty="0">
            <a:gradFill>
              <a:gsLst>
                <a:gs pos="0">
                  <a:srgbClr val="292929">
                    <a:lumMod val="90000"/>
                    <a:lumOff val="10000"/>
                  </a:srgbClr>
                </a:gs>
                <a:gs pos="86000">
                  <a:srgbClr val="292929">
                    <a:lumMod val="90000"/>
                    <a:lumOff val="10000"/>
                  </a:srgbClr>
                </a:gs>
              </a:gsLst>
              <a:lin ang="5400000" scaled="0"/>
            </a:gradFill>
          </a:defRPr>
        </a:defPPr>
      </a:lstStyle>
    </a:txDef>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ADAECBFCBA2127459F5391FB467379DB" ma:contentTypeVersion="" ma:contentTypeDescription="Create a new document." ma:contentTypeScope="" ma:versionID="b530b1c5ec48d4e62d8369f4934bdb50">
  <xsd:schema xmlns:xsd="http://www.w3.org/2001/XMLSchema" xmlns:xs="http://www.w3.org/2001/XMLSchema" xmlns:p="http://schemas.microsoft.com/office/2006/metadata/properties" xmlns:ns2="E6237313-A68C-48E4-BACD-BCFE55C68AB6" targetNamespace="http://schemas.microsoft.com/office/2006/metadata/properties" ma:root="true" ma:fieldsID="4b475c8459e327cdfcd962abf10e56c0" ns2:_="">
    <xsd:import namespace="E6237313-A68C-48E4-BACD-BCFE55C68AB6"/>
    <xsd:element name="properties">
      <xsd:complexType>
        <xsd:sequence>
          <xsd:element name="documentManagement">
            <xsd:complexType>
              <xsd:all>
                <xsd:element ref="ns2:Content_x0020_Type"/>
                <xsd:element ref="ns2:Module"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6237313-A68C-48E4-BACD-BCFE55C68AB6" elementFormDefault="qualified">
    <xsd:import namespace="http://schemas.microsoft.com/office/2006/documentManagement/types"/>
    <xsd:import namespace="http://schemas.microsoft.com/office/infopath/2007/PartnerControls"/>
    <xsd:element name="Content_x0020_Type" ma:index="8" ma:displayName="Content Type" ma:format="Dropdown" ma:internalName="Content_x0020_Type">
      <xsd:simpleType>
        <xsd:restriction base="dms:Choice">
          <xsd:enumeration value="Assessment"/>
          <xsd:enumeration value="Break Slides"/>
          <xsd:enumeration value="CC File"/>
          <xsd:enumeration value="Instructor Image"/>
          <xsd:enumeration value="Outline"/>
          <xsd:enumeration value="Promo Package"/>
          <xsd:enumeration value="Slide Presentation"/>
          <xsd:enumeration value="SME Recruitment"/>
          <xsd:enumeration value="Video"/>
        </xsd:restriction>
      </xsd:simpleType>
    </xsd:element>
    <xsd:element name="Module" ma:index="9" nillable="true" ma:displayName="Module" ma:decimals="0" ma:internalName="Module" ma:percentage="FALSE">
      <xsd:simpleType>
        <xsd:restriction base="dms:Number">
          <xsd:maxInclusive value="40"/>
          <xsd:minInclusive value="1"/>
        </xsd:restriction>
      </xsd:simpleType>
    </xsd:element>
    <xsd:element name="Status" ma:index="10" nillable="true" ma:displayName="Status" ma:default="Draft" ma:format="Dropdown" ma:internalName="Status">
      <xsd:simpleType>
        <xsd:restriction base="dms:Choice">
          <xsd:enumeration value="Draft"/>
          <xsd:enumeration value="Final"/>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Module xmlns="E6237313-A68C-48E4-BACD-BCFE55C68AB6">5</Module>
    <Status xmlns="E6237313-A68C-48E4-BACD-BCFE55C68AB6">Final</Status>
    <Content_x0020_Type xmlns="E6237313-A68C-48E4-BACD-BCFE55C68AB6">Slide Presentation</Content_x0020_Typ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5E9CD6A5-A800-4DBD-9F3B-9D7AC70B464F}"/>
</file>

<file path=customXml/itemProps2.xml><?xml version="1.0" encoding="utf-8"?>
<ds:datastoreItem xmlns:ds="http://schemas.openxmlformats.org/officeDocument/2006/customXml" ds:itemID="{7025FDD9-4C58-4084-9F89-0E6ADD6FFF55}"/>
</file>

<file path=customXml/itemProps3.xml><?xml version="1.0" encoding="utf-8"?>
<ds:datastoreItem xmlns:ds="http://schemas.openxmlformats.org/officeDocument/2006/customXml" ds:itemID="{B0CA13EC-1D3C-4D6F-8D1C-E8A452CFC79A}"/>
</file>

<file path=docProps/app.xml><?xml version="1.0" encoding="utf-8"?>
<Properties xmlns="http://schemas.openxmlformats.org/officeDocument/2006/extended-properties" xmlns:vt="http://schemas.openxmlformats.org/officeDocument/2006/docPropsVTypes">
  <Template/>
  <TotalTime>3464</TotalTime>
  <Words>77</Words>
  <Application>Microsoft Office PowerPoint</Application>
  <PresentationFormat>Widescreen</PresentationFormat>
  <Paragraphs>20</Paragraphs>
  <Slides>7</Slides>
  <Notes>6</Notes>
  <HiddenSlides>0</HiddenSlides>
  <MMClips>0</MMClips>
  <ScaleCrop>false</ScaleCrop>
  <HeadingPairs>
    <vt:vector size="6" baseType="variant">
      <vt:variant>
        <vt:lpstr>Fonts Used</vt:lpstr>
      </vt:variant>
      <vt:variant>
        <vt:i4>6</vt:i4>
      </vt:variant>
      <vt:variant>
        <vt:lpstr>Theme</vt:lpstr>
      </vt:variant>
      <vt:variant>
        <vt:i4>3</vt:i4>
      </vt:variant>
      <vt:variant>
        <vt:lpstr>Slide Titles</vt:lpstr>
      </vt:variant>
      <vt:variant>
        <vt:i4>7</vt:i4>
      </vt:variant>
    </vt:vector>
  </HeadingPairs>
  <TitlesOfParts>
    <vt:vector size="16" baseType="lpstr">
      <vt:lpstr>Arial</vt:lpstr>
      <vt:lpstr>Calibri</vt:lpstr>
      <vt:lpstr>Consolas</vt:lpstr>
      <vt:lpstr>Segoe</vt:lpstr>
      <vt:lpstr>Segoe UI</vt:lpstr>
      <vt:lpstr>Segoe UI Light</vt:lpstr>
      <vt:lpstr>1_Office Theme</vt:lpstr>
      <vt:lpstr>MS1444_Windows Azure Template 16x9_r08b</vt:lpstr>
      <vt:lpstr>1_MS1444_Windows Azure Template 16x9_r08b</vt:lpstr>
      <vt:lpstr>PowerPoint Presentation</vt:lpstr>
      <vt:lpstr>Module Overview</vt:lpstr>
      <vt:lpstr>Azure Mobile Services against SQL Database [Greg]</vt:lpstr>
      <vt:lpstr>Connecting via PHP [Chris]</vt:lpstr>
      <vt:lpstr>Retry Logic [Chris]</vt:lpstr>
      <vt:lpstr>Logging &amp; Throttle Information [Chris]</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Frank Gartland</dc:creator>
  <cp:lastModifiedBy>Chris Auld</cp:lastModifiedBy>
  <cp:revision>120</cp:revision>
  <dcterms:created xsi:type="dcterms:W3CDTF">2013-02-15T23:12:42Z</dcterms:created>
  <dcterms:modified xsi:type="dcterms:W3CDTF">2014-01-07T05:02:53Z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0x010100ADAECBFCBA2127459F5391FB467379DB</vt:lpwstr>
  </property>
  <property fmtid="{D5CDD505-2E9C-101B-9397-08002B2CF9AE}" pid="3" name="IsMyDocuments">
    <vt:bool>true</vt:bool>
  </property>
  <property fmtid="{D5CDD505-2E9C-101B-9397-08002B2CF9AE}" pid="4" name="Related Type Document">
    <vt:lpwstr/>
  </property>
  <property fmtid="{D5CDD505-2E9C-101B-9397-08002B2CF9AE}" pid="5" name="Document Tag">
    <vt:lpwstr>24;#Content Templates|bdbbc9aa-4892-4816-9e36-bf1120da60e9</vt:lpwstr>
  </property>
</Properties>
</file>