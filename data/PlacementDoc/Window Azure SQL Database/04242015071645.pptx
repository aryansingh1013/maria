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Default Extension="wdp" ContentType="image/vnd.ms-photo"/>
  <Default Extension="jpg" ContentType="image/jpeg"/>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theme/theme2.xml" ContentType="application/vnd.openxmlformats-officedocument.theme+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theme/theme3.xml" ContentType="application/vnd.openxmlformats-officedocument.theme+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4"/>
    <p:sldMasterId id="2147483672" r:id="rId5"/>
    <p:sldMasterId id="2147483693" r:id="rId6"/>
    <p:sldMasterId id="2147483712" r:id="rId7"/>
  </p:sldMasterIdLst>
  <p:notesMasterIdLst>
    <p:notesMasterId r:id="rId23"/>
  </p:notesMasterIdLst>
  <p:handoutMasterIdLst>
    <p:handoutMasterId r:id="rId24"/>
  </p:handoutMasterIdLst>
  <p:sldIdLst>
    <p:sldId id="329" r:id="rId8"/>
    <p:sldId id="330" r:id="rId9"/>
    <p:sldId id="342" r:id="rId10"/>
    <p:sldId id="331" r:id="rId11"/>
    <p:sldId id="343" r:id="rId12"/>
    <p:sldId id="332" r:id="rId13"/>
    <p:sldId id="333" r:id="rId14"/>
    <p:sldId id="334" r:id="rId15"/>
    <p:sldId id="344" r:id="rId16"/>
    <p:sldId id="336" r:id="rId17"/>
    <p:sldId id="337" r:id="rId18"/>
    <p:sldId id="338" r:id="rId19"/>
    <p:sldId id="339" r:id="rId20"/>
    <p:sldId id="341" r:id="rId21"/>
    <p:sldId id="340" r:id="rId2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86C400"/>
    <a:srgbClr val="82BF36"/>
    <a:srgbClr val="7FBA00"/>
    <a:srgbClr val="1F497D"/>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95" autoAdjust="0"/>
    <p:restoredTop sz="59841" autoAdjust="0"/>
  </p:normalViewPr>
  <p:slideViewPr>
    <p:cSldViewPr snapToGrid="0">
      <p:cViewPr varScale="1">
        <p:scale>
          <a:sx n="66" d="100"/>
          <a:sy n="66" d="100"/>
        </p:scale>
        <p:origin x="2232" y="60"/>
      </p:cViewPr>
      <p:guideLst/>
    </p:cSldViewPr>
  </p:slideViewPr>
  <p:notesTextViewPr>
    <p:cViewPr>
      <p:scale>
        <a:sx n="1" d="1"/>
        <a:sy n="1" d="1"/>
      </p:scale>
      <p:origin x="0" y="0"/>
    </p:cViewPr>
  </p:notesTextViewPr>
  <p:notesViewPr>
    <p:cSldViewPr snapToGrid="0">
      <p:cViewPr varScale="1">
        <p:scale>
          <a:sx n="86" d="100"/>
          <a:sy n="86" d="100"/>
        </p:scale>
        <p:origin x="3786" y="78"/>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1.xml"/><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viewProps" Target="viewProps.xml"/><Relationship Id="rId3" Type="http://schemas.openxmlformats.org/officeDocument/2006/relationships/customXml" Target="../customXml/item3.xml"/><Relationship Id="rId21" Type="http://schemas.openxmlformats.org/officeDocument/2006/relationships/slide" Target="slides/slide14.xml"/><Relationship Id="rId7" Type="http://schemas.openxmlformats.org/officeDocument/2006/relationships/slideMaster" Target="slideMasters/slideMaster4.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9.xml"/><Relationship Id="rId20" Type="http://schemas.openxmlformats.org/officeDocument/2006/relationships/slide" Target="slides/slide13.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4.xml"/><Relationship Id="rId24" Type="http://schemas.openxmlformats.org/officeDocument/2006/relationships/handoutMaster" Target="handoutMasters/handoutMaster1.xml"/><Relationship Id="rId5" Type="http://schemas.openxmlformats.org/officeDocument/2006/relationships/slideMaster" Target="slideMasters/slideMaster2.xml"/><Relationship Id="rId15" Type="http://schemas.openxmlformats.org/officeDocument/2006/relationships/slide" Target="slides/slide8.xml"/><Relationship Id="rId23" Type="http://schemas.openxmlformats.org/officeDocument/2006/relationships/notesMaster" Target="notesMasters/notesMaster1.xml"/><Relationship Id="rId28" Type="http://schemas.openxmlformats.org/officeDocument/2006/relationships/tableStyles" Target="tableStyles.xml"/><Relationship Id="rId10" Type="http://schemas.openxmlformats.org/officeDocument/2006/relationships/slide" Target="slides/slide3.xml"/><Relationship Id="rId19" Type="http://schemas.openxmlformats.org/officeDocument/2006/relationships/slide" Target="slides/slide12.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theme" Target="theme/theme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6.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12E7B4A-039C-48A2-9B2C-AF16AA3873D8}" type="datetimeFigureOut">
              <a:rPr lang="en-US" smtClean="0"/>
              <a:t>1/22/2014</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CF5FCDD8-505C-48BF-B1E5-CD9B258934D2}" type="slidenum">
              <a:rPr lang="en-US" smtClean="0"/>
              <a:t>‹#›</a:t>
            </a:fld>
            <a:endParaRPr lang="en-US"/>
          </a:p>
        </p:txBody>
      </p:sp>
    </p:spTree>
    <p:extLst>
      <p:ext uri="{BB962C8B-B14F-4D97-AF65-F5344CB8AC3E}">
        <p14:creationId xmlns:p14="http://schemas.microsoft.com/office/powerpoint/2010/main" val="1781922763"/>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A005A0C-54D9-45AA-87D4-C551D08DFCE1}" type="datetimeFigureOut">
              <a:rPr lang="en-US" smtClean="0"/>
              <a:t>1/22/2014</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CFD207A-07DF-40AD-A916-9872E089CE7A}" type="slidenum">
              <a:rPr lang="en-US" smtClean="0"/>
              <a:t>‹#›</a:t>
            </a:fld>
            <a:endParaRPr lang="en-US"/>
          </a:p>
        </p:txBody>
      </p:sp>
    </p:spTree>
    <p:extLst>
      <p:ext uri="{BB962C8B-B14F-4D97-AF65-F5344CB8AC3E}">
        <p14:creationId xmlns:p14="http://schemas.microsoft.com/office/powerpoint/2010/main" val="129571861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4" name="Slide Number Placeholder 3"/>
          <p:cNvSpPr>
            <a:spLocks noGrp="1"/>
          </p:cNvSpPr>
          <p:nvPr>
            <p:ph type="sldNum" sz="quarter" idx="10"/>
          </p:nvPr>
        </p:nvSpPr>
        <p:spPr/>
        <p:txBody>
          <a:bodyPr/>
          <a:lstStyle/>
          <a:p>
            <a:fld id="{13F0F35F-DD44-4607-AEC1-49D7A4BC4066}" type="slidenum">
              <a:rPr lang="en-US" smtClean="0"/>
              <a:pPr/>
              <a:t>1</a:t>
            </a:fld>
            <a:endParaRPr lang="en-US" dirty="0"/>
          </a:p>
        </p:txBody>
      </p:sp>
      <p:sp>
        <p:nvSpPr>
          <p:cNvPr id="3" name="Notes Placeholder 2"/>
          <p:cNvSpPr>
            <a:spLocks noGrp="1"/>
          </p:cNvSpPr>
          <p:nvPr>
            <p:ph type="body" idx="1"/>
          </p:nvPr>
        </p:nvSpPr>
        <p:spPr/>
        <p:txBody>
          <a:bodyPr/>
          <a:lstStyle/>
          <a:p>
            <a:endParaRPr lang="en-US" dirty="0"/>
          </a:p>
        </p:txBody>
      </p:sp>
    </p:spTree>
    <p:extLst>
      <p:ext uri="{BB962C8B-B14F-4D97-AF65-F5344CB8AC3E}">
        <p14:creationId xmlns:p14="http://schemas.microsoft.com/office/powerpoint/2010/main" val="1944150009"/>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Autofit/>
          </a:bodyPr>
          <a:lstStyle/>
          <a:p>
            <a:endParaRPr lang="en-GB" dirty="0">
              <a:solidFill>
                <a:schemeClr val="tx2"/>
              </a:solidFill>
              <a:latin typeface="Segoe" pitchFamily="34" charset="0"/>
            </a:endParaRPr>
          </a:p>
        </p:txBody>
      </p:sp>
      <p:sp>
        <p:nvSpPr>
          <p:cNvPr id="4" name="Slide Number Placeholder 3"/>
          <p:cNvSpPr>
            <a:spLocks noGrp="1"/>
          </p:cNvSpPr>
          <p:nvPr>
            <p:ph type="sldNum" sz="quarter" idx="10"/>
          </p:nvPr>
        </p:nvSpPr>
        <p:spPr/>
        <p:txBody>
          <a:bodyPr/>
          <a:lstStyle/>
          <a:p>
            <a:fld id="{13F0F35F-DD44-4607-AEC1-49D7A4BC4066}" type="slidenum">
              <a:rPr lang="en-US" smtClean="0"/>
              <a:pPr/>
              <a:t>2</a:t>
            </a:fld>
            <a:endParaRPr lang="en-US" dirty="0"/>
          </a:p>
        </p:txBody>
      </p:sp>
    </p:spTree>
    <p:extLst>
      <p:ext uri="{BB962C8B-B14F-4D97-AF65-F5344CB8AC3E}">
        <p14:creationId xmlns:p14="http://schemas.microsoft.com/office/powerpoint/2010/main" val="6831497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3</a:t>
            </a:fld>
            <a:endParaRPr lang="en-US"/>
          </a:p>
        </p:txBody>
      </p:sp>
    </p:spTree>
    <p:extLst>
      <p:ext uri="{BB962C8B-B14F-4D97-AF65-F5344CB8AC3E}">
        <p14:creationId xmlns:p14="http://schemas.microsoft.com/office/powerpoint/2010/main" val="341415017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4</a:t>
            </a:fld>
            <a:endParaRPr lang="en-US"/>
          </a:p>
        </p:txBody>
      </p:sp>
    </p:spTree>
    <p:extLst>
      <p:ext uri="{BB962C8B-B14F-4D97-AF65-F5344CB8AC3E}">
        <p14:creationId xmlns:p14="http://schemas.microsoft.com/office/powerpoint/2010/main" val="213325391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5</a:t>
            </a:fld>
            <a:endParaRPr lang="en-US"/>
          </a:p>
        </p:txBody>
      </p:sp>
    </p:spTree>
    <p:extLst>
      <p:ext uri="{BB962C8B-B14F-4D97-AF65-F5344CB8AC3E}">
        <p14:creationId xmlns:p14="http://schemas.microsoft.com/office/powerpoint/2010/main" val="333626138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407988" y="698500"/>
            <a:ext cx="6207125" cy="3490913"/>
          </a:xfrm>
        </p:spPr>
      </p:sp>
      <p:sp>
        <p:nvSpPr>
          <p:cNvPr id="3" name="Notes Placeholder 2"/>
          <p:cNvSpPr>
            <a:spLocks noGrp="1"/>
          </p:cNvSpPr>
          <p:nvPr>
            <p:ph type="body" idx="1"/>
          </p:nvPr>
        </p:nvSpPr>
        <p:spPr/>
        <p:txBody>
          <a:bodyPr>
            <a:normAutofit/>
          </a:bodyPr>
          <a:lstStyle/>
          <a:p>
            <a:endParaRPr lang="en-US" sz="1600" dirty="0"/>
          </a:p>
        </p:txBody>
      </p:sp>
      <p:sp>
        <p:nvSpPr>
          <p:cNvPr id="4" name="Header Placeholder 3"/>
          <p:cNvSpPr>
            <a:spLocks noGrp="1"/>
          </p:cNvSpPr>
          <p:nvPr>
            <p:ph type="hdr" sz="quarter" idx="10"/>
          </p:nvPr>
        </p:nvSpPr>
        <p:spPr/>
        <p:txBody>
          <a:bodyPr/>
          <a:lstStyle/>
          <a:p>
            <a:endParaRPr lang="en-US" dirty="0">
              <a:solidFill>
                <a:prstClr val="black"/>
              </a:solidFill>
            </a:endParaRPr>
          </a:p>
        </p:txBody>
      </p:sp>
      <p:sp>
        <p:nvSpPr>
          <p:cNvPr id="5" name="Date Placeholder 4"/>
          <p:cNvSpPr>
            <a:spLocks noGrp="1"/>
          </p:cNvSpPr>
          <p:nvPr>
            <p:ph type="dt" idx="11"/>
          </p:nvPr>
        </p:nvSpPr>
        <p:spPr/>
        <p:txBody>
          <a:bodyPr/>
          <a:lstStyle/>
          <a:p>
            <a:fld id="{81331B57-0BE5-4F82-AA58-76F53EFF3ADA}" type="datetime8">
              <a:rPr lang="en-US" smtClean="0">
                <a:solidFill>
                  <a:prstClr val="black"/>
                </a:solidFill>
              </a:rPr>
              <a:pPr/>
              <a:t>1/22/2014 10:10 AM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EC87E0CF-87F6-4B58-B8B8-DCAB2DAAF3CA}" type="slidenum">
              <a:rPr lang="en-US" smtClean="0">
                <a:solidFill>
                  <a:prstClr val="black"/>
                </a:solidFill>
              </a:rPr>
              <a:pPr/>
              <a:t>6</a:t>
            </a:fld>
            <a:endParaRPr lang="en-US" dirty="0">
              <a:solidFill>
                <a:prstClr val="black"/>
              </a:solidFill>
            </a:endParaRPr>
          </a:p>
        </p:txBody>
      </p:sp>
    </p:spTree>
    <p:extLst>
      <p:ext uri="{BB962C8B-B14F-4D97-AF65-F5344CB8AC3E}">
        <p14:creationId xmlns:p14="http://schemas.microsoft.com/office/powerpoint/2010/main" val="140472165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7</a:t>
            </a:fld>
            <a:endParaRPr lang="en-US"/>
          </a:p>
        </p:txBody>
      </p:sp>
    </p:spTree>
    <p:extLst>
      <p:ext uri="{BB962C8B-B14F-4D97-AF65-F5344CB8AC3E}">
        <p14:creationId xmlns:p14="http://schemas.microsoft.com/office/powerpoint/2010/main" val="51239293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sz="1600" kern="1200" dirty="0">
              <a:solidFill>
                <a:schemeClr val="tx1"/>
              </a:solidFill>
              <a:effectLst/>
              <a:latin typeface="Segoe UI" pitchFamily="34" charset="0"/>
              <a:ea typeface="+mn-ea"/>
              <a:cs typeface="+mn-cs"/>
            </a:endParaRPr>
          </a:p>
        </p:txBody>
      </p:sp>
      <p:sp>
        <p:nvSpPr>
          <p:cNvPr id="4" name="Slide Number Placeholder 3"/>
          <p:cNvSpPr>
            <a:spLocks noGrp="1"/>
          </p:cNvSpPr>
          <p:nvPr>
            <p:ph type="sldNum" sz="quarter" idx="10"/>
          </p:nvPr>
        </p:nvSpPr>
        <p:spPr/>
        <p:txBody>
          <a:bodyPr/>
          <a:lstStyle/>
          <a:p>
            <a:fld id="{0162FC7D-5681-45B0-8FAC-5CCD071EFC60}" type="slidenum">
              <a:rPr lang="en-US" smtClean="0">
                <a:solidFill>
                  <a:srgbClr val="505050"/>
                </a:solidFill>
              </a:rPr>
              <a:pPr/>
              <a:t>8</a:t>
            </a:fld>
            <a:endParaRPr lang="en-US" dirty="0">
              <a:solidFill>
                <a:srgbClr val="505050"/>
              </a:solidFill>
            </a:endParaRPr>
          </a:p>
        </p:txBody>
      </p:sp>
    </p:spTree>
    <p:extLst>
      <p:ext uri="{BB962C8B-B14F-4D97-AF65-F5344CB8AC3E}">
        <p14:creationId xmlns:p14="http://schemas.microsoft.com/office/powerpoint/2010/main" val="28543471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9</a:t>
            </a:fld>
            <a:endParaRPr lang="en-US"/>
          </a:p>
        </p:txBody>
      </p:sp>
    </p:spTree>
    <p:extLst>
      <p:ext uri="{BB962C8B-B14F-4D97-AF65-F5344CB8AC3E}">
        <p14:creationId xmlns:p14="http://schemas.microsoft.com/office/powerpoint/2010/main" val="379751039"/>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10</a:t>
            </a:fld>
            <a:endParaRPr lang="en-US"/>
          </a:p>
        </p:txBody>
      </p:sp>
    </p:spTree>
    <p:extLst>
      <p:ext uri="{BB962C8B-B14F-4D97-AF65-F5344CB8AC3E}">
        <p14:creationId xmlns:p14="http://schemas.microsoft.com/office/powerpoint/2010/main" val="3866183997"/>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Header Placeholder 3"/>
          <p:cNvSpPr>
            <a:spLocks noGrp="1"/>
          </p:cNvSpPr>
          <p:nvPr>
            <p:ph type="hdr" sz="quarter" idx="10"/>
          </p:nvPr>
        </p:nvSpPr>
        <p:spPr/>
        <p:txBody>
          <a:bodyPr/>
          <a:lstStyle/>
          <a:p>
            <a:r>
              <a:rPr lang="en-US" smtClean="0">
                <a:gradFill>
                  <a:gsLst>
                    <a:gs pos="1250">
                      <a:prstClr val="black"/>
                    </a:gs>
                    <a:gs pos="100000">
                      <a:prstClr val="black"/>
                    </a:gs>
                  </a:gsLst>
                  <a:lin ang="5400000" scaled="0"/>
                </a:gradFill>
              </a:rPr>
              <a:t>TechEd 2013</a:t>
            </a:r>
            <a:endParaRPr lang="en-US" dirty="0">
              <a:gradFill>
                <a:gsLst>
                  <a:gs pos="1250">
                    <a:prstClr val="black"/>
                  </a:gs>
                  <a:gs pos="100000">
                    <a:prstClr val="black"/>
                  </a:gs>
                </a:gsLst>
                <a:lin ang="5400000" scaled="0"/>
              </a:gradFill>
            </a:endParaRPr>
          </a:p>
        </p:txBody>
      </p:sp>
      <p:sp>
        <p:nvSpPr>
          <p:cNvPr id="5" name="Footer Placeholder 4"/>
          <p:cNvSpPr>
            <a:spLocks noGrp="1"/>
          </p:cNvSpPr>
          <p:nvPr>
            <p:ph type="ftr" sz="quarter" idx="11"/>
          </p:nvPr>
        </p:nvSpPr>
        <p:spPr/>
        <p:txBody>
          <a:bodyPr/>
          <a:lstStyle/>
          <a:p>
            <a:pPr defTabSz="914099" eaLnBrk="0" hangingPunct="0"/>
            <a:r>
              <a:rPr lang="en-US" sz="400" smtClean="0">
                <a:gradFill>
                  <a:gsLst>
                    <a:gs pos="0">
                      <a:prstClr val="black"/>
                    </a:gs>
                    <a:gs pos="100000">
                      <a:prstClr val="black"/>
                    </a:gs>
                  </a:gsLst>
                  <a:lin ang="5400000" scaled="0"/>
                </a:gradFill>
                <a:latin typeface="Segoe UI" pitchFamily="34" charset="0"/>
                <a:ea typeface="Segoe UI" pitchFamily="34" charset="0"/>
                <a:cs typeface="Segoe UI" pitchFamily="34" charset="0"/>
              </a:rPr>
              <a:t>© 2013 Microsoft Corporation. All rights reserved. Microsoft, Windows,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endParaRPr lang="en-US" sz="400" dirty="0" smtClean="0">
              <a:gradFill>
                <a:gsLst>
                  <a:gs pos="0">
                    <a:prstClr val="black"/>
                  </a:gs>
                  <a:gs pos="100000">
                    <a:prstClr val="black"/>
                  </a:gs>
                </a:gsLst>
                <a:lin ang="5400000" scaled="0"/>
              </a:gradFill>
              <a:latin typeface="Segoe UI" pitchFamily="34" charset="0"/>
              <a:ea typeface="Segoe UI" pitchFamily="34" charset="0"/>
              <a:cs typeface="Segoe UI" pitchFamily="34" charset="0"/>
            </a:endParaRPr>
          </a:p>
        </p:txBody>
      </p:sp>
      <p:sp>
        <p:nvSpPr>
          <p:cNvPr id="6" name="Date Placeholder 5"/>
          <p:cNvSpPr>
            <a:spLocks noGrp="1"/>
          </p:cNvSpPr>
          <p:nvPr>
            <p:ph type="dt" idx="12"/>
          </p:nvPr>
        </p:nvSpPr>
        <p:spPr/>
        <p:txBody>
          <a:bodyPr/>
          <a:lstStyle/>
          <a:p>
            <a:fld id="{2DFDA5C7-BBAE-481E-8BF7-731156A2E2C1}" type="datetime8">
              <a:rPr lang="en-US" smtClean="0">
                <a:solidFill>
                  <a:prstClr val="black"/>
                </a:solidFill>
              </a:rPr>
              <a:pPr/>
              <a:t>1/22/2014 10:10 AM</a:t>
            </a:fld>
            <a:endParaRPr lang="en-US" dirty="0">
              <a:solidFill>
                <a:prstClr val="black"/>
              </a:solidFill>
            </a:endParaRPr>
          </a:p>
        </p:txBody>
      </p:sp>
      <p:sp>
        <p:nvSpPr>
          <p:cNvPr id="7" name="Slide Number Placeholder 6"/>
          <p:cNvSpPr>
            <a:spLocks noGrp="1"/>
          </p:cNvSpPr>
          <p:nvPr>
            <p:ph type="sldNum" sz="quarter" idx="13"/>
          </p:nvPr>
        </p:nvSpPr>
        <p:spPr/>
        <p:txBody>
          <a:bodyPr/>
          <a:lstStyle/>
          <a:p>
            <a:fld id="{B4008EB6-D09E-4580-8CD6-DDB14511944F}" type="slidenum">
              <a:rPr lang="en-US" smtClean="0">
                <a:solidFill>
                  <a:prstClr val="black"/>
                </a:solidFill>
              </a:rPr>
              <a:pPr/>
              <a:t>11</a:t>
            </a:fld>
            <a:endParaRPr lang="en-US" dirty="0">
              <a:solidFill>
                <a:prstClr val="black"/>
              </a:solidFill>
            </a:endParaRPr>
          </a:p>
        </p:txBody>
      </p:sp>
    </p:spTree>
    <p:extLst>
      <p:ext uri="{BB962C8B-B14F-4D97-AF65-F5344CB8AC3E}">
        <p14:creationId xmlns:p14="http://schemas.microsoft.com/office/powerpoint/2010/main" val="16684983"/>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12</a:t>
            </a:fld>
            <a:endParaRPr lang="en-US"/>
          </a:p>
        </p:txBody>
      </p:sp>
    </p:spTree>
    <p:extLst>
      <p:ext uri="{BB962C8B-B14F-4D97-AF65-F5344CB8AC3E}">
        <p14:creationId xmlns:p14="http://schemas.microsoft.com/office/powerpoint/2010/main" val="142052329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13</a:t>
            </a:fld>
            <a:endParaRPr lang="en-US"/>
          </a:p>
        </p:txBody>
      </p:sp>
    </p:spTree>
    <p:extLst>
      <p:ext uri="{BB962C8B-B14F-4D97-AF65-F5344CB8AC3E}">
        <p14:creationId xmlns:p14="http://schemas.microsoft.com/office/powerpoint/2010/main" val="236462220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14</a:t>
            </a:fld>
            <a:endParaRPr lang="en-US"/>
          </a:p>
        </p:txBody>
      </p:sp>
    </p:spTree>
    <p:extLst>
      <p:ext uri="{BB962C8B-B14F-4D97-AF65-F5344CB8AC3E}">
        <p14:creationId xmlns:p14="http://schemas.microsoft.com/office/powerpoint/2010/main" val="889389528"/>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4CFD207A-07DF-40AD-A916-9872E089CE7A}" type="slidenum">
              <a:rPr lang="en-US" smtClean="0"/>
              <a:t>15</a:t>
            </a:fld>
            <a:endParaRPr lang="en-US"/>
          </a:p>
        </p:txBody>
      </p:sp>
    </p:spTree>
    <p:extLst>
      <p:ext uri="{BB962C8B-B14F-4D97-AF65-F5344CB8AC3E}">
        <p14:creationId xmlns:p14="http://schemas.microsoft.com/office/powerpoint/2010/main" val="1828307845"/>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2.xml"/><Relationship Id="rId4" Type="http://schemas.microsoft.com/office/2007/relationships/hdphoto" Target="../media/hdphoto2.wdp"/></Relationships>
</file>

<file path=ppt/slideLayouts/_rels/slideLayout1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2.xml"/><Relationship Id="rId4" Type="http://schemas.microsoft.com/office/2007/relationships/hdphoto" Target="../media/hdphoto1.wdp"/></Relationships>
</file>

<file path=ppt/slideLayouts/_rels/slideLayout24.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2.xml"/><Relationship Id="rId6" Type="http://schemas.microsoft.com/office/2007/relationships/hdphoto" Target="../media/hdphoto1.wdp"/><Relationship Id="rId5" Type="http://schemas.openxmlformats.org/officeDocument/2006/relationships/image" Target="../media/image6.png"/><Relationship Id="rId4" Type="http://schemas.microsoft.com/office/2007/relationships/hdphoto" Target="../media/hdphoto3.wdp"/></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30.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4.png"/><Relationship Id="rId1" Type="http://schemas.openxmlformats.org/officeDocument/2006/relationships/slideMaster" Target="../slideMasters/slideMaster3.xml"/><Relationship Id="rId4" Type="http://schemas.microsoft.com/office/2007/relationships/hdphoto" Target="../media/hdphoto2.wdp"/></Relationships>
</file>

<file path=ppt/slideLayouts/_rels/slideLayout31.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3" Type="http://schemas.microsoft.com/office/2007/relationships/hdphoto" Target="../media/hdphoto2.wdp"/><Relationship Id="rId2" Type="http://schemas.openxmlformats.org/officeDocument/2006/relationships/image" Target="../media/image7.png"/><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jpg"/><Relationship Id="rId1" Type="http://schemas.openxmlformats.org/officeDocument/2006/relationships/slideMaster" Target="../slideMasters/slideMaster3.xml"/><Relationship Id="rId4" Type="http://schemas.microsoft.com/office/2007/relationships/hdphoto" Target="../media/hdphoto1.wdp"/></Relationships>
</file>

<file path=ppt/slideLayouts/_rels/slideLayout43.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jpg"/><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jpg"/><Relationship Id="rId1" Type="http://schemas.openxmlformats.org/officeDocument/2006/relationships/slideMaster" Target="../slideMasters/slideMaster3.xml"/><Relationship Id="rId6" Type="http://schemas.microsoft.com/office/2007/relationships/hdphoto" Target="../media/hdphoto1.wdp"/><Relationship Id="rId5" Type="http://schemas.openxmlformats.org/officeDocument/2006/relationships/image" Target="../media/image6.png"/><Relationship Id="rId4" Type="http://schemas.microsoft.com/office/2007/relationships/hdphoto" Target="../media/hdphoto3.wdp"/></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Master" Target="../slideMasters/slideMaster3.xml"/></Relationships>
</file>

<file path=ppt/slideLayouts/_rels/slideLayout47.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69.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image" Target="../media/image15.png"/><Relationship Id="rId1" Type="http://schemas.openxmlformats.org/officeDocument/2006/relationships/slideMaster" Target="../slideMasters/slideMaster4.xml"/><Relationship Id="rId6" Type="http://schemas.openxmlformats.org/officeDocument/2006/relationships/image" Target="../media/image19.png"/><Relationship Id="rId5" Type="http://schemas.openxmlformats.org/officeDocument/2006/relationships/image" Target="../media/image18.png"/><Relationship Id="rId4" Type="http://schemas.openxmlformats.org/officeDocument/2006/relationships/image" Target="../media/image17.png"/></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
        <p:nvSpPr>
          <p:cNvPr id="3" name="Subtitle 2"/>
          <p:cNvSpPr>
            <a:spLocks noGrp="1"/>
          </p:cNvSpPr>
          <p:nvPr>
            <p:ph type="subTitle" idx="1"/>
          </p:nvPr>
        </p:nvSpPr>
        <p:spPr>
          <a:xfrm>
            <a:off x="193271" y="5132437"/>
            <a:ext cx="8579886"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smtClean="0"/>
              <a:t>Click to edit Master subtitle style</a:t>
            </a:r>
            <a:endParaRPr lang="en-US" dirty="0"/>
          </a:p>
        </p:txBody>
      </p:sp>
      <p:sp>
        <p:nvSpPr>
          <p:cNvPr id="10" name="Title 1"/>
          <p:cNvSpPr>
            <a:spLocks noGrp="1"/>
          </p:cNvSpPr>
          <p:nvPr>
            <p:ph type="ctrTitle" hasCustomPrompt="1"/>
          </p:nvPr>
        </p:nvSpPr>
        <p:spPr>
          <a:xfrm>
            <a:off x="193271" y="2415641"/>
            <a:ext cx="8579886" cy="2603307"/>
          </a:xfrm>
          <a:prstGeom prst="rect">
            <a:avLst/>
          </a:prstGeom>
          <a:solidFill>
            <a:srgbClr val="7FBA00"/>
          </a:solidFill>
          <a:effectLst/>
        </p:spPr>
        <p:txBody>
          <a:bodyPr vert="horz" lIns="137160" tIns="137160" rIns="91409" bIns="137160" rtlCol="0" anchor="b" anchorCtr="0">
            <a:noAutofit/>
          </a:bodyPr>
          <a:lstStyle>
            <a:lvl1pPr>
              <a:defRPr lang="en-US" sz="4800" kern="0" dirty="0">
                <a:ln w="3175">
                  <a:noFill/>
                </a:ln>
                <a:gradFill flip="none" rotWithShape="1">
                  <a:gsLst>
                    <a:gs pos="4583">
                      <a:srgbClr val="FFFFFF"/>
                    </a:gs>
                    <a:gs pos="100000">
                      <a:srgbClr val="FFFFFF"/>
                    </a:gs>
                  </a:gsLst>
                  <a:lin ang="5400000" scaled="0"/>
                  <a:tileRect/>
                </a:gradFill>
              </a:defRPr>
            </a:lvl1pPr>
          </a:lstStyle>
          <a:p>
            <a:pPr lvl="0"/>
            <a:r>
              <a:rPr lang="en-US" dirty="0" smtClean="0"/>
              <a:t>Course title style</a:t>
            </a:r>
            <a:endParaRPr lang="en-US" dirty="0"/>
          </a:p>
        </p:txBody>
      </p:sp>
      <p:sp>
        <p:nvSpPr>
          <p:cNvPr id="8" name="top right small rectangle"/>
          <p:cNvSpPr/>
          <p:nvPr userDrawn="1"/>
        </p:nvSpPr>
        <p:spPr bwMode="auto">
          <a:xfrm>
            <a:off x="8902492" y="2418735"/>
            <a:ext cx="3087947" cy="2600214"/>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137160" tIns="137160" rIns="137160" bIns="137160" numCol="1" rtlCol="0" anchor="b" anchorCtr="0" compatLnSpc="1">
            <a:prstTxWarp prst="textNoShape">
              <a:avLst/>
            </a:prstTxWarp>
          </a:bodyPr>
          <a:lstStyle/>
          <a:p>
            <a:pPr defTabSz="913788" fontAlgn="base">
              <a:spcBef>
                <a:spcPct val="0"/>
              </a:spcBef>
              <a:spcAft>
                <a:spcPct val="0"/>
              </a:spcAft>
            </a:pPr>
            <a:endParaRPr lang="en-US" sz="2000" dirty="0">
              <a:gradFill>
                <a:gsLst>
                  <a:gs pos="0">
                    <a:srgbClr val="FFFFFF"/>
                  </a:gs>
                  <a:gs pos="100000">
                    <a:srgbClr val="FFFFFF"/>
                  </a:gs>
                </a:gsLst>
                <a:lin ang="5400000" scaled="0"/>
              </a:gradFill>
              <a:latin typeface="Segoe UI Light" panose="020B0502040204020203" pitchFamily="34" charset="0"/>
              <a:cs typeface="Segoe UI Light" panose="020B0502040204020203" pitchFamily="34" charset="0"/>
            </a:endParaRPr>
          </a:p>
        </p:txBody>
      </p:sp>
      <p:pic>
        <p:nvPicPr>
          <p:cNvPr id="11" name="Picture 10"/>
          <p:cNvPicPr>
            <a:picLocks noChangeAspect="1"/>
          </p:cNvPicPr>
          <p:nvPr userDrawn="1"/>
        </p:nvPicPr>
        <p:blipFill rotWithShape="1">
          <a:blip r:embed="rId2" cstate="print">
            <a:extLst>
              <a:ext uri="{28A0092B-C50C-407E-A947-70E740481C1C}">
                <a14:useLocalDpi xmlns:a14="http://schemas.microsoft.com/office/drawing/2010/main" val="0"/>
              </a:ext>
            </a:extLst>
          </a:blip>
          <a:srcRect l="9720" t="16544" r="7275" b="16691"/>
          <a:stretch/>
        </p:blipFill>
        <p:spPr>
          <a:xfrm>
            <a:off x="10731799" y="4630992"/>
            <a:ext cx="1131688" cy="334740"/>
          </a:xfrm>
          <a:prstGeom prst="rect">
            <a:avLst/>
          </a:prstGeom>
        </p:spPr>
      </p:pic>
      <p:pic>
        <p:nvPicPr>
          <p:cNvPr id="2" name="Picture 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3271" y="164177"/>
            <a:ext cx="2084416" cy="833766"/>
          </a:xfrm>
          <a:prstGeom prst="rect">
            <a:avLst/>
          </a:prstGeom>
        </p:spPr>
      </p:pic>
    </p:spTree>
    <p:extLst>
      <p:ext uri="{BB962C8B-B14F-4D97-AF65-F5344CB8AC3E}">
        <p14:creationId xmlns:p14="http://schemas.microsoft.com/office/powerpoint/2010/main" val="942519667"/>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3792">
          <p15:clr>
            <a:srgbClr val="FBAE40"/>
          </p15:clr>
        </p15:guide>
        <p15:guide id="2" pos="3839">
          <p15:clr>
            <a:srgbClr val="FBAE40"/>
          </p15:clr>
        </p15:guide>
        <p15:guide id="3" orient="horz" pos="720">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userDrawn="1">
  <p:cSld name="1_Section Header">
    <p:spTree>
      <p:nvGrpSpPr>
        <p:cNvPr id="1" name=""/>
        <p:cNvGrpSpPr/>
        <p:nvPr/>
      </p:nvGrpSpPr>
      <p:grpSpPr>
        <a:xfrm>
          <a:off x="0" y="0"/>
          <a:ext cx="0" cy="0"/>
          <a:chOff x="0" y="0"/>
          <a:chExt cx="0" cy="0"/>
        </a:xfrm>
      </p:grpSpPr>
      <p:sp>
        <p:nvSpPr>
          <p:cNvPr id="9" name="Subtitle 2"/>
          <p:cNvSpPr txBox="1">
            <a:spLocks/>
          </p:cNvSpPr>
          <p:nvPr userDrawn="1"/>
        </p:nvSpPr>
        <p:spPr>
          <a:xfrm>
            <a:off x="8738733" y="2685050"/>
            <a:ext cx="2241224" cy="2355337"/>
          </a:xfrm>
          <a:prstGeom prst="rect">
            <a:avLst/>
          </a:prstGeom>
        </p:spPr>
        <p:txBody>
          <a:bodyPr vert="horz" lIns="91409" tIns="45705" rIns="91409" bIns="45705" rtlCol="0" anchor="ctr" anchorCtr="0">
            <a:normAutofit/>
          </a:bodyPr>
          <a:lstStyle>
            <a:lvl1pPr marL="0" indent="0" algn="l" defTabSz="914052" rtl="0" eaLnBrk="1" latinLnBrk="0" hangingPunct="1">
              <a:lnSpc>
                <a:spcPct val="100000"/>
              </a:lnSpc>
              <a:spcBef>
                <a:spcPts val="0"/>
              </a:spcBef>
              <a:buSzPct val="90000"/>
              <a:buFont typeface="Arial" pitchFamily="34" charset="0"/>
              <a:buNone/>
              <a:defRPr lang="en-US" sz="1800" b="1" kern="1200" spc="-30" baseline="0" dirty="0">
                <a:gradFill>
                  <a:gsLst>
                    <a:gs pos="1250">
                      <a:srgbClr val="FFFFFF"/>
                    </a:gs>
                    <a:gs pos="6250">
                      <a:srgbClr val="FFFFFF"/>
                    </a:gs>
                  </a:gsLst>
                  <a:lin ang="5400000" scaled="0"/>
                </a:gradFill>
                <a:latin typeface="Segoe UI" pitchFamily="34" charset="0"/>
                <a:ea typeface="Segoe UI" pitchFamily="34" charset="0"/>
                <a:cs typeface="Segoe UI" pitchFamily="34" charset="0"/>
              </a:defRPr>
            </a:lvl1pPr>
            <a:lvl2pPr marL="457044" indent="0" algn="ctr" defTabSz="914088" rtl="0" eaLnBrk="1" latinLnBrk="0" hangingPunct="1">
              <a:spcBef>
                <a:spcPts val="300"/>
              </a:spcBef>
              <a:spcAft>
                <a:spcPts val="300"/>
              </a:spcAft>
              <a:buFont typeface="Arial" pitchFamily="34" charset="0"/>
              <a:buNone/>
              <a:defRPr sz="2800" kern="1200">
                <a:solidFill>
                  <a:schemeClr val="tx1">
                    <a:tint val="75000"/>
                  </a:schemeClr>
                </a:solidFill>
                <a:latin typeface="Segoe UI" pitchFamily="34" charset="0"/>
                <a:ea typeface="Segoe UI" pitchFamily="34" charset="0"/>
                <a:cs typeface="Segoe UI" pitchFamily="34" charset="0"/>
              </a:defRPr>
            </a:lvl2pPr>
            <a:lvl3pPr marL="914088" indent="0" algn="ctr" defTabSz="914088" rtl="0" eaLnBrk="1" latinLnBrk="0" hangingPunct="1">
              <a:spcBef>
                <a:spcPts val="200"/>
              </a:spcBef>
              <a:spcAft>
                <a:spcPts val="200"/>
              </a:spcAft>
              <a:buFont typeface="Arial" pitchFamily="34" charset="0"/>
              <a:buNone/>
              <a:defRPr sz="2400" kern="1200">
                <a:solidFill>
                  <a:schemeClr val="tx1">
                    <a:tint val="75000"/>
                  </a:schemeClr>
                </a:solidFill>
                <a:latin typeface="Segoe UI" pitchFamily="34" charset="0"/>
                <a:ea typeface="Segoe UI" pitchFamily="34" charset="0"/>
                <a:cs typeface="Segoe UI" pitchFamily="34" charset="0"/>
              </a:defRPr>
            </a:lvl3pPr>
            <a:lvl4pPr marL="1371133" indent="0" algn="ctr" defTabSz="914088" rtl="0" eaLnBrk="1" latinLnBrk="0" hangingPunct="1">
              <a:spcBef>
                <a:spcPct val="20000"/>
              </a:spcBef>
              <a:buFont typeface="Arial" pitchFamily="34" charset="0"/>
              <a:buNone/>
              <a:defRPr sz="2000" kern="1200">
                <a:solidFill>
                  <a:schemeClr val="tx1">
                    <a:tint val="75000"/>
                  </a:schemeClr>
                </a:solidFill>
                <a:latin typeface="Segoe UI" pitchFamily="34" charset="0"/>
                <a:ea typeface="Segoe UI" pitchFamily="34" charset="0"/>
                <a:cs typeface="Segoe UI" pitchFamily="34" charset="0"/>
              </a:defRPr>
            </a:lvl4pPr>
            <a:lvl5pPr marL="1828178" indent="0" algn="ctr" defTabSz="914088" rtl="0" eaLnBrk="1" latinLnBrk="0" hangingPunct="1">
              <a:spcBef>
                <a:spcPct val="20000"/>
              </a:spcBef>
              <a:buFont typeface="Arial" pitchFamily="34" charset="0"/>
              <a:buNone/>
              <a:defRPr sz="2000" kern="1200">
                <a:solidFill>
                  <a:schemeClr val="tx1">
                    <a:tint val="75000"/>
                  </a:schemeClr>
                </a:solidFill>
                <a:latin typeface="Segoe UI" pitchFamily="34" charset="0"/>
                <a:ea typeface="Segoe UI" pitchFamily="34" charset="0"/>
                <a:cs typeface="Segoe UI" pitchFamily="34" charset="0"/>
              </a:defRPr>
            </a:lvl5pPr>
            <a:lvl6pPr marL="2285222"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6pPr>
            <a:lvl7pPr marL="2742267"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7pPr>
            <a:lvl8pPr marL="3199311"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8pPr>
            <a:lvl9pPr marL="3656358" indent="0" algn="ctr" defTabSz="914088" rtl="0" eaLnBrk="1" latinLnBrk="0" hangingPunct="1">
              <a:spcBef>
                <a:spcPct val="20000"/>
              </a:spcBef>
              <a:buFont typeface="Arial" pitchFamily="34" charset="0"/>
              <a:buNone/>
              <a:defRPr sz="2000" kern="1200">
                <a:solidFill>
                  <a:schemeClr val="tx1">
                    <a:tint val="75000"/>
                  </a:schemeClr>
                </a:solidFill>
                <a:latin typeface="+mn-lt"/>
                <a:ea typeface="+mn-ea"/>
                <a:cs typeface="+mn-cs"/>
              </a:defRPr>
            </a:lvl9pPr>
          </a:lstStyle>
          <a:p>
            <a:r>
              <a:rPr lang="en-US" smtClean="0"/>
              <a:t>Click to edit Master subtitle style</a:t>
            </a:r>
            <a:endParaRPr lang="en-US"/>
          </a:p>
        </p:txBody>
      </p:sp>
      <p:sp>
        <p:nvSpPr>
          <p:cNvPr id="13" name="Title 1"/>
          <p:cNvSpPr txBox="1">
            <a:spLocks/>
          </p:cNvSpPr>
          <p:nvPr userDrawn="1"/>
        </p:nvSpPr>
        <p:spPr>
          <a:xfrm>
            <a:off x="193271" y="3376350"/>
            <a:ext cx="8409867" cy="1692617"/>
          </a:xfrm>
          <a:prstGeom prst="rect">
            <a:avLst/>
          </a:prstGeom>
          <a:solidFill>
            <a:srgbClr val="82BF36"/>
          </a:solidFill>
          <a:effectLst/>
        </p:spPr>
        <p:txBody>
          <a:bodyPr vert="horz" lIns="137160" tIns="137160" rIns="91409" bIns="137160" rtlCol="0" anchor="b" anchorCtr="0">
            <a:noAutofit/>
          </a:bodyPr>
          <a:lstStyle>
            <a:lvl1pPr algn="l" defTabSz="914088" rtl="0" eaLnBrk="1" latinLnBrk="0" hangingPunct="1">
              <a:spcBef>
                <a:spcPct val="0"/>
              </a:spcBef>
              <a:buNone/>
              <a:defRPr lang="en-US" sz="4000" kern="0" dirty="0">
                <a:ln w="3175">
                  <a:noFill/>
                </a:ln>
                <a:gradFill flip="none" rotWithShape="1">
                  <a:gsLst>
                    <a:gs pos="4583">
                      <a:srgbClr val="FFFFFF"/>
                    </a:gs>
                    <a:gs pos="100000">
                      <a:srgbClr val="FFFFFF"/>
                    </a:gs>
                  </a:gsLst>
                  <a:lin ang="5400000" scaled="0"/>
                  <a:tileRect/>
                </a:gradFill>
                <a:latin typeface="Segoe UI" pitchFamily="34" charset="0"/>
                <a:ea typeface="Segoe UI" pitchFamily="34" charset="0"/>
                <a:cs typeface="Segoe UI" pitchFamily="34" charset="0"/>
              </a:defRPr>
            </a:lvl1pPr>
          </a:lstStyle>
          <a:p>
            <a:endParaRPr lang="en-US" sz="4000" dirty="0"/>
          </a:p>
        </p:txBody>
      </p:sp>
      <p:sp>
        <p:nvSpPr>
          <p:cNvPr id="14" name="top right small rectangle"/>
          <p:cNvSpPr/>
          <p:nvPr userDrawn="1"/>
        </p:nvSpPr>
        <p:spPr bwMode="auto">
          <a:xfrm>
            <a:off x="8682790" y="3374967"/>
            <a:ext cx="3257419" cy="1694322"/>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pic>
        <p:nvPicPr>
          <p:cNvPr id="15" name="Picture 14"/>
          <p:cNvPicPr>
            <a:picLocks noChangeAspect="1"/>
          </p:cNvPicPr>
          <p:nvPr userDrawn="1"/>
        </p:nvPicPr>
        <p:blipFill rotWithShape="1">
          <a:blip r:embed="rId2" cstate="print">
            <a:extLst>
              <a:ext uri="{28A0092B-C50C-407E-A947-70E740481C1C}">
                <a14:useLocalDpi xmlns:a14="http://schemas.microsoft.com/office/drawing/2010/main" val="0"/>
              </a:ext>
            </a:extLst>
          </a:blip>
          <a:srcRect l="9720" t="16544" r="7275" b="16691"/>
          <a:stretch/>
        </p:blipFill>
        <p:spPr>
          <a:xfrm>
            <a:off x="11181757" y="4821401"/>
            <a:ext cx="740346" cy="218986"/>
          </a:xfrm>
          <a:prstGeom prst="rect">
            <a:avLst/>
          </a:prstGeom>
        </p:spPr>
      </p:pic>
      <p:sp>
        <p:nvSpPr>
          <p:cNvPr id="16" name="Text Placeholder 10"/>
          <p:cNvSpPr>
            <a:spLocks noGrp="1"/>
          </p:cNvSpPr>
          <p:nvPr>
            <p:ph type="body" sz="quarter" idx="10" hasCustomPrompt="1"/>
          </p:nvPr>
        </p:nvSpPr>
        <p:spPr>
          <a:xfrm>
            <a:off x="292101" y="3466407"/>
            <a:ext cx="8215796" cy="1485524"/>
          </a:xfrm>
          <a:prstGeom prst="rect">
            <a:avLst/>
          </a:prstGeom>
        </p:spPr>
        <p:txBody>
          <a:bodyPr anchor="b" anchorCtr="0">
            <a:normAutofit/>
          </a:bodyPr>
          <a:lstStyle>
            <a:lvl1pPr marL="0" indent="0">
              <a:buNone/>
              <a:defRPr sz="3600" b="0" baseline="0">
                <a:solidFill>
                  <a:schemeClr val="bg1"/>
                </a:solidFill>
                <a:latin typeface="Segoe UI Light" panose="020B0502040204020203" pitchFamily="34" charset="0"/>
                <a:cs typeface="Segoe UI Light" panose="020B0502040204020203" pitchFamily="34" charset="0"/>
              </a:defRPr>
            </a:lvl1pPr>
          </a:lstStyle>
          <a:p>
            <a:pPr lvl="0"/>
            <a:r>
              <a:rPr lang="en-US" dirty="0" smtClean="0"/>
              <a:t>Module or Section transition style</a:t>
            </a:r>
          </a:p>
        </p:txBody>
      </p:sp>
      <p:sp>
        <p:nvSpPr>
          <p:cNvPr id="11" name="Subtitle 2"/>
          <p:cNvSpPr>
            <a:spLocks noGrp="1"/>
          </p:cNvSpPr>
          <p:nvPr>
            <p:ph type="subTitle" idx="1"/>
          </p:nvPr>
        </p:nvSpPr>
        <p:spPr>
          <a:xfrm>
            <a:off x="193271" y="5132437"/>
            <a:ext cx="8409867" cy="1460779"/>
          </a:xfrm>
          <a:prstGeom prst="rect">
            <a:avLst/>
          </a:prstGeom>
        </p:spPr>
        <p:txBody>
          <a:bodyPr lIns="137160" tIns="137160" rIns="137160" bIns="137160" anchor="b" anchorCtr="0">
            <a:normAutofit/>
          </a:bodyPr>
          <a:lstStyle>
            <a:lvl1pPr marL="0" indent="0" algn="l" defTabSz="914052" rtl="0" eaLnBrk="1" latinLnBrk="0" hangingPunct="1">
              <a:lnSpc>
                <a:spcPct val="100000"/>
              </a:lnSpc>
              <a:spcBef>
                <a:spcPts val="0"/>
              </a:spcBef>
              <a:buSzPct val="90000"/>
              <a:buFont typeface="Arial" pitchFamily="34" charset="0"/>
              <a:buNone/>
              <a:defRPr lang="en-US" sz="2400" b="0" kern="0" spc="0" baseline="0" dirty="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457044" indent="0" algn="ctr">
              <a:buNone/>
              <a:defRPr>
                <a:solidFill>
                  <a:schemeClr val="tx1">
                    <a:tint val="75000"/>
                  </a:schemeClr>
                </a:solidFill>
              </a:defRPr>
            </a:lvl2pPr>
            <a:lvl3pPr marL="914088" indent="0" algn="ctr">
              <a:buNone/>
              <a:defRPr>
                <a:solidFill>
                  <a:schemeClr val="tx1">
                    <a:tint val="75000"/>
                  </a:schemeClr>
                </a:solidFill>
              </a:defRPr>
            </a:lvl3pPr>
            <a:lvl4pPr marL="1371133" indent="0" algn="ctr">
              <a:buNone/>
              <a:defRPr>
                <a:solidFill>
                  <a:schemeClr val="tx1">
                    <a:tint val="75000"/>
                  </a:schemeClr>
                </a:solidFill>
              </a:defRPr>
            </a:lvl4pPr>
            <a:lvl5pPr marL="1828178" indent="0" algn="ctr">
              <a:buNone/>
              <a:defRPr>
                <a:solidFill>
                  <a:schemeClr val="tx1">
                    <a:tint val="75000"/>
                  </a:schemeClr>
                </a:solidFill>
              </a:defRPr>
            </a:lvl5pPr>
            <a:lvl6pPr marL="2285222" indent="0" algn="ctr">
              <a:buNone/>
              <a:defRPr>
                <a:solidFill>
                  <a:schemeClr val="tx1">
                    <a:tint val="75000"/>
                  </a:schemeClr>
                </a:solidFill>
              </a:defRPr>
            </a:lvl6pPr>
            <a:lvl7pPr marL="2742267" indent="0" algn="ctr">
              <a:buNone/>
              <a:defRPr>
                <a:solidFill>
                  <a:schemeClr val="tx1">
                    <a:tint val="75000"/>
                  </a:schemeClr>
                </a:solidFill>
              </a:defRPr>
            </a:lvl7pPr>
            <a:lvl8pPr marL="3199311" indent="0" algn="ctr">
              <a:buNone/>
              <a:defRPr>
                <a:solidFill>
                  <a:schemeClr val="tx1">
                    <a:tint val="75000"/>
                  </a:schemeClr>
                </a:solidFill>
              </a:defRPr>
            </a:lvl8pPr>
            <a:lvl9pPr marL="3656358" indent="0" algn="ctr">
              <a:buNone/>
              <a:defRPr>
                <a:solidFill>
                  <a:schemeClr val="tx1">
                    <a:tint val="75000"/>
                  </a:schemeClr>
                </a:solidFill>
              </a:defRPr>
            </a:lvl9pPr>
          </a:lstStyle>
          <a:p>
            <a:r>
              <a:rPr lang="en-US" dirty="0" smtClean="0"/>
              <a:t>Click to edit Master subtitle style</a:t>
            </a:r>
            <a:endParaRPr lang="en-US" dirty="0"/>
          </a:p>
        </p:txBody>
      </p:sp>
      <p:pic>
        <p:nvPicPr>
          <p:cNvPr id="12" name="Picture 11"/>
          <p:cNvPicPr>
            <a:picLocks noChangeAspect="1"/>
          </p:cNvPicPr>
          <p:nvPr userDrawn="1"/>
        </p:nvPicPr>
        <p:blipFill>
          <a:blip r:embed="rId3">
            <a:extLst>
              <a:ext uri="{28A0092B-C50C-407E-A947-70E740481C1C}">
                <a14:useLocalDpi xmlns:a14="http://schemas.microsoft.com/office/drawing/2010/main" val="0"/>
              </a:ext>
            </a:extLst>
          </a:blip>
          <a:stretch>
            <a:fillRect/>
          </a:stretch>
        </p:blipFill>
        <p:spPr>
          <a:xfrm>
            <a:off x="193271" y="164177"/>
            <a:ext cx="2084416" cy="833766"/>
          </a:xfrm>
          <a:prstGeom prst="rect">
            <a:avLst/>
          </a:prstGeom>
        </p:spPr>
      </p:pic>
    </p:spTree>
    <p:extLst>
      <p:ext uri="{BB962C8B-B14F-4D97-AF65-F5344CB8AC3E}">
        <p14:creationId xmlns:p14="http://schemas.microsoft.com/office/powerpoint/2010/main" val="3891348690"/>
      </p:ext>
    </p:extLst>
  </p:cSld>
  <p:clrMapOvr>
    <a:masterClrMapping/>
  </p:clrMapOvr>
  <p:timing>
    <p:tnLst>
      <p:par>
        <p:cTn id="1" dur="indefinite" restart="never" nodeType="tmRoot"/>
      </p:par>
    </p:tnLst>
  </p:timing>
  <p:extLst mod="1">
    <p:ext uri="{DCECCB84-F9BA-43D5-87BE-67443E8EF086}">
      <p15:sldGuideLst xmlns:p15="http://schemas.microsoft.com/office/powerpoint/2012/main">
        <p15:guide id="1" orient="horz" pos="2160">
          <p15:clr>
            <a:srgbClr val="FBAE40"/>
          </p15:clr>
        </p15:guide>
        <p15:guide id="2" pos="3840">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DEMO Layout">
    <p:spTree>
      <p:nvGrpSpPr>
        <p:cNvPr id="1" name=""/>
        <p:cNvGrpSpPr/>
        <p:nvPr/>
      </p:nvGrpSpPr>
      <p:grpSpPr>
        <a:xfrm>
          <a:off x="0" y="0"/>
          <a:ext cx="0" cy="0"/>
          <a:chOff x="0" y="0"/>
          <a:chExt cx="0" cy="0"/>
        </a:xfrm>
      </p:grpSpPr>
      <p:sp>
        <p:nvSpPr>
          <p:cNvPr id="3" name="Title Placeholder 9"/>
          <p:cNvSpPr>
            <a:spLocks noGrp="1"/>
          </p:cNvSpPr>
          <p:nvPr>
            <p:ph type="title"/>
          </p:nvPr>
        </p:nvSpPr>
        <p:spPr>
          <a:xfrm>
            <a:off x="608171" y="4468764"/>
            <a:ext cx="11432977" cy="1676400"/>
          </a:xfrm>
          <a:prstGeom prst="rect">
            <a:avLst/>
          </a:prstGeom>
        </p:spPr>
        <p:txBody>
          <a:bodyPr vert="horz" lIns="91409" tIns="45705" rIns="91409" bIns="45705" rtlCol="0" anchor="t" anchorCtr="0">
            <a:normAutofit/>
          </a:bodyPr>
          <a:lstStyle>
            <a:lvl1pPr>
              <a:defRPr sz="3600"/>
            </a:lvl1pPr>
          </a:lstStyle>
          <a:p>
            <a:r>
              <a:rPr lang="en-US" dirty="0" smtClean="0"/>
              <a:t>Click to edit Master title style</a:t>
            </a:r>
            <a:endParaRPr lang="en-US" dirty="0"/>
          </a:p>
        </p:txBody>
      </p:sp>
      <p:sp>
        <p:nvSpPr>
          <p:cNvPr id="2" name="TextBox 1"/>
          <p:cNvSpPr txBox="1"/>
          <p:nvPr userDrawn="1"/>
        </p:nvSpPr>
        <p:spPr>
          <a:xfrm>
            <a:off x="608171" y="3087325"/>
            <a:ext cx="11356757" cy="1107996"/>
          </a:xfrm>
          <a:prstGeom prst="rect">
            <a:avLst/>
          </a:prstGeom>
          <a:noFill/>
        </p:spPr>
        <p:txBody>
          <a:bodyPr wrap="square" rtlCol="0">
            <a:spAutoFit/>
          </a:bodyPr>
          <a:lstStyle/>
          <a:p>
            <a:pPr defTabSz="914088"/>
            <a:r>
              <a:rPr lang="en-US" sz="6600" dirty="0">
                <a:solidFill>
                  <a:prstClr val="black"/>
                </a:solidFill>
                <a:latin typeface="Segoe UI Light" pitchFamily="34" charset="0"/>
                <a:ea typeface="Segoe UI" pitchFamily="34" charset="0"/>
                <a:cs typeface="Segoe UI" pitchFamily="34" charset="0"/>
              </a:rPr>
              <a:t>DEMO</a:t>
            </a:r>
          </a:p>
        </p:txBody>
      </p:sp>
      <p:cxnSp>
        <p:nvCxnSpPr>
          <p:cNvPr id="6" name="Straight Connector 5"/>
          <p:cNvCxnSpPr/>
          <p:nvPr userDrawn="1"/>
        </p:nvCxnSpPr>
        <p:spPr>
          <a:xfrm>
            <a:off x="608171" y="4077925"/>
            <a:ext cx="11356757" cy="0"/>
          </a:xfrm>
          <a:prstGeom prst="line">
            <a:avLst/>
          </a:prstGeom>
          <a:ln>
            <a:solidFill>
              <a:schemeClr val="tx1"/>
            </a:solidFill>
          </a:ln>
          <a:effectLst>
            <a:outerShdw blurRad="50800" dist="38100" dir="2700000" algn="tl"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pic>
        <p:nvPicPr>
          <p:cNvPr id="8" name="Picture 7"/>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171450" y="177800"/>
            <a:ext cx="2857500" cy="1143000"/>
          </a:xfrm>
          <a:prstGeom prst="rect">
            <a:avLst/>
          </a:prstGeom>
        </p:spPr>
      </p:pic>
    </p:spTree>
    <p:extLst>
      <p:ext uri="{BB962C8B-B14F-4D97-AF65-F5344CB8AC3E}">
        <p14:creationId xmlns:p14="http://schemas.microsoft.com/office/powerpoint/2010/main" val="3823260024"/>
      </p:ext>
    </p:extLst>
  </p:cSld>
  <p:clrMapOvr>
    <a:masterClrMapping/>
  </p:clrMapOvr>
  <p:timing>
    <p:tnLst>
      <p:par>
        <p:cTn id="1" dur="indefinite" restart="never" nodeType="tmRoot"/>
      </p:par>
    </p:tnLst>
  </p:timing>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dirty="0" smtClean="0"/>
              <a:t>Click to edit Master title style</a:t>
            </a:r>
            <a:endParaRPr lang="en-US" dirty="0"/>
          </a:p>
        </p:txBody>
      </p:sp>
      <p:sp>
        <p:nvSpPr>
          <p:cNvPr id="6" name="Content Placeholder 5"/>
          <p:cNvSpPr>
            <a:spLocks noGrp="1"/>
          </p:cNvSpPr>
          <p:nvPr>
            <p:ph sz="quarter" idx="10"/>
          </p:nvPr>
        </p:nvSpPr>
        <p:spPr>
          <a:xfrm>
            <a:off x="379413" y="1388226"/>
            <a:ext cx="11525250" cy="5290388"/>
          </a:xfrm>
          <a:prstGeom prst="rect">
            <a:avLst/>
          </a:prstGeom>
        </p:spPr>
        <p:txBody>
          <a:bodyPr/>
          <a:lstStyle>
            <a:lvl1pPr>
              <a:spcBef>
                <a:spcPts val="1400"/>
              </a:spcBef>
              <a:defRPr b="0"/>
            </a:lvl1pPr>
            <a:lvl2pPr>
              <a:defRPr>
                <a:solidFill>
                  <a:schemeClr val="tx1">
                    <a:lumMod val="75000"/>
                    <a:lumOff val="25000"/>
                  </a:schemeClr>
                </a:solidFill>
              </a:defRPr>
            </a:lvl2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1607745834"/>
      </p:ext>
    </p:extLst>
  </p:cSld>
  <p:clrMapOvr>
    <a:masterClrMapping/>
  </p:clrMapOvr>
  <p:timing>
    <p:tnLst>
      <p:par>
        <p:cTn id="1" dur="indefinite" restart="never" nodeType="tmRoot"/>
      </p:par>
    </p:tnLst>
  </p:timing>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Two Content">
    <p:spTree>
      <p:nvGrpSpPr>
        <p:cNvPr id="1" name=""/>
        <p:cNvGrpSpPr/>
        <p:nvPr/>
      </p:nvGrpSpPr>
      <p:grpSpPr>
        <a:xfrm>
          <a:off x="0" y="0"/>
          <a:ext cx="0" cy="0"/>
          <a:chOff x="0" y="0"/>
          <a:chExt cx="0" cy="0"/>
        </a:xfrm>
      </p:grpSpPr>
      <p:sp>
        <p:nvSpPr>
          <p:cNvPr id="8" name="Content Placeholder 3"/>
          <p:cNvSpPr>
            <a:spLocks noGrp="1"/>
          </p:cNvSpPr>
          <p:nvPr>
            <p:ph sz="half" idx="2"/>
          </p:nvPr>
        </p:nvSpPr>
        <p:spPr>
          <a:xfrm>
            <a:off x="379511" y="1371601"/>
            <a:ext cx="5616915"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Content Placeholder 5"/>
          <p:cNvSpPr>
            <a:spLocks noGrp="1"/>
          </p:cNvSpPr>
          <p:nvPr>
            <p:ph sz="quarter" idx="4"/>
          </p:nvPr>
        </p:nvSpPr>
        <p:spPr>
          <a:xfrm>
            <a:off x="6275742" y="1371601"/>
            <a:ext cx="5619121" cy="4953001"/>
          </a:xfrm>
          <a:prstGeom prst="rect">
            <a:avLst/>
          </a:prstGeom>
        </p:spPr>
        <p:txBody>
          <a:bodyPr>
            <a:normAutofit/>
          </a:bodyPr>
          <a:lstStyle>
            <a:lvl1pPr>
              <a:defRPr sz="3200"/>
            </a:lvl1pPr>
            <a:lvl2pPr>
              <a:defRPr sz="2800"/>
            </a:lvl2pPr>
            <a:lvl3pPr>
              <a:defRPr sz="2400"/>
            </a:lvl3pPr>
            <a:lvl4pPr>
              <a:defRPr sz="2000"/>
            </a:lvl4pPr>
            <a:lvl5pPr>
              <a:defRPr sz="20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3199461456"/>
      </p:ext>
    </p:extLst>
  </p:cSld>
  <p:clrMapOvr>
    <a:masterClrMapping/>
  </p:clrMapOvr>
  <p:timing>
    <p:tnLst>
      <p:par>
        <p:cTn id="1" dur="indefinite" restart="never" nodeType="tmRoot"/>
      </p:par>
    </p:tnLst>
  </p:timing>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3" name="Text Placeholder 2"/>
          <p:cNvSpPr>
            <a:spLocks noGrp="1"/>
          </p:cNvSpPr>
          <p:nvPr>
            <p:ph type="body" idx="1"/>
          </p:nvPr>
        </p:nvSpPr>
        <p:spPr>
          <a:xfrm>
            <a:off x="379511" y="1330656"/>
            <a:ext cx="5616915" cy="639762"/>
          </a:xfrm>
          <a:prstGeom prst="rect">
            <a:avLst/>
          </a:prstGeom>
          <a:solidFill>
            <a:srgbClr val="86C400"/>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smtClean="0"/>
              <a:t>Click to edit Master text styles</a:t>
            </a:r>
          </a:p>
        </p:txBody>
      </p:sp>
      <p:sp>
        <p:nvSpPr>
          <p:cNvPr id="4" name="Content Placeholder 3"/>
          <p:cNvSpPr>
            <a:spLocks noGrp="1"/>
          </p:cNvSpPr>
          <p:nvPr>
            <p:ph sz="half" idx="2"/>
          </p:nvPr>
        </p:nvSpPr>
        <p:spPr>
          <a:xfrm>
            <a:off x="379511" y="1981200"/>
            <a:ext cx="5616915"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6345807" y="1330656"/>
            <a:ext cx="5619121" cy="639762"/>
          </a:xfrm>
          <a:prstGeom prst="rect">
            <a:avLst/>
          </a:prstGeom>
          <a:solidFill>
            <a:srgbClr val="1F497D"/>
          </a:solidFill>
        </p:spPr>
        <p:txBody>
          <a:bodyPr anchor="b">
            <a:normAutofit/>
          </a:bodyPr>
          <a:lstStyle>
            <a:lvl1pPr marL="0" indent="0">
              <a:buNone/>
              <a:defRPr sz="3200" b="1">
                <a:solidFill>
                  <a:schemeClr val="bg1"/>
                </a:solidFill>
                <a:effectLst/>
              </a:defRPr>
            </a:lvl1pPr>
            <a:lvl2pPr marL="457044" indent="0">
              <a:buNone/>
              <a:defRPr sz="2000" b="1"/>
            </a:lvl2pPr>
            <a:lvl3pPr marL="914088" indent="0">
              <a:buNone/>
              <a:defRPr sz="1800" b="1"/>
            </a:lvl3pPr>
            <a:lvl4pPr marL="1371133" indent="0">
              <a:buNone/>
              <a:defRPr sz="1600" b="1"/>
            </a:lvl4pPr>
            <a:lvl5pPr marL="1828178" indent="0">
              <a:buNone/>
              <a:defRPr sz="1600" b="1"/>
            </a:lvl5pPr>
            <a:lvl6pPr marL="2285222" indent="0">
              <a:buNone/>
              <a:defRPr sz="1600" b="1"/>
            </a:lvl6pPr>
            <a:lvl7pPr marL="2742267" indent="0">
              <a:buNone/>
              <a:defRPr sz="1600" b="1"/>
            </a:lvl7pPr>
            <a:lvl8pPr marL="3199311" indent="0">
              <a:buNone/>
              <a:defRPr sz="1600" b="1"/>
            </a:lvl8pPr>
            <a:lvl9pPr marL="3656358" indent="0">
              <a:buNone/>
              <a:defRPr sz="1600" b="1"/>
            </a:lvl9pPr>
          </a:lstStyle>
          <a:p>
            <a:pPr lvl="0"/>
            <a:r>
              <a:rPr lang="en-US" dirty="0" smtClean="0"/>
              <a:t>Click to edit Master text styles</a:t>
            </a:r>
          </a:p>
        </p:txBody>
      </p:sp>
      <p:sp>
        <p:nvSpPr>
          <p:cNvPr id="6" name="Content Placeholder 5"/>
          <p:cNvSpPr>
            <a:spLocks noGrp="1"/>
          </p:cNvSpPr>
          <p:nvPr>
            <p:ph sz="quarter" idx="4"/>
          </p:nvPr>
        </p:nvSpPr>
        <p:spPr>
          <a:xfrm>
            <a:off x="6345807" y="1981200"/>
            <a:ext cx="5619121" cy="4648200"/>
          </a:xfrm>
          <a:prstGeom prst="rect">
            <a:avLst/>
          </a:prstGeom>
        </p:spPr>
        <p:txBody>
          <a:bodyPr/>
          <a:lstStyle>
            <a:lvl1pPr>
              <a:defRPr sz="2800"/>
            </a:lvl1pPr>
            <a:lvl2pPr>
              <a:defRPr sz="2400"/>
            </a:lvl2pPr>
            <a:lvl3pPr>
              <a:defRPr sz="2000"/>
            </a:lvl3pPr>
            <a:lvl4pPr>
              <a:defRPr sz="1800"/>
            </a:lvl4pPr>
            <a:lvl5pPr>
              <a:defRPr sz="1800"/>
            </a:lvl5pPr>
            <a:lvl6pPr>
              <a:defRPr sz="1600"/>
            </a:lvl6pPr>
            <a:lvl7pPr>
              <a:defRPr sz="1600"/>
            </a:lvl7pPr>
            <a:lvl8pPr>
              <a:defRPr sz="1600"/>
            </a:lvl8pPr>
            <a:lvl9pPr>
              <a:defRPr sz="16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669021601"/>
      </p:ext>
    </p:extLst>
  </p:cSld>
  <p:clrMapOvr>
    <a:masterClrMapping/>
  </p:clrMapOvr>
  <p:timing>
    <p:tnLst>
      <p:par>
        <p:cTn id="1" dur="indefinite" restart="never" nodeType="tmRoot"/>
      </p:par>
    </p:tnLst>
  </p:timing>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Tree>
    <p:extLst>
      <p:ext uri="{BB962C8B-B14F-4D97-AF65-F5344CB8AC3E}">
        <p14:creationId xmlns:p14="http://schemas.microsoft.com/office/powerpoint/2010/main" val="67839895"/>
      </p:ext>
    </p:extLst>
  </p:cSld>
  <p:clrMapOvr>
    <a:masterClrMapping/>
  </p:clrMapOvr>
  <p:timing>
    <p:tnLst>
      <p:par>
        <p:cTn id="1" dur="indefinite" restart="never" nodeType="tmRoot"/>
      </p:par>
    </p:tnLst>
  </p:timing>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1728541262"/>
      </p:ext>
    </p:extLst>
  </p:cSld>
  <p:clrMapOvr>
    <a:masterClrMapping/>
  </p:clrMapOvr>
  <p:timing>
    <p:tnLst>
      <p:par>
        <p:cTn id="1" dur="indefinite" restart="never" nodeType="tmRoot"/>
      </p:par>
    </p:tnLst>
  </p:timing>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5_Blank Color 1 Layout">
    <p:spTree>
      <p:nvGrpSpPr>
        <p:cNvPr id="1" name=""/>
        <p:cNvGrpSpPr/>
        <p:nvPr/>
      </p:nvGrpSpPr>
      <p:grpSpPr>
        <a:xfrm>
          <a:off x="0" y="0"/>
          <a:ext cx="0" cy="0"/>
          <a:chOff x="0" y="0"/>
          <a:chExt cx="0" cy="0"/>
        </a:xfrm>
      </p:grpSpPr>
      <p:sp>
        <p:nvSpPr>
          <p:cNvPr id="6" name="top right small rectangle"/>
          <p:cNvSpPr/>
          <p:nvPr userDrawn="1"/>
        </p:nvSpPr>
        <p:spPr bwMode="auto">
          <a:xfrm>
            <a:off x="0" y="0"/>
            <a:ext cx="12192000" cy="6858000"/>
          </a:xfrm>
          <a:prstGeom prst="rect">
            <a:avLst/>
          </a:prstGeom>
          <a:solidFill>
            <a:schemeClr val="tx2"/>
          </a:solidFill>
          <a:ln>
            <a:noFill/>
            <a:headEnd type="none" w="med" len="med"/>
            <a:tailEnd type="none" w="med" len="med"/>
          </a:ln>
        </p:spPr>
        <p:style>
          <a:lnRef idx="2">
            <a:schemeClr val="accent5">
              <a:shade val="50000"/>
            </a:schemeClr>
          </a:lnRef>
          <a:fillRef idx="1">
            <a:schemeClr val="accent5"/>
          </a:fillRef>
          <a:effectRef idx="0">
            <a:schemeClr val="accent5"/>
          </a:effectRef>
          <a:fontRef idx="minor">
            <a:schemeClr val="lt1"/>
          </a:fontRef>
        </p:style>
        <p:txBody>
          <a:bodyPr vert="horz" wrap="square" lIns="91404" tIns="45703" rIns="91404" bIns="45703" numCol="1"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11" name="Rectangle 2"/>
          <p:cNvSpPr>
            <a:spLocks noChangeArrowheads="1"/>
          </p:cNvSpPr>
          <p:nvPr userDrawn="1"/>
        </p:nvSpPr>
        <p:spPr bwMode="auto">
          <a:xfrm>
            <a:off x="530087" y="5960743"/>
            <a:ext cx="11078818" cy="738664"/>
          </a:xfrm>
          <a:prstGeom prst="rect">
            <a:avLst/>
          </a:prstGeom>
          <a:noFill/>
          <a:ln w="9525">
            <a:noFill/>
            <a:miter lim="800000"/>
            <a:headEnd/>
            <a:tailEnd/>
          </a:ln>
        </p:spPr>
        <p:txBody>
          <a:bodyPr wrap="square">
            <a:spAutoFit/>
          </a:bodyPr>
          <a:lstStyle/>
          <a:p>
            <a:pPr marL="0" lvl="1" defTabSz="914088">
              <a:defRPr/>
            </a:pPr>
            <a:r>
              <a:rPr lang="en-US" sz="1050" dirty="0">
                <a:solidFill>
                  <a:schemeClr val="bg1">
                    <a:lumMod val="85000"/>
                  </a:schemeClr>
                </a:solidFill>
              </a:rPr>
              <a:t>©2013 Microsoft Corporation. All rights reserved. Microsoft, Windows, Office, Azure, System Center, Dynamics and other product names are or may be registered trademarks and/or trademarks in the U.S. and/or other countries. 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MICROSOFT MAKES NO WARRANTIES, EXPRESS, IMPLIED OR STATUTORY, AS TO THE INFORMATION IN THIS PRESENTATION.</a:t>
            </a:r>
          </a:p>
        </p:txBody>
      </p:sp>
      <p:pic>
        <p:nvPicPr>
          <p:cNvPr id="5" name="Picture 4"/>
          <p:cNvPicPr>
            <a:picLocks noChangeAspect="1"/>
          </p:cNvPicPr>
          <p:nvPr userDrawn="1"/>
        </p:nvPicPr>
        <p:blipFill rotWithShape="1">
          <a:blip r:embed="rId2" cstate="print">
            <a:extLst>
              <a:ext uri="{28A0092B-C50C-407E-A947-70E740481C1C}">
                <a14:useLocalDpi xmlns:a14="http://schemas.microsoft.com/office/drawing/2010/main" val="0"/>
              </a:ext>
            </a:extLst>
          </a:blip>
          <a:srcRect l="9719"/>
          <a:stretch/>
        </p:blipFill>
        <p:spPr>
          <a:xfrm>
            <a:off x="530087" y="2940117"/>
            <a:ext cx="5473148" cy="2229412"/>
          </a:xfrm>
          <a:prstGeom prst="rect">
            <a:avLst/>
          </a:prstGeom>
        </p:spPr>
      </p:pic>
    </p:spTree>
    <p:extLst>
      <p:ext uri="{BB962C8B-B14F-4D97-AF65-F5344CB8AC3E}">
        <p14:creationId xmlns:p14="http://schemas.microsoft.com/office/powerpoint/2010/main" val="266783722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9249" y="2234114"/>
            <a:ext cx="8375702" cy="1359196"/>
          </a:xfrm>
        </p:spPr>
        <p:txBody>
          <a:bodyPr anchor="ctr" anchorCtr="0">
            <a:noAutofit/>
          </a:bodyPr>
          <a:lstStyle>
            <a:lvl1pPr>
              <a:lnSpc>
                <a:spcPct val="90000"/>
              </a:lnSpc>
              <a:defRPr sz="6600" baseline="0">
                <a:solidFill>
                  <a:schemeClr val="bg1">
                    <a:alpha val="99000"/>
                  </a:schemeClr>
                </a:solidFill>
                <a:latin typeface="Segoe UI Light" pitchFamily="34" charset="0"/>
              </a:defRPr>
            </a:lvl1pPr>
          </a:lstStyle>
          <a:p>
            <a:r>
              <a:rPr lang="en-US" dirty="0" smtClean="0"/>
              <a:t>Title Here</a:t>
            </a:r>
            <a:endParaRPr lang="en-US" dirty="0"/>
          </a:p>
        </p:txBody>
      </p:sp>
      <p:sp>
        <p:nvSpPr>
          <p:cNvPr id="7" name="Text Placeholder 6"/>
          <p:cNvSpPr>
            <a:spLocks noGrp="1"/>
          </p:cNvSpPr>
          <p:nvPr>
            <p:ph type="body" sz="quarter" idx="11" hasCustomPrompt="1"/>
          </p:nvPr>
        </p:nvSpPr>
        <p:spPr>
          <a:xfrm>
            <a:off x="519249" y="4612342"/>
            <a:ext cx="5455754" cy="1144929"/>
          </a:xfrm>
        </p:spPr>
        <p:txBody>
          <a:bodyPr/>
          <a:lstStyle>
            <a:lvl1pPr marL="0" indent="0">
              <a:buFont typeface="Arial" pitchFamily="34" charset="0"/>
              <a:buNone/>
              <a:defRPr sz="2400">
                <a:solidFill>
                  <a:schemeClr val="bg1">
                    <a:alpha val="98000"/>
                  </a:schemeClr>
                </a:solidFill>
                <a:latin typeface="+mj-lt"/>
              </a:defRPr>
            </a:lvl1pPr>
            <a:lvl2pPr marL="460375" indent="0">
              <a:buFont typeface="Arial" pitchFamily="34" charset="0"/>
              <a:buNone/>
              <a:defRPr/>
            </a:lvl2pPr>
            <a:lvl3pPr marL="855663" indent="0">
              <a:buFont typeface="Arial" pitchFamily="34" charset="0"/>
              <a:buNone/>
              <a:defRPr/>
            </a:lvl3pPr>
            <a:lvl4pPr marL="1258888" indent="0">
              <a:buFont typeface="Arial" pitchFamily="34" charset="0"/>
              <a:buNone/>
              <a:defRPr/>
            </a:lvl4pPr>
            <a:lvl5pPr marL="1604963" indent="0">
              <a:buFont typeface="Arial" pitchFamily="34" charset="0"/>
              <a:buNone/>
              <a:defRPr/>
            </a:lvl5pPr>
          </a:lstStyle>
          <a:p>
            <a:pPr lvl="0"/>
            <a:r>
              <a:rPr lang="en-US" dirty="0" smtClean="0"/>
              <a:t>Name</a:t>
            </a:r>
          </a:p>
          <a:p>
            <a:pPr lvl="0"/>
            <a:r>
              <a:rPr lang="en-US" dirty="0" smtClean="0"/>
              <a:t>Title</a:t>
            </a:r>
          </a:p>
          <a:p>
            <a:pPr lvl="0"/>
            <a:r>
              <a:rPr lang="en-US" dirty="0" smtClean="0"/>
              <a:t>Microsoft Corporation</a:t>
            </a:r>
          </a:p>
        </p:txBody>
      </p:sp>
      <p:pic>
        <p:nvPicPr>
          <p:cNvPr id="13" name="Picture 12"/>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249" y="228600"/>
            <a:ext cx="2498478" cy="290338"/>
          </a:xfrm>
          <a:prstGeom prst="rect">
            <a:avLst/>
          </a:prstGeom>
        </p:spPr>
      </p:pic>
    </p:spTree>
    <p:extLst>
      <p:ext uri="{BB962C8B-B14F-4D97-AF65-F5344CB8AC3E}">
        <p14:creationId xmlns:p14="http://schemas.microsoft.com/office/powerpoint/2010/main" val="3325808548"/>
      </p:ext>
    </p:extLst>
  </p:cSld>
  <p:clrMapOvr>
    <a:masterClrMapping/>
  </p:clrMapOvr>
  <p:transition>
    <p:fade/>
  </p:transition>
  <p:timing>
    <p:tnLst>
      <p:par>
        <p:cTn id="1" dur="indefinite" restart="never" nodeType="tmRoot"/>
      </p:par>
    </p:tnLst>
  </p:timing>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800"/>
            <a:ext cx="11151917" cy="946413"/>
          </a:xfrm>
        </p:spPr>
        <p:txBody>
          <a:bodyPr/>
          <a:lstStyle>
            <a:lvl1pPr marL="3175" indent="0">
              <a:spcBef>
                <a:spcPts val="0"/>
              </a:spcBef>
              <a:spcAft>
                <a:spcPts val="900"/>
              </a:spcAft>
              <a:buSzPct val="80000"/>
              <a:buFont typeface="Arial" pitchFamily="34" charset="0"/>
              <a:buNone/>
              <a:defRPr sz="4000" spc="-100" baseline="0">
                <a:gradFill>
                  <a:gsLst>
                    <a:gs pos="0">
                      <a:srgbClr val="595959"/>
                    </a:gs>
                    <a:gs pos="86000">
                      <a:srgbClr val="595959"/>
                    </a:gs>
                  </a:gsLst>
                  <a:lin ang="5400000" scaled="0"/>
                </a:gradFill>
                <a:latin typeface="Segoe UI Light" pitchFamily="34" charset="0"/>
              </a:defRPr>
            </a:lvl1pPr>
            <a:lvl2pPr marL="3175" indent="0">
              <a:spcBef>
                <a:spcPts val="0"/>
              </a:spcBef>
              <a:buSzPct val="80000"/>
              <a:buFont typeface="Arial" pitchFamily="34" charset="0"/>
              <a:buNone/>
              <a:defRPr sz="2000" spc="-50" baseline="0">
                <a:gradFill>
                  <a:gsLst>
                    <a:gs pos="0">
                      <a:srgbClr val="595959"/>
                    </a:gs>
                    <a:gs pos="86000">
                      <a:srgbClr val="595959"/>
                    </a:gs>
                  </a:gsLst>
                  <a:lin ang="5400000" scaled="0"/>
                </a:gradFill>
              </a:defRPr>
            </a:lvl2pPr>
            <a:lvl3pPr marL="1258888" indent="-40322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604963" indent="-34607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941513" indent="-33655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pic>
        <p:nvPicPr>
          <p:cNvPr id="4" name="Picture 3"/>
          <p:cNvPicPr>
            <a:picLocks noChangeAspect="1"/>
          </p:cNvPicPr>
          <p:nvPr userDrawn="1"/>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068499933"/>
      </p:ext>
    </p:extLst>
  </p:cSld>
  <p:clrMapOvr>
    <a:masterClrMapping/>
  </p:clrMapOvr>
  <p:transition>
    <p:fade/>
  </p:transition>
  <p:timing>
    <p:tnLst>
      <p:par>
        <p:cTn id="1" dur="indefinite" restart="never" nodeType="tmRoot"/>
      </p:par>
    </p:tnLst>
  </p:timing>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799"/>
            <a:ext cx="11151917" cy="2099036"/>
          </a:xfrm>
        </p:spPr>
        <p:txBody>
          <a:bodyPr/>
          <a:lstStyle>
            <a:lvl1pPr marL="0" indent="0">
              <a:spcBef>
                <a:spcPts val="0"/>
              </a:spcBef>
              <a:spcAft>
                <a:spcPts val="0"/>
              </a:spcAft>
              <a:buFont typeface="Arial" pitchFamily="34" charset="0"/>
              <a:buNone/>
              <a:defRPr lang="en-US" sz="3200" kern="1200" dirty="0" smtClean="0">
                <a:gradFill>
                  <a:gsLst>
                    <a:gs pos="0">
                      <a:srgbClr val="595959"/>
                    </a:gs>
                    <a:gs pos="86000">
                      <a:srgbClr val="595959"/>
                    </a:gs>
                  </a:gsLst>
                  <a:lin ang="5400000" scaled="0"/>
                </a:gradFill>
                <a:latin typeface="+mn-lt"/>
                <a:ea typeface="+mn-ea"/>
                <a:cs typeface="+mn-cs"/>
              </a:defRPr>
            </a:lvl1pPr>
            <a:lvl2pPr marL="688975" indent="-342900">
              <a:spcBef>
                <a:spcPts val="0"/>
              </a:spcBef>
              <a:spcAft>
                <a:spcPts val="0"/>
              </a:spcAft>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0" indent="0">
              <a:spcBef>
                <a:spcPts val="0"/>
              </a:spcBef>
              <a:spcAft>
                <a:spcPts val="400"/>
              </a:spcAft>
              <a:buNone/>
              <a:defRPr sz="2000"/>
            </a:lvl3pPr>
            <a:lvl4pPr marL="0" indent="0">
              <a:spcBef>
                <a:spcPts val="0"/>
              </a:spcBef>
              <a:spcAft>
                <a:spcPts val="400"/>
              </a:spcAft>
              <a:buNone/>
              <a:defRPr/>
            </a:lvl4pPr>
            <a:lvl5pPr marL="342900" indent="-342900">
              <a:spcBef>
                <a:spcPts val="0"/>
              </a:spcBef>
              <a:spcAft>
                <a:spcPts val="400"/>
              </a:spcAft>
              <a:buFont typeface="Arial" pitchFamily="34" charset="0"/>
              <a:buChar char="•"/>
              <a:defRPr/>
            </a:lvl5pPr>
            <a:lvl6pPr marL="1033462" indent="-342900">
              <a:buFont typeface="Arial" pitchFamily="34" charset="0"/>
              <a:buChar char="•"/>
              <a:defRPr sz="2400">
                <a:gradFill>
                  <a:gsLst>
                    <a:gs pos="0">
                      <a:srgbClr val="595959"/>
                    </a:gs>
                    <a:gs pos="86000">
                      <a:srgbClr val="595959"/>
                    </a:gs>
                  </a:gsLst>
                  <a:lin ang="5400000" scaled="0"/>
                </a:gradFill>
              </a:defRPr>
            </a:lvl6pPr>
            <a:lvl7pPr marL="1255713" indent="-225425">
              <a:defRPr>
                <a:gradFill>
                  <a:gsLst>
                    <a:gs pos="0">
                      <a:srgbClr val="595959"/>
                    </a:gs>
                    <a:gs pos="86000">
                      <a:srgbClr val="595959"/>
                    </a:gs>
                  </a:gsLst>
                  <a:lin ang="5400000" scaled="0"/>
                </a:gradFill>
              </a:defRPr>
            </a:lvl7pPr>
            <a:lvl8pPr marL="1487488" indent="-231775">
              <a:defRPr>
                <a:gradFill>
                  <a:gsLst>
                    <a:gs pos="0">
                      <a:srgbClr val="595959"/>
                    </a:gs>
                    <a:gs pos="86000">
                      <a:srgbClr val="595959"/>
                    </a:gs>
                  </a:gsLst>
                  <a:lin ang="5400000" scaled="0"/>
                </a:gradFill>
              </a:defRPr>
            </a:lvl8pPr>
          </a:lstStyle>
          <a:p>
            <a:pPr marL="346075" lvl="0" indent="-346075" algn="l" defTabSz="914363" rtl="0" eaLnBrk="1" latinLnBrk="0" hangingPunct="1">
              <a:lnSpc>
                <a:spcPct val="90000"/>
              </a:lnSpc>
              <a:spcBef>
                <a:spcPct val="20000"/>
              </a:spcBef>
              <a:buSzPct val="90000"/>
              <a:buFont typeface="Arial" pitchFamily="34" charset="0"/>
              <a:buChar char="•"/>
            </a:pPr>
            <a:r>
              <a:rPr lang="en-US" smtClean="0"/>
              <a:t>Click to edit Master text styles</a:t>
            </a:r>
          </a:p>
          <a:p>
            <a:pPr marL="346075" lvl="1" indent="-346075" algn="l" defTabSz="914363" rtl="0" eaLnBrk="1" latinLnBrk="0" hangingPunct="1">
              <a:lnSpc>
                <a:spcPct val="90000"/>
              </a:lnSpc>
              <a:spcBef>
                <a:spcPct val="20000"/>
              </a:spcBef>
              <a:buSzPct val="90000"/>
              <a:buFont typeface="Arial" pitchFamily="34" charset="0"/>
              <a:buChar char="•"/>
            </a:pPr>
            <a:r>
              <a:rPr lang="en-US" smtClean="0"/>
              <a:t>Second level</a:t>
            </a:r>
          </a:p>
          <a:p>
            <a:pPr marL="346075" lvl="2" indent="-346075" algn="l" defTabSz="914363" rtl="0" eaLnBrk="1" latinLnBrk="0" hangingPunct="1">
              <a:lnSpc>
                <a:spcPct val="90000"/>
              </a:lnSpc>
              <a:spcBef>
                <a:spcPct val="20000"/>
              </a:spcBef>
              <a:buSzPct val="90000"/>
              <a:buFont typeface="Arial" pitchFamily="34" charset="0"/>
              <a:buChar char="•"/>
            </a:pPr>
            <a:r>
              <a:rPr lang="en-US" smtClean="0"/>
              <a:t>Third level</a:t>
            </a:r>
          </a:p>
          <a:p>
            <a:pPr marL="346075" lvl="3" indent="-346075" algn="l" defTabSz="914363" rtl="0" eaLnBrk="1" latinLnBrk="0" hangingPunct="1">
              <a:lnSpc>
                <a:spcPct val="90000"/>
              </a:lnSpc>
              <a:spcBef>
                <a:spcPct val="20000"/>
              </a:spcBef>
              <a:buSzPct val="90000"/>
              <a:buFont typeface="Arial" pitchFamily="34" charset="0"/>
              <a:buChar char="•"/>
            </a:pPr>
            <a:r>
              <a:rPr lang="en-US" smtClean="0"/>
              <a:t>Fourth level</a:t>
            </a:r>
          </a:p>
          <a:p>
            <a:pPr marL="346075" lvl="4" indent="-346075" algn="l" defTabSz="914363" rtl="0" eaLnBrk="1" latinLnBrk="0" hangingPunct="1">
              <a:lnSpc>
                <a:spcPct val="90000"/>
              </a:lnSpc>
              <a:spcBef>
                <a:spcPct val="20000"/>
              </a:spcBef>
              <a:buSzPct val="90000"/>
              <a:buFont typeface="Arial" pitchFamily="34" charset="0"/>
              <a:buChar char="•"/>
            </a:pPr>
            <a:r>
              <a:rPr lang="en-US" smtClean="0"/>
              <a:t>Fifth level</a:t>
            </a:r>
            <a:endParaRPr lang="en-US" dirty="0" smtClean="0"/>
          </a:p>
        </p:txBody>
      </p:sp>
      <p:pic>
        <p:nvPicPr>
          <p:cNvPr id="4" name="Picture 3"/>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4221545642"/>
      </p:ext>
    </p:extLst>
  </p:cSld>
  <p:clrMapOvr>
    <a:masterClrMapping/>
  </p:clrMapOvr>
  <p:transition>
    <p:fade/>
  </p:transition>
</p:sldLayout>
</file>

<file path=ppt/slideLayouts/slideLayout13.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3" name="Content Placeholder 2"/>
          <p:cNvSpPr>
            <a:spLocks noGrp="1"/>
          </p:cNvSpPr>
          <p:nvPr>
            <p:ph sz="half" idx="1"/>
          </p:nvPr>
        </p:nvSpPr>
        <p:spPr>
          <a:xfrm>
            <a:off x="519248" y="1447800"/>
            <a:ext cx="5487829" cy="2443746"/>
          </a:xfrm>
        </p:spPr>
        <p:txBody>
          <a:bodyPr/>
          <a:lstStyle>
            <a:lvl1pPr marL="341313" indent="-341313">
              <a:lnSpc>
                <a:spcPct val="90000"/>
              </a:lnSpc>
              <a:buSzPct val="80000"/>
              <a:buFont typeface="Arial" pitchFamily="34" charset="0"/>
              <a:buChar char="•"/>
              <a:defRPr sz="3200"/>
            </a:lvl1pPr>
            <a:lvl2pPr marL="627063" indent="-285750">
              <a:lnSpc>
                <a:spcPct val="90000"/>
              </a:lnSpc>
              <a:buSzPct val="80000"/>
              <a:buFont typeface="Arial" pitchFamily="34" charset="0"/>
              <a:buChar char="•"/>
              <a:defRPr sz="2800"/>
            </a:lvl2pPr>
            <a:lvl3pPr marL="914400" indent="-287338">
              <a:lnSpc>
                <a:spcPct val="90000"/>
              </a:lnSpc>
              <a:buSzPct val="80000"/>
              <a:buFont typeface="Arial" pitchFamily="34" charset="0"/>
              <a:buChar char="•"/>
              <a:defRPr sz="2400"/>
            </a:lvl3pPr>
            <a:lvl4pPr marL="1712913" indent="-225425">
              <a:lnSpc>
                <a:spcPct val="90000"/>
              </a:lnSpc>
              <a:buSzPct val="80000"/>
              <a:buFont typeface="Arial" pitchFamily="34" charset="0"/>
              <a:buChar char="•"/>
              <a:defRPr sz="2000"/>
            </a:lvl4pPr>
            <a:lvl5pPr marL="1944688" indent="-231775">
              <a:lnSpc>
                <a:spcPct val="90000"/>
              </a:lnSpc>
              <a:buSzPct val="80000"/>
              <a:buFont typeface="Arial" pitchFamily="34" charset="0"/>
              <a:buChar char="•"/>
              <a:defRPr sz="20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3335" y="1447800"/>
            <a:ext cx="5487829" cy="2443746"/>
          </a:xfrm>
        </p:spPr>
        <p:txBody>
          <a:bodyPr/>
          <a:lstStyle>
            <a:lvl1pPr marL="457200" indent="-457200">
              <a:lnSpc>
                <a:spcPct val="90000"/>
              </a:lnSpc>
              <a:buSzPct val="80000"/>
              <a:buFont typeface="Arial" pitchFamily="34" charset="0"/>
              <a:buChar char="•"/>
              <a:defRPr lang="en-US" sz="3200" kern="1200" dirty="0" smtClean="0">
                <a:gradFill>
                  <a:gsLst>
                    <a:gs pos="0">
                      <a:srgbClr val="595959"/>
                    </a:gs>
                    <a:gs pos="86000">
                      <a:srgbClr val="595959"/>
                    </a:gs>
                  </a:gsLst>
                  <a:lin ang="5400000" scaled="0"/>
                </a:gradFill>
                <a:latin typeface="+mn-lt"/>
                <a:ea typeface="+mn-ea"/>
                <a:cs typeface="+mn-cs"/>
              </a:defRPr>
            </a:lvl1pPr>
            <a:lvl2pPr marL="798513" indent="-457200">
              <a:lnSpc>
                <a:spcPct val="90000"/>
              </a:lnSpc>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969962" indent="-342900">
              <a:lnSpc>
                <a:spcPct val="90000"/>
              </a:lnSpc>
              <a:buSzPct val="80000"/>
              <a:buFont typeface="Arial" pitchFamily="34" charset="0"/>
              <a:buChar char="•"/>
              <a:defRPr lang="en-US" sz="2400" kern="1200" dirty="0" smtClean="0">
                <a:gradFill>
                  <a:gsLst>
                    <a:gs pos="0">
                      <a:srgbClr val="595959"/>
                    </a:gs>
                    <a:gs pos="86000">
                      <a:srgbClr val="595959"/>
                    </a:gs>
                  </a:gsLst>
                  <a:lin ang="5400000" scaled="0"/>
                </a:gradFill>
                <a:latin typeface="+mn-lt"/>
                <a:ea typeface="+mn-ea"/>
                <a:cs typeface="+mn-cs"/>
              </a:defRPr>
            </a:lvl3pPr>
            <a:lvl4pPr marL="1830388" indent="-342900">
              <a:lnSpc>
                <a:spcPct val="90000"/>
              </a:lnSpc>
              <a:buSzPct val="80000"/>
              <a:buFont typeface="Arial" pitchFamily="34" charset="0"/>
              <a:buChar char="•"/>
              <a:defRPr lang="en-US" sz="2000" kern="1200" dirty="0" smtClean="0">
                <a:gradFill>
                  <a:gsLst>
                    <a:gs pos="0">
                      <a:srgbClr val="595959"/>
                    </a:gs>
                    <a:gs pos="86000">
                      <a:srgbClr val="595959"/>
                    </a:gs>
                  </a:gsLst>
                  <a:lin ang="5400000" scaled="0"/>
                </a:gradFill>
                <a:latin typeface="+mn-lt"/>
                <a:ea typeface="+mn-ea"/>
                <a:cs typeface="+mn-cs"/>
              </a:defRPr>
            </a:lvl4pPr>
            <a:lvl5pPr marL="2055813" indent="-342900">
              <a:lnSpc>
                <a:spcPct val="90000"/>
              </a:lnSpc>
              <a:buSzPct val="80000"/>
              <a:buFont typeface="Arial" pitchFamily="34" charset="0"/>
              <a:buChar char="•"/>
              <a:defRPr lang="en-US" sz="2000" kern="1200" dirty="0">
                <a:gradFill>
                  <a:gsLst>
                    <a:gs pos="0">
                      <a:srgbClr val="595959"/>
                    </a:gs>
                    <a:gs pos="86000">
                      <a:srgbClr val="595959"/>
                    </a:gs>
                  </a:gsLst>
                  <a:lin ang="5400000" scaled="0"/>
                </a:gradFill>
                <a:latin typeface="+mn-lt"/>
                <a:ea typeface="+mn-ea"/>
                <a:cs typeface="+mn-cs"/>
              </a:defRPr>
            </a:lvl5pPr>
            <a:lvl6pPr>
              <a:defRPr sz="1800"/>
            </a:lvl6pPr>
            <a:lvl7pPr>
              <a:defRPr sz="1800"/>
            </a:lvl7pPr>
            <a:lvl8pPr>
              <a:defRPr sz="1800"/>
            </a:lvl8pPr>
            <a:lvl9pPr>
              <a:defRPr sz="1800"/>
            </a:lvl9pPr>
          </a:lstStyle>
          <a:p>
            <a:pPr marL="341313" lvl="0" indent="-341313" algn="l" defTabSz="914363" rtl="0" eaLnBrk="1" latinLnBrk="0" hangingPunct="1">
              <a:lnSpc>
                <a:spcPct val="90000"/>
              </a:lnSpc>
              <a:spcBef>
                <a:spcPct val="20000"/>
              </a:spcBef>
              <a:buSzPct val="80000"/>
              <a:buFont typeface="Arial" pitchFamily="34" charset="0"/>
              <a:buChar char="•"/>
            </a:pPr>
            <a:r>
              <a:rPr lang="en-US" smtClean="0"/>
              <a:t>Click to edit Master text styles</a:t>
            </a:r>
          </a:p>
          <a:p>
            <a:pPr marL="341313" lvl="1" indent="-341313" algn="l" defTabSz="914363" rtl="0" eaLnBrk="1" latinLnBrk="0" hangingPunct="1">
              <a:lnSpc>
                <a:spcPct val="90000"/>
              </a:lnSpc>
              <a:spcBef>
                <a:spcPct val="20000"/>
              </a:spcBef>
              <a:buSzPct val="80000"/>
              <a:buFont typeface="Arial" pitchFamily="34" charset="0"/>
              <a:buChar char="•"/>
            </a:pPr>
            <a:r>
              <a:rPr lang="en-US" smtClean="0"/>
              <a:t>Second level</a:t>
            </a:r>
          </a:p>
          <a:p>
            <a:pPr marL="341313" lvl="2" indent="-341313" algn="l" defTabSz="914363" rtl="0" eaLnBrk="1" latinLnBrk="0" hangingPunct="1">
              <a:lnSpc>
                <a:spcPct val="90000"/>
              </a:lnSpc>
              <a:spcBef>
                <a:spcPct val="20000"/>
              </a:spcBef>
              <a:buSzPct val="80000"/>
              <a:buFont typeface="Arial" pitchFamily="34" charset="0"/>
              <a:buChar char="•"/>
            </a:pPr>
            <a:r>
              <a:rPr lang="en-US" smtClean="0"/>
              <a:t>Third level</a:t>
            </a:r>
          </a:p>
          <a:p>
            <a:pPr marL="341313" lvl="3" indent="-341313" algn="l" defTabSz="914363" rtl="0" eaLnBrk="1" latinLnBrk="0" hangingPunct="1">
              <a:lnSpc>
                <a:spcPct val="90000"/>
              </a:lnSpc>
              <a:spcBef>
                <a:spcPct val="20000"/>
              </a:spcBef>
              <a:buSzPct val="80000"/>
              <a:buFont typeface="Arial" pitchFamily="34" charset="0"/>
              <a:buChar char="•"/>
            </a:pPr>
            <a:r>
              <a:rPr lang="en-US" smtClean="0"/>
              <a:t>Fourth level</a:t>
            </a:r>
          </a:p>
          <a:p>
            <a:pPr marL="341313" lvl="4" indent="-341313" algn="l" defTabSz="914363" rtl="0" eaLnBrk="1" latinLnBrk="0" hangingPunct="1">
              <a:lnSpc>
                <a:spcPct val="90000"/>
              </a:lnSpc>
              <a:spcBef>
                <a:spcPct val="20000"/>
              </a:spcBef>
              <a:buSzPct val="80000"/>
              <a:buFont typeface="Arial" pitchFamily="34" charset="0"/>
              <a:buChar char="•"/>
            </a:pPr>
            <a:r>
              <a:rPr lang="en-US" smtClean="0"/>
              <a:t>Fifth level</a:t>
            </a:r>
            <a:endParaRPr lang="en-US" dirty="0"/>
          </a:p>
        </p:txBody>
      </p:sp>
      <p:pic>
        <p:nvPicPr>
          <p:cNvPr id="5" name="Picture 4"/>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124348897"/>
      </p:ext>
    </p:extLst>
  </p:cSld>
  <p:clrMapOvr>
    <a:masterClrMapping/>
  </p:clrMapOvr>
  <p:transition>
    <p:fade/>
  </p:transition>
  <p:timing>
    <p:tnLst>
      <p:par>
        <p:cTn id="1" dur="indefinite" restart="never" nodeType="tmRoot"/>
      </p:par>
    </p:tnLst>
  </p:timing>
</p:sldLayout>
</file>

<file path=ppt/slideLayouts/slideLayout14.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3" name="Text Placeholder 2"/>
          <p:cNvSpPr>
            <a:spLocks noGrp="1"/>
          </p:cNvSpPr>
          <p:nvPr>
            <p:ph type="body" idx="1"/>
          </p:nvPr>
        </p:nvSpPr>
        <p:spPr>
          <a:xfrm>
            <a:off x="519248" y="1447800"/>
            <a:ext cx="5487829" cy="443198"/>
          </a:xfrm>
        </p:spPr>
        <p:txBody>
          <a:bodyPr anchor="b"/>
          <a:lstStyle>
            <a:lvl1pPr marL="0" indent="0">
              <a:lnSpc>
                <a:spcPct val="90000"/>
              </a:lnSpc>
              <a:spcBef>
                <a:spcPts val="0"/>
              </a:spcBef>
              <a:buNone/>
              <a:defRPr sz="3200" b="0">
                <a:latin typeface="Segoe UI Light" pitchFamily="34" charset="0"/>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8000" y="2266796"/>
            <a:ext cx="5486400" cy="1945148"/>
          </a:xfrm>
        </p:spPr>
        <p:txBody>
          <a:bodyPr/>
          <a:lstStyle>
            <a:lvl1pPr marL="403225" indent="-403225">
              <a:buSzPct val="80000"/>
              <a:buFont typeface="Arial" pitchFamily="34" charset="0"/>
              <a:buChar char="•"/>
              <a:defRPr sz="2800"/>
            </a:lvl1pPr>
            <a:lvl2pPr marL="744538" indent="-322263">
              <a:buSzPct val="80000"/>
              <a:buFont typeface="Arial" pitchFamily="34" charset="0"/>
              <a:buChar char="•"/>
              <a:defRPr sz="2800"/>
            </a:lvl2pPr>
            <a:lvl3pPr marL="1027113" indent="-282575" defTabSz="1030288">
              <a:buSzPct val="80000"/>
              <a:buFont typeface="Arial" pitchFamily="34" charset="0"/>
              <a:buChar char="•"/>
              <a:defRPr sz="2400"/>
            </a:lvl3pPr>
            <a:lvl4pPr marL="1317625" indent="-287338">
              <a:buSzPct val="80000"/>
              <a:buFont typeface="Arial" pitchFamily="34" charset="0"/>
              <a:buChar char="•"/>
              <a:defRPr sz="2000"/>
            </a:lvl4pPr>
            <a:lvl5pPr marL="1541463" indent="-223838">
              <a:buSzPct val="80000"/>
              <a:buFont typeface="Arial" pitchFamily="34" charset="0"/>
              <a:buChar char="•"/>
              <a:defRPr sz="20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3335" y="1447800"/>
            <a:ext cx="5487829" cy="443198"/>
          </a:xfrm>
        </p:spPr>
        <p:txBody>
          <a:bodyPr anchor="b"/>
          <a:lstStyle>
            <a:lvl1pPr marL="0" indent="0">
              <a:lnSpc>
                <a:spcPct val="90000"/>
              </a:lnSpc>
              <a:spcBef>
                <a:spcPts val="0"/>
              </a:spcBef>
              <a:buNone/>
              <a:defRPr sz="3200" b="0">
                <a:latin typeface="Segoe UI Light" pitchFamily="34" charset="0"/>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3335" y="2266796"/>
            <a:ext cx="5487829" cy="1945148"/>
          </a:xfrm>
        </p:spPr>
        <p:txBody>
          <a:bodyPr/>
          <a:lstStyle>
            <a:lvl1pPr marL="296321" indent="-296321">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1pPr>
            <a:lvl2pPr marL="457200" indent="-457200">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765175" indent="-342900">
              <a:buSzPct val="80000"/>
              <a:buFont typeface="Arial" pitchFamily="34" charset="0"/>
              <a:buChar char="•"/>
              <a:defRPr lang="en-US" sz="2400" kern="1200" dirty="0" smtClean="0">
                <a:gradFill>
                  <a:gsLst>
                    <a:gs pos="0">
                      <a:srgbClr val="595959"/>
                    </a:gs>
                    <a:gs pos="86000">
                      <a:srgbClr val="595959"/>
                    </a:gs>
                  </a:gsLst>
                  <a:lin ang="5400000" scaled="0"/>
                </a:gradFill>
                <a:latin typeface="+mn-lt"/>
                <a:ea typeface="+mn-ea"/>
                <a:cs typeface="+mn-cs"/>
              </a:defRPr>
            </a:lvl3pPr>
            <a:lvl4pPr marL="1373187" indent="-342900">
              <a:buSzPct val="80000"/>
              <a:buFont typeface="Arial" pitchFamily="34" charset="0"/>
              <a:buChar char="•"/>
              <a:defRPr lang="en-US" sz="2000" kern="1200" dirty="0" smtClean="0">
                <a:gradFill>
                  <a:gsLst>
                    <a:gs pos="0">
                      <a:srgbClr val="595959"/>
                    </a:gs>
                    <a:gs pos="86000">
                      <a:srgbClr val="595959"/>
                    </a:gs>
                  </a:gsLst>
                  <a:lin ang="5400000" scaled="0"/>
                </a:gradFill>
                <a:latin typeface="+mn-lt"/>
                <a:ea typeface="+mn-ea"/>
                <a:cs typeface="+mn-cs"/>
              </a:defRPr>
            </a:lvl4pPr>
            <a:lvl5pPr marL="1087438" indent="-342900">
              <a:buSzPct val="80000"/>
              <a:buFont typeface="Arial" pitchFamily="34" charset="0"/>
              <a:buChar char="•"/>
              <a:defRPr lang="en-US" sz="2000" kern="1200" dirty="0">
                <a:gradFill>
                  <a:gsLst>
                    <a:gs pos="0">
                      <a:srgbClr val="595959"/>
                    </a:gs>
                    <a:gs pos="86000">
                      <a:srgbClr val="595959"/>
                    </a:gs>
                  </a:gsLst>
                  <a:lin ang="5400000" scaled="0"/>
                </a:gradFill>
                <a:latin typeface="+mn-lt"/>
                <a:ea typeface="+mn-ea"/>
                <a:cs typeface="+mn-cs"/>
              </a:defRPr>
            </a:lvl5pPr>
            <a:lvl6pPr marL="1373187" indent="-342900">
              <a:defRPr sz="1600"/>
            </a:lvl6pPr>
            <a:lvl7pPr marL="1603375" indent="-285750">
              <a:defRPr sz="1600"/>
            </a:lvl7pPr>
            <a:lvl8pPr>
              <a:defRPr sz="1600"/>
            </a:lvl8pPr>
            <a:lvl9pPr>
              <a:defRPr sz="1600"/>
            </a:lvl9pPr>
          </a:lstStyle>
          <a:p>
            <a:pPr marL="403225" lvl="0" indent="-403225" algn="l" defTabSz="914363" rtl="0" eaLnBrk="1" latinLnBrk="0" hangingPunct="1">
              <a:lnSpc>
                <a:spcPct val="90000"/>
              </a:lnSpc>
              <a:spcBef>
                <a:spcPct val="20000"/>
              </a:spcBef>
              <a:buSzPct val="80000"/>
            </a:pPr>
            <a:r>
              <a:rPr lang="en-US" smtClean="0"/>
              <a:t>Click to edit Master text styles</a:t>
            </a:r>
          </a:p>
          <a:p>
            <a:pPr marL="403225" lvl="1" indent="-403225" algn="l" defTabSz="914363" rtl="0" eaLnBrk="1" latinLnBrk="0" hangingPunct="1">
              <a:lnSpc>
                <a:spcPct val="90000"/>
              </a:lnSpc>
              <a:spcBef>
                <a:spcPct val="20000"/>
              </a:spcBef>
              <a:buSzPct val="80000"/>
            </a:pPr>
            <a:r>
              <a:rPr lang="en-US" smtClean="0"/>
              <a:t>Second level</a:t>
            </a:r>
          </a:p>
          <a:p>
            <a:pPr marL="403225" lvl="2" indent="-403225" algn="l" defTabSz="914363" rtl="0" eaLnBrk="1" latinLnBrk="0" hangingPunct="1">
              <a:lnSpc>
                <a:spcPct val="90000"/>
              </a:lnSpc>
              <a:spcBef>
                <a:spcPct val="20000"/>
              </a:spcBef>
              <a:buSzPct val="80000"/>
            </a:pPr>
            <a:r>
              <a:rPr lang="en-US" smtClean="0"/>
              <a:t>Third level</a:t>
            </a:r>
          </a:p>
          <a:p>
            <a:pPr marL="403225" lvl="3" indent="-403225" algn="l" defTabSz="914363" rtl="0" eaLnBrk="1" latinLnBrk="0" hangingPunct="1">
              <a:lnSpc>
                <a:spcPct val="90000"/>
              </a:lnSpc>
              <a:spcBef>
                <a:spcPct val="20000"/>
              </a:spcBef>
              <a:buSzPct val="80000"/>
            </a:pPr>
            <a:r>
              <a:rPr lang="en-US" smtClean="0"/>
              <a:t>Fourth level</a:t>
            </a:r>
          </a:p>
          <a:p>
            <a:pPr marL="403225" lvl="4" indent="-403225" algn="l" defTabSz="914363" rtl="0" eaLnBrk="1" latinLnBrk="0" hangingPunct="1">
              <a:lnSpc>
                <a:spcPct val="90000"/>
              </a:lnSpc>
              <a:spcBef>
                <a:spcPct val="20000"/>
              </a:spcBef>
              <a:buSzPct val="80000"/>
            </a:pPr>
            <a:r>
              <a:rPr lang="en-US" smtClean="0"/>
              <a:t>Fifth level</a:t>
            </a:r>
            <a:endParaRPr lang="en-US" dirty="0"/>
          </a:p>
        </p:txBody>
      </p:sp>
      <p:pic>
        <p:nvPicPr>
          <p:cNvPr id="7" name="Picture 6"/>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3463364115"/>
      </p:ext>
    </p:extLst>
  </p:cSld>
  <p:clrMapOvr>
    <a:masterClrMapping/>
  </p:clrMapOvr>
  <p:transition>
    <p:fade/>
  </p:transition>
  <p:timing>
    <p:tnLst>
      <p:par>
        <p:cTn id="1" dur="indefinite" restart="never" nodeType="tmRoot"/>
      </p:par>
    </p:tnLst>
  </p:timing>
</p:sldLayout>
</file>

<file path=ppt/slideLayouts/slideLayout15.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pic>
        <p:nvPicPr>
          <p:cNvPr id="3" name="Picture 2"/>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884355387"/>
      </p:ext>
    </p:extLst>
  </p:cSld>
  <p:clrMapOvr>
    <a:masterClrMapping/>
  </p:clrMapOvr>
  <p:transition>
    <p:fade/>
  </p:transition>
  <p:timing>
    <p:tnLst>
      <p:par>
        <p:cTn id="1" dur="indefinite" restart="never" nodeType="tmRoot"/>
      </p:par>
    </p:tnLst>
  </p:timing>
</p:sldLayout>
</file>

<file path=ppt/slideLayouts/slideLayout16.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30138728"/>
      </p:ext>
    </p:extLst>
  </p:cSld>
  <p:clrMapOvr>
    <a:masterClrMapping/>
  </p:clrMapOvr>
  <p:transition>
    <p:fade/>
  </p:transition>
  <p:timing>
    <p:tnLst>
      <p:par>
        <p:cTn id="1" dur="indefinite" restart="never" nodeType="tmRoot"/>
      </p:par>
    </p:tnLst>
  </p:timing>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bwMode="auto">
          <a:xfrm>
            <a:off x="519248" y="1447800"/>
            <a:ext cx="11151916" cy="51816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4" tIns="45703" rIns="91404" bIns="45703" numCol="1" spcCol="0"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2" name="Title 1"/>
          <p:cNvSpPr>
            <a:spLocks noGrp="1"/>
          </p:cNvSpPr>
          <p:nvPr>
            <p:ph type="title"/>
          </p:nvPr>
        </p:nvSpPr>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1"/>
          </p:nvPr>
        </p:nvSpPr>
        <p:spPr>
          <a:xfrm>
            <a:off x="3474709" y="3417661"/>
            <a:ext cx="6947121" cy="1241878"/>
          </a:xfrm>
        </p:spPr>
        <p:txBody>
          <a:bodyPr lIns="182880" tIns="182880" anchor="ctr" anchorCtr="0"/>
          <a:lstStyle>
            <a:lvl1pPr marL="574675" indent="-571500">
              <a:spcAft>
                <a:spcPts val="1200"/>
              </a:spcAft>
              <a:buNone/>
              <a:defRPr lang="en-US" sz="4400" kern="1200" spc="-100" baseline="0" dirty="0" smtClean="0">
                <a:gradFill>
                  <a:gsLst>
                    <a:gs pos="0">
                      <a:srgbClr val="595959"/>
                    </a:gs>
                    <a:gs pos="86000">
                      <a:srgbClr val="595959"/>
                    </a:gs>
                  </a:gsLst>
                  <a:lin ang="5400000" scaled="0"/>
                </a:gradFill>
                <a:latin typeface="Segoe UI Light" pitchFamily="34" charset="0"/>
                <a:ea typeface="+mn-ea"/>
                <a:cs typeface="+mn-cs"/>
              </a:defRPr>
            </a:lvl1pPr>
            <a:lvl2pPr>
              <a:defRPr lang="en-US" sz="2400" kern="1200" spc="-50" baseline="0" dirty="0">
                <a:gradFill>
                  <a:gsLst>
                    <a:gs pos="0">
                      <a:srgbClr val="595959"/>
                    </a:gs>
                    <a:gs pos="86000">
                      <a:srgbClr val="595959"/>
                    </a:gs>
                  </a:gsLst>
                  <a:lin ang="5400000" scaled="0"/>
                </a:gradFill>
                <a:latin typeface="+mn-lt"/>
                <a:ea typeface="+mn-ea"/>
                <a:cs typeface="+mn-cs"/>
              </a:defRPr>
            </a:lvl2pPr>
          </a:lstStyle>
          <a:p>
            <a:pPr marL="3175" lvl="0" indent="0" algn="l" defTabSz="914363" rtl="0" eaLnBrk="1" latinLnBrk="0" hangingPunct="1">
              <a:lnSpc>
                <a:spcPct val="90000"/>
              </a:lnSpc>
              <a:spcBef>
                <a:spcPts val="0"/>
              </a:spcBef>
              <a:spcAft>
                <a:spcPts val="900"/>
              </a:spcAft>
              <a:buSzPct val="80000"/>
            </a:pPr>
            <a:r>
              <a:rPr lang="en-US" smtClean="0"/>
              <a:t>Click to edit Master text styles</a:t>
            </a:r>
          </a:p>
          <a:p>
            <a:pPr marL="3175" lvl="1" indent="0" algn="l" defTabSz="914363" rtl="0" eaLnBrk="1" latinLnBrk="0" hangingPunct="1">
              <a:lnSpc>
                <a:spcPct val="90000"/>
              </a:lnSpc>
              <a:spcBef>
                <a:spcPts val="0"/>
              </a:spcBef>
              <a:spcAft>
                <a:spcPts val="900"/>
              </a:spcAft>
              <a:buSzPct val="80000"/>
            </a:pPr>
            <a:r>
              <a:rPr lang="en-US" smtClean="0"/>
              <a:t>Second level</a:t>
            </a:r>
          </a:p>
        </p:txBody>
      </p:sp>
      <p:sp>
        <p:nvSpPr>
          <p:cNvPr id="6" name="Freeform 11"/>
          <p:cNvSpPr>
            <a:spLocks noEditPoints="1"/>
          </p:cNvSpPr>
          <p:nvPr userDrawn="1"/>
        </p:nvSpPr>
        <p:spPr bwMode="black">
          <a:xfrm>
            <a:off x="928957" y="2838266"/>
            <a:ext cx="2423129" cy="2400670"/>
          </a:xfrm>
          <a:custGeom>
            <a:avLst/>
            <a:gdLst>
              <a:gd name="T0" fmla="*/ 65 w 300"/>
              <a:gd name="T1" fmla="*/ 2 h 297"/>
              <a:gd name="T2" fmla="*/ 113 w 300"/>
              <a:gd name="T3" fmla="*/ 0 h 297"/>
              <a:gd name="T4" fmla="*/ 115 w 300"/>
              <a:gd name="T5" fmla="*/ 12 h 297"/>
              <a:gd name="T6" fmla="*/ 235 w 300"/>
              <a:gd name="T7" fmla="*/ 12 h 297"/>
              <a:gd name="T8" fmla="*/ 232 w 300"/>
              <a:gd name="T9" fmla="*/ 0 h 297"/>
              <a:gd name="T10" fmla="*/ 185 w 300"/>
              <a:gd name="T11" fmla="*/ 2 h 297"/>
              <a:gd name="T12" fmla="*/ 235 w 300"/>
              <a:gd name="T13" fmla="*/ 12 h 297"/>
              <a:gd name="T14" fmla="*/ 98 w 300"/>
              <a:gd name="T15" fmla="*/ 273 h 297"/>
              <a:gd name="T16" fmla="*/ 0 w 300"/>
              <a:gd name="T17" fmla="*/ 295 h 297"/>
              <a:gd name="T18" fmla="*/ 95 w 300"/>
              <a:gd name="T19" fmla="*/ 297 h 297"/>
              <a:gd name="T20" fmla="*/ 205 w 300"/>
              <a:gd name="T21" fmla="*/ 297 h 297"/>
              <a:gd name="T22" fmla="*/ 300 w 300"/>
              <a:gd name="T23" fmla="*/ 295 h 297"/>
              <a:gd name="T24" fmla="*/ 202 w 300"/>
              <a:gd name="T25" fmla="*/ 273 h 297"/>
              <a:gd name="T26" fmla="*/ 205 w 300"/>
              <a:gd name="T27" fmla="*/ 297 h 297"/>
              <a:gd name="T28" fmla="*/ 271 w 300"/>
              <a:gd name="T29" fmla="*/ 83 h 297"/>
              <a:gd name="T30" fmla="*/ 299 w 300"/>
              <a:gd name="T31" fmla="*/ 268 h 297"/>
              <a:gd name="T32" fmla="*/ 227 w 300"/>
              <a:gd name="T33" fmla="*/ 169 h 297"/>
              <a:gd name="T34" fmla="*/ 182 w 300"/>
              <a:gd name="T35" fmla="*/ 166 h 297"/>
              <a:gd name="T36" fmla="*/ 155 w 300"/>
              <a:gd name="T37" fmla="*/ 152 h 297"/>
              <a:gd name="T38" fmla="*/ 154 w 300"/>
              <a:gd name="T39" fmla="*/ 159 h 297"/>
              <a:gd name="T40" fmla="*/ 145 w 300"/>
              <a:gd name="T41" fmla="*/ 158 h 297"/>
              <a:gd name="T42" fmla="*/ 119 w 300"/>
              <a:gd name="T43" fmla="*/ 152 h 297"/>
              <a:gd name="T44" fmla="*/ 115 w 300"/>
              <a:gd name="T45" fmla="*/ 169 h 297"/>
              <a:gd name="T46" fmla="*/ 96 w 300"/>
              <a:gd name="T47" fmla="*/ 268 h 297"/>
              <a:gd name="T48" fmla="*/ 25 w 300"/>
              <a:gd name="T49" fmla="*/ 169 h 297"/>
              <a:gd name="T50" fmla="*/ 42 w 300"/>
              <a:gd name="T51" fmla="*/ 76 h 297"/>
              <a:gd name="T52" fmla="*/ 73 w 300"/>
              <a:gd name="T53" fmla="*/ 59 h 297"/>
              <a:gd name="T54" fmla="*/ 61 w 300"/>
              <a:gd name="T55" fmla="*/ 57 h 297"/>
              <a:gd name="T56" fmla="*/ 120 w 300"/>
              <a:gd name="T57" fmla="*/ 15 h 297"/>
              <a:gd name="T58" fmla="*/ 118 w 300"/>
              <a:gd name="T59" fmla="*/ 59 h 297"/>
              <a:gd name="T60" fmla="*/ 108 w 300"/>
              <a:gd name="T61" fmla="*/ 68 h 297"/>
              <a:gd name="T62" fmla="*/ 145 w 300"/>
              <a:gd name="T63" fmla="*/ 62 h 297"/>
              <a:gd name="T64" fmla="*/ 140 w 300"/>
              <a:gd name="T65" fmla="*/ 61 h 297"/>
              <a:gd name="T66" fmla="*/ 142 w 300"/>
              <a:gd name="T67" fmla="*/ 55 h 297"/>
              <a:gd name="T68" fmla="*/ 160 w 300"/>
              <a:gd name="T69" fmla="*/ 56 h 297"/>
              <a:gd name="T70" fmla="*/ 158 w 300"/>
              <a:gd name="T71" fmla="*/ 62 h 297"/>
              <a:gd name="T72" fmla="*/ 155 w 300"/>
              <a:gd name="T73" fmla="*/ 68 h 297"/>
              <a:gd name="T74" fmla="*/ 192 w 300"/>
              <a:gd name="T75" fmla="*/ 59 h 297"/>
              <a:gd name="T76" fmla="*/ 180 w 300"/>
              <a:gd name="T77" fmla="*/ 57 h 297"/>
              <a:gd name="T78" fmla="*/ 239 w 300"/>
              <a:gd name="T79" fmla="*/ 15 h 297"/>
              <a:gd name="T80" fmla="*/ 237 w 300"/>
              <a:gd name="T81" fmla="*/ 59 h 297"/>
              <a:gd name="T82" fmla="*/ 227 w 300"/>
              <a:gd name="T83" fmla="*/ 76 h 297"/>
              <a:gd name="T84" fmla="*/ 122 w 300"/>
              <a:gd name="T85" fmla="*/ 83 h 297"/>
              <a:gd name="T86" fmla="*/ 145 w 300"/>
              <a:gd name="T87" fmla="*/ 72 h 297"/>
              <a:gd name="T88" fmla="*/ 108 w 300"/>
              <a:gd name="T89" fmla="*/ 76 h 297"/>
              <a:gd name="T90" fmla="*/ 123 w 300"/>
              <a:gd name="T91" fmla="*/ 78 h 297"/>
              <a:gd name="T92" fmla="*/ 180 w 300"/>
              <a:gd name="T93" fmla="*/ 76 h 297"/>
              <a:gd name="T94" fmla="*/ 192 w 300"/>
              <a:gd name="T95" fmla="*/ 72 h 297"/>
              <a:gd name="T96" fmla="*/ 155 w 300"/>
              <a:gd name="T97" fmla="*/ 83 h 297"/>
              <a:gd name="T98" fmla="*/ 178 w 300"/>
              <a:gd name="T99" fmla="*/ 78 h 297"/>
              <a:gd name="T100" fmla="*/ 158 w 300"/>
              <a:gd name="T101" fmla="*/ 101 h 297"/>
              <a:gd name="T102" fmla="*/ 142 w 300"/>
              <a:gd name="T103" fmla="*/ 118 h 297"/>
              <a:gd name="T104" fmla="*/ 158 w 300"/>
              <a:gd name="T105" fmla="*/ 101 h 297"/>
              <a:gd name="T106" fmla="*/ 129 w 300"/>
              <a:gd name="T107" fmla="*/ 91 h 297"/>
              <a:gd name="T108" fmla="*/ 133 w 300"/>
              <a:gd name="T109" fmla="*/ 141 h 297"/>
              <a:gd name="T110" fmla="*/ 171 w 300"/>
              <a:gd name="T111" fmla="*/ 91 h 297"/>
              <a:gd name="T112" fmla="*/ 167 w 300"/>
              <a:gd name="T113" fmla="*/ 141 h 297"/>
              <a:gd name="T114" fmla="*/ 171 w 300"/>
              <a:gd name="T115" fmla="*/ 91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297">
                <a:moveTo>
                  <a:pt x="65" y="12"/>
                </a:moveTo>
                <a:cubicBezTo>
                  <a:pt x="65" y="2"/>
                  <a:pt x="65" y="2"/>
                  <a:pt x="65" y="2"/>
                </a:cubicBezTo>
                <a:cubicBezTo>
                  <a:pt x="65" y="1"/>
                  <a:pt x="67" y="0"/>
                  <a:pt x="68" y="0"/>
                </a:cubicBezTo>
                <a:cubicBezTo>
                  <a:pt x="113" y="0"/>
                  <a:pt x="113" y="0"/>
                  <a:pt x="113" y="0"/>
                </a:cubicBezTo>
                <a:cubicBezTo>
                  <a:pt x="114" y="0"/>
                  <a:pt x="115" y="1"/>
                  <a:pt x="115" y="2"/>
                </a:cubicBezTo>
                <a:cubicBezTo>
                  <a:pt x="115" y="12"/>
                  <a:pt x="115" y="12"/>
                  <a:pt x="115" y="12"/>
                </a:cubicBezTo>
                <a:lnTo>
                  <a:pt x="65" y="12"/>
                </a:lnTo>
                <a:close/>
                <a:moveTo>
                  <a:pt x="235" y="12"/>
                </a:moveTo>
                <a:cubicBezTo>
                  <a:pt x="235" y="2"/>
                  <a:pt x="235" y="2"/>
                  <a:pt x="235" y="2"/>
                </a:cubicBezTo>
                <a:cubicBezTo>
                  <a:pt x="235" y="1"/>
                  <a:pt x="233" y="0"/>
                  <a:pt x="232" y="0"/>
                </a:cubicBezTo>
                <a:cubicBezTo>
                  <a:pt x="187" y="0"/>
                  <a:pt x="187" y="0"/>
                  <a:pt x="187" y="0"/>
                </a:cubicBezTo>
                <a:cubicBezTo>
                  <a:pt x="186" y="0"/>
                  <a:pt x="185" y="1"/>
                  <a:pt x="185" y="2"/>
                </a:cubicBezTo>
                <a:cubicBezTo>
                  <a:pt x="185" y="12"/>
                  <a:pt x="185" y="12"/>
                  <a:pt x="185" y="12"/>
                </a:cubicBezTo>
                <a:lnTo>
                  <a:pt x="235" y="12"/>
                </a:lnTo>
                <a:close/>
                <a:moveTo>
                  <a:pt x="98" y="295"/>
                </a:moveTo>
                <a:cubicBezTo>
                  <a:pt x="98" y="273"/>
                  <a:pt x="98" y="273"/>
                  <a:pt x="98" y="273"/>
                </a:cubicBezTo>
                <a:cubicBezTo>
                  <a:pt x="0" y="273"/>
                  <a:pt x="0" y="273"/>
                  <a:pt x="0" y="273"/>
                </a:cubicBezTo>
                <a:cubicBezTo>
                  <a:pt x="0" y="295"/>
                  <a:pt x="0" y="295"/>
                  <a:pt x="0" y="295"/>
                </a:cubicBezTo>
                <a:cubicBezTo>
                  <a:pt x="0" y="296"/>
                  <a:pt x="1" y="297"/>
                  <a:pt x="2" y="297"/>
                </a:cubicBezTo>
                <a:cubicBezTo>
                  <a:pt x="95" y="297"/>
                  <a:pt x="95" y="297"/>
                  <a:pt x="95" y="297"/>
                </a:cubicBezTo>
                <a:cubicBezTo>
                  <a:pt x="97" y="297"/>
                  <a:pt x="98" y="296"/>
                  <a:pt x="98" y="295"/>
                </a:cubicBezTo>
                <a:close/>
                <a:moveTo>
                  <a:pt x="205" y="297"/>
                </a:moveTo>
                <a:cubicBezTo>
                  <a:pt x="298" y="297"/>
                  <a:pt x="298" y="297"/>
                  <a:pt x="298" y="297"/>
                </a:cubicBezTo>
                <a:cubicBezTo>
                  <a:pt x="299" y="297"/>
                  <a:pt x="300" y="296"/>
                  <a:pt x="300" y="295"/>
                </a:cubicBezTo>
                <a:cubicBezTo>
                  <a:pt x="300" y="273"/>
                  <a:pt x="300" y="273"/>
                  <a:pt x="300" y="273"/>
                </a:cubicBezTo>
                <a:cubicBezTo>
                  <a:pt x="202" y="273"/>
                  <a:pt x="202" y="273"/>
                  <a:pt x="202" y="273"/>
                </a:cubicBezTo>
                <a:cubicBezTo>
                  <a:pt x="202" y="295"/>
                  <a:pt x="202" y="295"/>
                  <a:pt x="202" y="295"/>
                </a:cubicBezTo>
                <a:cubicBezTo>
                  <a:pt x="202" y="296"/>
                  <a:pt x="203" y="297"/>
                  <a:pt x="205" y="297"/>
                </a:cubicBezTo>
                <a:close/>
                <a:moveTo>
                  <a:pt x="263" y="76"/>
                </a:moveTo>
                <a:cubicBezTo>
                  <a:pt x="267" y="76"/>
                  <a:pt x="270" y="79"/>
                  <a:pt x="271" y="83"/>
                </a:cubicBezTo>
                <a:cubicBezTo>
                  <a:pt x="275" y="169"/>
                  <a:pt x="275" y="169"/>
                  <a:pt x="275" y="169"/>
                </a:cubicBezTo>
                <a:cubicBezTo>
                  <a:pt x="299" y="268"/>
                  <a:pt x="299" y="268"/>
                  <a:pt x="299" y="268"/>
                </a:cubicBezTo>
                <a:cubicBezTo>
                  <a:pt x="204" y="268"/>
                  <a:pt x="204" y="268"/>
                  <a:pt x="204" y="268"/>
                </a:cubicBezTo>
                <a:cubicBezTo>
                  <a:pt x="227" y="169"/>
                  <a:pt x="227" y="169"/>
                  <a:pt x="227" y="169"/>
                </a:cubicBezTo>
                <a:cubicBezTo>
                  <a:pt x="185" y="169"/>
                  <a:pt x="185" y="169"/>
                  <a:pt x="185" y="169"/>
                </a:cubicBezTo>
                <a:cubicBezTo>
                  <a:pt x="183" y="169"/>
                  <a:pt x="182" y="168"/>
                  <a:pt x="182" y="166"/>
                </a:cubicBezTo>
                <a:cubicBezTo>
                  <a:pt x="181" y="152"/>
                  <a:pt x="181" y="152"/>
                  <a:pt x="181" y="152"/>
                </a:cubicBezTo>
                <a:cubicBezTo>
                  <a:pt x="155" y="152"/>
                  <a:pt x="155" y="152"/>
                  <a:pt x="155" y="152"/>
                </a:cubicBezTo>
                <a:cubicBezTo>
                  <a:pt x="155" y="158"/>
                  <a:pt x="155" y="158"/>
                  <a:pt x="155" y="158"/>
                </a:cubicBezTo>
                <a:cubicBezTo>
                  <a:pt x="155" y="159"/>
                  <a:pt x="154" y="159"/>
                  <a:pt x="154" y="159"/>
                </a:cubicBezTo>
                <a:cubicBezTo>
                  <a:pt x="146" y="159"/>
                  <a:pt x="146" y="159"/>
                  <a:pt x="146" y="159"/>
                </a:cubicBezTo>
                <a:cubicBezTo>
                  <a:pt x="146" y="159"/>
                  <a:pt x="145" y="159"/>
                  <a:pt x="145" y="158"/>
                </a:cubicBezTo>
                <a:cubicBezTo>
                  <a:pt x="145" y="152"/>
                  <a:pt x="145" y="152"/>
                  <a:pt x="145" y="152"/>
                </a:cubicBezTo>
                <a:cubicBezTo>
                  <a:pt x="119" y="152"/>
                  <a:pt x="119" y="152"/>
                  <a:pt x="119" y="152"/>
                </a:cubicBezTo>
                <a:cubicBezTo>
                  <a:pt x="118" y="166"/>
                  <a:pt x="118" y="166"/>
                  <a:pt x="118" y="166"/>
                </a:cubicBezTo>
                <a:cubicBezTo>
                  <a:pt x="118" y="168"/>
                  <a:pt x="117" y="169"/>
                  <a:pt x="115" y="169"/>
                </a:cubicBezTo>
                <a:cubicBezTo>
                  <a:pt x="73" y="169"/>
                  <a:pt x="73" y="169"/>
                  <a:pt x="73" y="169"/>
                </a:cubicBezTo>
                <a:cubicBezTo>
                  <a:pt x="96" y="268"/>
                  <a:pt x="96" y="268"/>
                  <a:pt x="96" y="268"/>
                </a:cubicBezTo>
                <a:cubicBezTo>
                  <a:pt x="1" y="268"/>
                  <a:pt x="1" y="268"/>
                  <a:pt x="1" y="268"/>
                </a:cubicBezTo>
                <a:cubicBezTo>
                  <a:pt x="25" y="169"/>
                  <a:pt x="25" y="169"/>
                  <a:pt x="25" y="169"/>
                </a:cubicBezTo>
                <a:cubicBezTo>
                  <a:pt x="34" y="83"/>
                  <a:pt x="34" y="83"/>
                  <a:pt x="34" y="83"/>
                </a:cubicBezTo>
                <a:cubicBezTo>
                  <a:pt x="34" y="79"/>
                  <a:pt x="38" y="76"/>
                  <a:pt x="42" y="76"/>
                </a:cubicBezTo>
                <a:cubicBezTo>
                  <a:pt x="73" y="76"/>
                  <a:pt x="73" y="76"/>
                  <a:pt x="73" y="76"/>
                </a:cubicBezTo>
                <a:cubicBezTo>
                  <a:pt x="73" y="59"/>
                  <a:pt x="73" y="59"/>
                  <a:pt x="73" y="59"/>
                </a:cubicBezTo>
                <a:cubicBezTo>
                  <a:pt x="63" y="59"/>
                  <a:pt x="63" y="59"/>
                  <a:pt x="63" y="59"/>
                </a:cubicBezTo>
                <a:cubicBezTo>
                  <a:pt x="62" y="59"/>
                  <a:pt x="61" y="58"/>
                  <a:pt x="61" y="57"/>
                </a:cubicBezTo>
                <a:cubicBezTo>
                  <a:pt x="61" y="15"/>
                  <a:pt x="61" y="15"/>
                  <a:pt x="61" y="15"/>
                </a:cubicBezTo>
                <a:cubicBezTo>
                  <a:pt x="120" y="15"/>
                  <a:pt x="120" y="15"/>
                  <a:pt x="120" y="15"/>
                </a:cubicBezTo>
                <a:cubicBezTo>
                  <a:pt x="120" y="57"/>
                  <a:pt x="120" y="57"/>
                  <a:pt x="120" y="57"/>
                </a:cubicBezTo>
                <a:cubicBezTo>
                  <a:pt x="120" y="58"/>
                  <a:pt x="119" y="59"/>
                  <a:pt x="118" y="59"/>
                </a:cubicBezTo>
                <a:cubicBezTo>
                  <a:pt x="108" y="59"/>
                  <a:pt x="108" y="59"/>
                  <a:pt x="108" y="59"/>
                </a:cubicBezTo>
                <a:cubicBezTo>
                  <a:pt x="108" y="68"/>
                  <a:pt x="108" y="68"/>
                  <a:pt x="108" y="68"/>
                </a:cubicBezTo>
                <a:cubicBezTo>
                  <a:pt x="145" y="68"/>
                  <a:pt x="145" y="68"/>
                  <a:pt x="145" y="68"/>
                </a:cubicBezTo>
                <a:cubicBezTo>
                  <a:pt x="145" y="62"/>
                  <a:pt x="145" y="62"/>
                  <a:pt x="145" y="62"/>
                </a:cubicBezTo>
                <a:cubicBezTo>
                  <a:pt x="142" y="62"/>
                  <a:pt x="142" y="62"/>
                  <a:pt x="142" y="62"/>
                </a:cubicBezTo>
                <a:cubicBezTo>
                  <a:pt x="141" y="62"/>
                  <a:pt x="140" y="61"/>
                  <a:pt x="140" y="61"/>
                </a:cubicBezTo>
                <a:cubicBezTo>
                  <a:pt x="140" y="56"/>
                  <a:pt x="140" y="56"/>
                  <a:pt x="140" y="56"/>
                </a:cubicBezTo>
                <a:cubicBezTo>
                  <a:pt x="140" y="55"/>
                  <a:pt x="141" y="55"/>
                  <a:pt x="142" y="55"/>
                </a:cubicBezTo>
                <a:cubicBezTo>
                  <a:pt x="158" y="55"/>
                  <a:pt x="158" y="55"/>
                  <a:pt x="158" y="55"/>
                </a:cubicBezTo>
                <a:cubicBezTo>
                  <a:pt x="159" y="55"/>
                  <a:pt x="160" y="55"/>
                  <a:pt x="160" y="56"/>
                </a:cubicBezTo>
                <a:cubicBezTo>
                  <a:pt x="160" y="61"/>
                  <a:pt x="160" y="61"/>
                  <a:pt x="160" y="61"/>
                </a:cubicBezTo>
                <a:cubicBezTo>
                  <a:pt x="160" y="61"/>
                  <a:pt x="159" y="62"/>
                  <a:pt x="158" y="62"/>
                </a:cubicBezTo>
                <a:cubicBezTo>
                  <a:pt x="155" y="62"/>
                  <a:pt x="155" y="62"/>
                  <a:pt x="155" y="62"/>
                </a:cubicBezTo>
                <a:cubicBezTo>
                  <a:pt x="155" y="68"/>
                  <a:pt x="155" y="68"/>
                  <a:pt x="155" y="68"/>
                </a:cubicBezTo>
                <a:cubicBezTo>
                  <a:pt x="192" y="68"/>
                  <a:pt x="192" y="68"/>
                  <a:pt x="192" y="68"/>
                </a:cubicBezTo>
                <a:cubicBezTo>
                  <a:pt x="192" y="59"/>
                  <a:pt x="192" y="59"/>
                  <a:pt x="192" y="59"/>
                </a:cubicBezTo>
                <a:cubicBezTo>
                  <a:pt x="182" y="59"/>
                  <a:pt x="182" y="59"/>
                  <a:pt x="182" y="59"/>
                </a:cubicBezTo>
                <a:cubicBezTo>
                  <a:pt x="181" y="59"/>
                  <a:pt x="180" y="58"/>
                  <a:pt x="180" y="57"/>
                </a:cubicBezTo>
                <a:cubicBezTo>
                  <a:pt x="180" y="15"/>
                  <a:pt x="180" y="15"/>
                  <a:pt x="180" y="15"/>
                </a:cubicBezTo>
                <a:cubicBezTo>
                  <a:pt x="239" y="15"/>
                  <a:pt x="239" y="15"/>
                  <a:pt x="239" y="15"/>
                </a:cubicBezTo>
                <a:cubicBezTo>
                  <a:pt x="239" y="57"/>
                  <a:pt x="239" y="57"/>
                  <a:pt x="239" y="57"/>
                </a:cubicBezTo>
                <a:cubicBezTo>
                  <a:pt x="239" y="58"/>
                  <a:pt x="238" y="59"/>
                  <a:pt x="237" y="59"/>
                </a:cubicBezTo>
                <a:cubicBezTo>
                  <a:pt x="227" y="59"/>
                  <a:pt x="227" y="59"/>
                  <a:pt x="227" y="59"/>
                </a:cubicBezTo>
                <a:cubicBezTo>
                  <a:pt x="227" y="76"/>
                  <a:pt x="227" y="76"/>
                  <a:pt x="227" y="76"/>
                </a:cubicBezTo>
                <a:lnTo>
                  <a:pt x="263" y="76"/>
                </a:lnTo>
                <a:close/>
                <a:moveTo>
                  <a:pt x="122" y="83"/>
                </a:moveTo>
                <a:cubicBezTo>
                  <a:pt x="145" y="83"/>
                  <a:pt x="145" y="83"/>
                  <a:pt x="145" y="83"/>
                </a:cubicBezTo>
                <a:cubicBezTo>
                  <a:pt x="145" y="72"/>
                  <a:pt x="145" y="72"/>
                  <a:pt x="145" y="72"/>
                </a:cubicBezTo>
                <a:cubicBezTo>
                  <a:pt x="108" y="72"/>
                  <a:pt x="108" y="72"/>
                  <a:pt x="108" y="72"/>
                </a:cubicBezTo>
                <a:cubicBezTo>
                  <a:pt x="108" y="76"/>
                  <a:pt x="108" y="76"/>
                  <a:pt x="108" y="76"/>
                </a:cubicBezTo>
                <a:cubicBezTo>
                  <a:pt x="120" y="76"/>
                  <a:pt x="120" y="76"/>
                  <a:pt x="120" y="76"/>
                </a:cubicBezTo>
                <a:cubicBezTo>
                  <a:pt x="122" y="76"/>
                  <a:pt x="123" y="77"/>
                  <a:pt x="123" y="78"/>
                </a:cubicBezTo>
                <a:lnTo>
                  <a:pt x="122" y="83"/>
                </a:lnTo>
                <a:close/>
                <a:moveTo>
                  <a:pt x="180" y="76"/>
                </a:moveTo>
                <a:cubicBezTo>
                  <a:pt x="192" y="76"/>
                  <a:pt x="192" y="76"/>
                  <a:pt x="192" y="76"/>
                </a:cubicBezTo>
                <a:cubicBezTo>
                  <a:pt x="192" y="72"/>
                  <a:pt x="192" y="72"/>
                  <a:pt x="192" y="72"/>
                </a:cubicBezTo>
                <a:cubicBezTo>
                  <a:pt x="155" y="72"/>
                  <a:pt x="155" y="72"/>
                  <a:pt x="155" y="72"/>
                </a:cubicBezTo>
                <a:cubicBezTo>
                  <a:pt x="155" y="83"/>
                  <a:pt x="155" y="83"/>
                  <a:pt x="155" y="83"/>
                </a:cubicBezTo>
                <a:cubicBezTo>
                  <a:pt x="178" y="83"/>
                  <a:pt x="178" y="83"/>
                  <a:pt x="178" y="83"/>
                </a:cubicBezTo>
                <a:cubicBezTo>
                  <a:pt x="178" y="78"/>
                  <a:pt x="178" y="78"/>
                  <a:pt x="178" y="78"/>
                </a:cubicBezTo>
                <a:cubicBezTo>
                  <a:pt x="177" y="77"/>
                  <a:pt x="178" y="76"/>
                  <a:pt x="180" y="76"/>
                </a:cubicBezTo>
                <a:close/>
                <a:moveTo>
                  <a:pt x="158" y="101"/>
                </a:moveTo>
                <a:cubicBezTo>
                  <a:pt x="142" y="101"/>
                  <a:pt x="142" y="101"/>
                  <a:pt x="142" y="101"/>
                </a:cubicBezTo>
                <a:cubicBezTo>
                  <a:pt x="142" y="118"/>
                  <a:pt x="142" y="118"/>
                  <a:pt x="142" y="118"/>
                </a:cubicBezTo>
                <a:cubicBezTo>
                  <a:pt x="158" y="118"/>
                  <a:pt x="158" y="118"/>
                  <a:pt x="158" y="118"/>
                </a:cubicBezTo>
                <a:lnTo>
                  <a:pt x="158" y="101"/>
                </a:lnTo>
                <a:close/>
                <a:moveTo>
                  <a:pt x="133" y="91"/>
                </a:moveTo>
                <a:cubicBezTo>
                  <a:pt x="129" y="91"/>
                  <a:pt x="129" y="91"/>
                  <a:pt x="129" y="91"/>
                </a:cubicBezTo>
                <a:cubicBezTo>
                  <a:pt x="129" y="141"/>
                  <a:pt x="129" y="141"/>
                  <a:pt x="129" y="141"/>
                </a:cubicBezTo>
                <a:cubicBezTo>
                  <a:pt x="133" y="141"/>
                  <a:pt x="133" y="141"/>
                  <a:pt x="133" y="141"/>
                </a:cubicBezTo>
                <a:lnTo>
                  <a:pt x="133" y="91"/>
                </a:lnTo>
                <a:close/>
                <a:moveTo>
                  <a:pt x="171" y="91"/>
                </a:moveTo>
                <a:cubicBezTo>
                  <a:pt x="167" y="91"/>
                  <a:pt x="167" y="91"/>
                  <a:pt x="167" y="91"/>
                </a:cubicBezTo>
                <a:cubicBezTo>
                  <a:pt x="167" y="141"/>
                  <a:pt x="167" y="141"/>
                  <a:pt x="167" y="141"/>
                </a:cubicBezTo>
                <a:cubicBezTo>
                  <a:pt x="171" y="141"/>
                  <a:pt x="171" y="141"/>
                  <a:pt x="171" y="141"/>
                </a:cubicBezTo>
                <a:lnTo>
                  <a:pt x="171" y="91"/>
                </a:lnTo>
                <a:close/>
              </a:path>
            </a:pathLst>
          </a:custGeom>
          <a:solidFill>
            <a:schemeClr val="accent2"/>
          </a:solidFill>
          <a:ln>
            <a:noFill/>
          </a:ln>
        </p:spPr>
        <p:txBody>
          <a:bodyPr vert="horz" wrap="square" lIns="82305" tIns="41153" rIns="82305" bIns="41153" numCol="1" anchor="t" anchorCtr="0" compatLnSpc="1">
            <a:prstTxWarp prst="textNoShape">
              <a:avLst/>
            </a:prstTxWarp>
          </a:bodyPr>
          <a:lstStyle/>
          <a:p>
            <a:pPr defTabSz="914363"/>
            <a:endParaRPr lang="en-US" sz="1600">
              <a:solidFill>
                <a:srgbClr val="292929"/>
              </a:solidFill>
            </a:endParaRPr>
          </a:p>
        </p:txBody>
      </p:sp>
    </p:spTree>
    <p:extLst>
      <p:ext uri="{BB962C8B-B14F-4D97-AF65-F5344CB8AC3E}">
        <p14:creationId xmlns:p14="http://schemas.microsoft.com/office/powerpoint/2010/main" val="3746200727"/>
      </p:ext>
    </p:extLst>
  </p:cSld>
  <p:clrMapOvr>
    <a:masterClrMapping/>
  </p:clrMapOvr>
  <p:transition>
    <p:fade/>
  </p:transition>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solidFill>
          <a:schemeClr val="accent1">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1">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7715394" y="2136047"/>
            <a:ext cx="3500039" cy="2114058"/>
            <a:chOff x="1411369" y="3975421"/>
            <a:chExt cx="1714604" cy="1035908"/>
          </a:xfrm>
        </p:grpSpPr>
        <p:sp>
          <p:nvSpPr>
            <p:cNvPr id="12" name="Freeform 6"/>
            <p:cNvSpPr>
              <a:spLocks/>
            </p:cNvSpPr>
            <p:nvPr userDrawn="1"/>
          </p:nvSpPr>
          <p:spPr bwMode="auto">
            <a:xfrm>
              <a:off x="1900471" y="3975421"/>
              <a:ext cx="1225502" cy="656717"/>
            </a:xfrm>
            <a:custGeom>
              <a:avLst/>
              <a:gdLst>
                <a:gd name="T0" fmla="*/ 138 w 189"/>
                <a:gd name="T1" fmla="*/ 0 h 101"/>
                <a:gd name="T2" fmla="*/ 94 w 189"/>
                <a:gd name="T3" fmla="*/ 26 h 101"/>
                <a:gd name="T4" fmla="*/ 75 w 189"/>
                <a:gd name="T5" fmla="*/ 21 h 101"/>
                <a:gd name="T6" fmla="*/ 40 w 189"/>
                <a:gd name="T7" fmla="*/ 42 h 101"/>
                <a:gd name="T8" fmla="*/ 29 w 189"/>
                <a:gd name="T9" fmla="*/ 40 h 101"/>
                <a:gd name="T10" fmla="*/ 0 w 189"/>
                <a:gd name="T11" fmla="*/ 64 h 101"/>
                <a:gd name="T12" fmla="*/ 11 w 189"/>
                <a:gd name="T13" fmla="*/ 62 h 101"/>
                <a:gd name="T14" fmla="*/ 30 w 189"/>
                <a:gd name="T15" fmla="*/ 66 h 101"/>
                <a:gd name="T16" fmla="*/ 82 w 189"/>
                <a:gd name="T17" fmla="*/ 39 h 101"/>
                <a:gd name="T18" fmla="*/ 145 w 189"/>
                <a:gd name="T19" fmla="*/ 101 h 101"/>
                <a:gd name="T20" fmla="*/ 189 w 189"/>
                <a:gd name="T21" fmla="*/ 51 h 101"/>
                <a:gd name="T22" fmla="*/ 138 w 189"/>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1">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
          <p:nvSpPr>
            <p:cNvPr id="15" name="Freeform 7"/>
            <p:cNvSpPr>
              <a:spLocks/>
            </p:cNvSpPr>
            <p:nvPr userDrawn="1"/>
          </p:nvSpPr>
          <p:spPr bwMode="auto">
            <a:xfrm>
              <a:off x="1411369" y="4269433"/>
              <a:ext cx="1390368" cy="741896"/>
            </a:xfrm>
            <a:custGeom>
              <a:avLst/>
              <a:gdLst>
                <a:gd name="T0" fmla="*/ 157 w 214"/>
                <a:gd name="T1" fmla="*/ 0 h 114"/>
                <a:gd name="T2" fmla="*/ 107 w 214"/>
                <a:gd name="T3" fmla="*/ 29 h 114"/>
                <a:gd name="T4" fmla="*/ 86 w 214"/>
                <a:gd name="T5" fmla="*/ 23 h 114"/>
                <a:gd name="T6" fmla="*/ 46 w 214"/>
                <a:gd name="T7" fmla="*/ 48 h 114"/>
                <a:gd name="T8" fmla="*/ 34 w 214"/>
                <a:gd name="T9" fmla="*/ 45 h 114"/>
                <a:gd name="T10" fmla="*/ 0 w 214"/>
                <a:gd name="T11" fmla="*/ 80 h 114"/>
                <a:gd name="T12" fmla="*/ 34 w 214"/>
                <a:gd name="T13" fmla="*/ 114 h 114"/>
                <a:gd name="T14" fmla="*/ 86 w 214"/>
                <a:gd name="T15" fmla="*/ 114 h 114"/>
                <a:gd name="T16" fmla="*/ 157 w 214"/>
                <a:gd name="T17" fmla="*/ 114 h 114"/>
                <a:gd name="T18" fmla="*/ 214 w 214"/>
                <a:gd name="T19" fmla="*/ 57 h 114"/>
                <a:gd name="T20" fmla="*/ 157 w 214"/>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114">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grpSp>
    </p:spTree>
    <p:extLst>
      <p:ext uri="{BB962C8B-B14F-4D97-AF65-F5344CB8AC3E}">
        <p14:creationId xmlns:p14="http://schemas.microsoft.com/office/powerpoint/2010/main" val="567074725"/>
      </p:ext>
    </p:extLst>
  </p:cSld>
  <p:clrMapOvr>
    <a:masterClrMapping/>
  </p:clrMapOvr>
  <p:transition>
    <p:fade/>
  </p:transition>
  <p:timing>
    <p:tnLst>
      <p:par>
        <p:cTn id="1" dur="indefinite" restart="never" nodeType="tmRoot"/>
      </p:par>
    </p:tnLst>
  </p:timing>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2_Demo, Video etc. &quot;special&quot; slides">
    <p:bg>
      <p:bgPr>
        <a:solidFill>
          <a:srgbClr val="8CC6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4">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sp>
        <p:nvSpPr>
          <p:cNvPr id="8" name="Freeform 6"/>
          <p:cNvSpPr>
            <a:spLocks noEditPoints="1"/>
          </p:cNvSpPr>
          <p:nvPr userDrawn="1"/>
        </p:nvSpPr>
        <p:spPr bwMode="auto">
          <a:xfrm>
            <a:off x="8294113" y="2008094"/>
            <a:ext cx="2269668" cy="2169610"/>
          </a:xfrm>
          <a:custGeom>
            <a:avLst/>
            <a:gdLst>
              <a:gd name="T0" fmla="*/ 150 w 154"/>
              <a:gd name="T1" fmla="*/ 40 h 148"/>
              <a:gd name="T2" fmla="*/ 91 w 154"/>
              <a:gd name="T3" fmla="*/ 40 h 148"/>
              <a:gd name="T4" fmla="*/ 124 w 154"/>
              <a:gd name="T5" fmla="*/ 3 h 148"/>
              <a:gd name="T6" fmla="*/ 120 w 154"/>
              <a:gd name="T7" fmla="*/ 0 h 148"/>
              <a:gd name="T8" fmla="*/ 77 w 154"/>
              <a:gd name="T9" fmla="*/ 39 h 148"/>
              <a:gd name="T10" fmla="*/ 36 w 154"/>
              <a:gd name="T11" fmla="*/ 0 h 148"/>
              <a:gd name="T12" fmla="*/ 32 w 154"/>
              <a:gd name="T13" fmla="*/ 3 h 148"/>
              <a:gd name="T14" fmla="*/ 66 w 154"/>
              <a:gd name="T15" fmla="*/ 40 h 148"/>
              <a:gd name="T16" fmla="*/ 4 w 154"/>
              <a:gd name="T17" fmla="*/ 40 h 148"/>
              <a:gd name="T18" fmla="*/ 0 w 154"/>
              <a:gd name="T19" fmla="*/ 44 h 148"/>
              <a:gd name="T20" fmla="*/ 0 w 154"/>
              <a:gd name="T21" fmla="*/ 144 h 148"/>
              <a:gd name="T22" fmla="*/ 4 w 154"/>
              <a:gd name="T23" fmla="*/ 148 h 148"/>
              <a:gd name="T24" fmla="*/ 150 w 154"/>
              <a:gd name="T25" fmla="*/ 148 h 148"/>
              <a:gd name="T26" fmla="*/ 154 w 154"/>
              <a:gd name="T27" fmla="*/ 144 h 148"/>
              <a:gd name="T28" fmla="*/ 154 w 154"/>
              <a:gd name="T29" fmla="*/ 44 h 148"/>
              <a:gd name="T30" fmla="*/ 150 w 154"/>
              <a:gd name="T31" fmla="*/ 40 h 148"/>
              <a:gd name="T32" fmla="*/ 145 w 154"/>
              <a:gd name="T33" fmla="*/ 135 h 148"/>
              <a:gd name="T34" fmla="*/ 141 w 154"/>
              <a:gd name="T35" fmla="*/ 139 h 148"/>
              <a:gd name="T36" fmla="*/ 13 w 154"/>
              <a:gd name="T37" fmla="*/ 139 h 148"/>
              <a:gd name="T38" fmla="*/ 9 w 154"/>
              <a:gd name="T39" fmla="*/ 135 h 148"/>
              <a:gd name="T40" fmla="*/ 9 w 154"/>
              <a:gd name="T41" fmla="*/ 52 h 148"/>
              <a:gd name="T42" fmla="*/ 13 w 154"/>
              <a:gd name="T43" fmla="*/ 48 h 148"/>
              <a:gd name="T44" fmla="*/ 141 w 154"/>
              <a:gd name="T45" fmla="*/ 48 h 148"/>
              <a:gd name="T46" fmla="*/ 145 w 154"/>
              <a:gd name="T47" fmla="*/ 52 h 148"/>
              <a:gd name="T48" fmla="*/ 145 w 154"/>
              <a:gd name="T49" fmla="*/ 13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 h="148">
                <a:moveTo>
                  <a:pt x="150" y="40"/>
                </a:moveTo>
                <a:cubicBezTo>
                  <a:pt x="91" y="40"/>
                  <a:pt x="91" y="40"/>
                  <a:pt x="91" y="40"/>
                </a:cubicBezTo>
                <a:cubicBezTo>
                  <a:pt x="124" y="3"/>
                  <a:pt x="124" y="3"/>
                  <a:pt x="124" y="3"/>
                </a:cubicBezTo>
                <a:cubicBezTo>
                  <a:pt x="120" y="0"/>
                  <a:pt x="120" y="0"/>
                  <a:pt x="120" y="0"/>
                </a:cubicBezTo>
                <a:cubicBezTo>
                  <a:pt x="77" y="39"/>
                  <a:pt x="77" y="39"/>
                  <a:pt x="77" y="39"/>
                </a:cubicBezTo>
                <a:cubicBezTo>
                  <a:pt x="36" y="0"/>
                  <a:pt x="36" y="0"/>
                  <a:pt x="36" y="0"/>
                </a:cubicBezTo>
                <a:cubicBezTo>
                  <a:pt x="32" y="3"/>
                  <a:pt x="32" y="3"/>
                  <a:pt x="32" y="3"/>
                </a:cubicBezTo>
                <a:cubicBezTo>
                  <a:pt x="66" y="40"/>
                  <a:pt x="66" y="40"/>
                  <a:pt x="66" y="40"/>
                </a:cubicBezTo>
                <a:cubicBezTo>
                  <a:pt x="4" y="40"/>
                  <a:pt x="4" y="40"/>
                  <a:pt x="4" y="40"/>
                </a:cubicBezTo>
                <a:cubicBezTo>
                  <a:pt x="2" y="40"/>
                  <a:pt x="0" y="42"/>
                  <a:pt x="0" y="44"/>
                </a:cubicBezTo>
                <a:cubicBezTo>
                  <a:pt x="0" y="144"/>
                  <a:pt x="0" y="144"/>
                  <a:pt x="0" y="144"/>
                </a:cubicBezTo>
                <a:cubicBezTo>
                  <a:pt x="0" y="146"/>
                  <a:pt x="2" y="148"/>
                  <a:pt x="4" y="148"/>
                </a:cubicBezTo>
                <a:cubicBezTo>
                  <a:pt x="150" y="148"/>
                  <a:pt x="150" y="148"/>
                  <a:pt x="150" y="148"/>
                </a:cubicBezTo>
                <a:cubicBezTo>
                  <a:pt x="152" y="148"/>
                  <a:pt x="154" y="146"/>
                  <a:pt x="154" y="144"/>
                </a:cubicBezTo>
                <a:cubicBezTo>
                  <a:pt x="154" y="44"/>
                  <a:pt x="154" y="44"/>
                  <a:pt x="154" y="44"/>
                </a:cubicBezTo>
                <a:cubicBezTo>
                  <a:pt x="154" y="42"/>
                  <a:pt x="152" y="40"/>
                  <a:pt x="150" y="40"/>
                </a:cubicBezTo>
                <a:close/>
                <a:moveTo>
                  <a:pt x="145" y="135"/>
                </a:moveTo>
                <a:cubicBezTo>
                  <a:pt x="145" y="137"/>
                  <a:pt x="143" y="139"/>
                  <a:pt x="141" y="139"/>
                </a:cubicBezTo>
                <a:cubicBezTo>
                  <a:pt x="13" y="139"/>
                  <a:pt x="13" y="139"/>
                  <a:pt x="13" y="139"/>
                </a:cubicBezTo>
                <a:cubicBezTo>
                  <a:pt x="11" y="139"/>
                  <a:pt x="9" y="137"/>
                  <a:pt x="9" y="135"/>
                </a:cubicBezTo>
                <a:cubicBezTo>
                  <a:pt x="9" y="52"/>
                  <a:pt x="9" y="52"/>
                  <a:pt x="9" y="52"/>
                </a:cubicBezTo>
                <a:cubicBezTo>
                  <a:pt x="9" y="50"/>
                  <a:pt x="11" y="48"/>
                  <a:pt x="13" y="48"/>
                </a:cubicBezTo>
                <a:cubicBezTo>
                  <a:pt x="141" y="48"/>
                  <a:pt x="141" y="48"/>
                  <a:pt x="141" y="48"/>
                </a:cubicBezTo>
                <a:cubicBezTo>
                  <a:pt x="143" y="48"/>
                  <a:pt x="145" y="50"/>
                  <a:pt x="145" y="52"/>
                </a:cubicBezTo>
                <a:lnTo>
                  <a:pt x="145" y="1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Tree>
    <p:extLst>
      <p:ext uri="{BB962C8B-B14F-4D97-AF65-F5344CB8AC3E}">
        <p14:creationId xmlns:p14="http://schemas.microsoft.com/office/powerpoint/2010/main" val="888614308"/>
      </p:ext>
    </p:extLst>
  </p:cSld>
  <p:clrMapOvr>
    <a:masterClrMapping/>
  </p:clrMapOvr>
  <p:transition>
    <p:fade/>
  </p:transition>
  <p:timing>
    <p:tnLst>
      <p:par>
        <p:cTn id="1" dur="indefinite" restart="never" nodeType="tmRoot"/>
      </p:par>
    </p:tnLst>
  </p:timing>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3_Demo, Video etc. &quot;special&quot; slides">
    <p:bg>
      <p:bgPr>
        <a:solidFill>
          <a:schemeClr val="accent2">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2">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8" name="Group 7"/>
          <p:cNvGrpSpPr/>
          <p:nvPr userDrawn="1"/>
        </p:nvGrpSpPr>
        <p:grpSpPr bwMode="black">
          <a:xfrm>
            <a:off x="7906631" y="2242931"/>
            <a:ext cx="3177742" cy="1934622"/>
            <a:chOff x="10387012" y="4179358"/>
            <a:chExt cx="974726" cy="593725"/>
          </a:xfrm>
          <a:solidFill>
            <a:srgbClr val="FFFFFF"/>
          </a:solidFill>
        </p:grpSpPr>
        <p:sp>
          <p:nvSpPr>
            <p:cNvPr id="9" name="Freeform 26"/>
            <p:cNvSpPr>
              <a:spLocks/>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2" name="Freeform 27"/>
            <p:cNvSpPr>
              <a:spLocks/>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4" name="Freeform 28"/>
            <p:cNvSpPr>
              <a:spLocks/>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5" name="Freeform 29"/>
            <p:cNvSpPr>
              <a:spLocks/>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6" name="Freeform 30"/>
            <p:cNvSpPr>
              <a:spLocks/>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grpSp>
    </p:spTree>
    <p:extLst>
      <p:ext uri="{BB962C8B-B14F-4D97-AF65-F5344CB8AC3E}">
        <p14:creationId xmlns:p14="http://schemas.microsoft.com/office/powerpoint/2010/main" val="3356147134"/>
      </p:ext>
    </p:extLst>
  </p:cSld>
  <p:clrMapOvr>
    <a:masterClrMapping/>
  </p:clrMapOvr>
  <p:transition>
    <p:fade/>
  </p:transition>
  <p:timing>
    <p:tnLst>
      <p:par>
        <p:cTn id="1" dur="indefinite" restart="never" nodeType="tmRoot"/>
      </p:par>
    </p:tnLst>
  </p:timing>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4_Demo, Video etc. &quot;special&quot; slides">
    <p:bg>
      <p:bgPr>
        <a:solidFill>
          <a:srgbClr val="FFBE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rgbClr val="FFE497"/>
                </a:solidFill>
                <a:effectLst/>
                <a:uLnTx/>
                <a:uFillTx/>
                <a:latin typeface="Segoe UI Light" pitchFamily="34" charset="0"/>
                <a:ea typeface="+mn-ea"/>
                <a:cs typeface="+mn-cs"/>
              </a:defRPr>
            </a:lvl1pPr>
          </a:lstStyle>
          <a:p>
            <a:pPr lvl="0"/>
            <a:r>
              <a:rPr lang="en-US" dirty="0" smtClean="0"/>
              <a:t>click to…</a:t>
            </a:r>
          </a:p>
        </p:txBody>
      </p:sp>
      <p:sp>
        <p:nvSpPr>
          <p:cNvPr id="25" name="Freeform 64"/>
          <p:cNvSpPr>
            <a:spLocks noEditPoints="1"/>
          </p:cNvSpPr>
          <p:nvPr userDrawn="1"/>
        </p:nvSpPr>
        <p:spPr bwMode="black">
          <a:xfrm>
            <a:off x="7925673" y="1932604"/>
            <a:ext cx="3014117" cy="2314242"/>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pPr defTabSz="914363"/>
            <a:endParaRPr lang="en-US" sz="1600" dirty="0">
              <a:solidFill>
                <a:srgbClr val="292929"/>
              </a:solidFill>
            </a:endParaRPr>
          </a:p>
        </p:txBody>
      </p:sp>
    </p:spTree>
    <p:extLst>
      <p:ext uri="{BB962C8B-B14F-4D97-AF65-F5344CB8AC3E}">
        <p14:creationId xmlns:p14="http://schemas.microsoft.com/office/powerpoint/2010/main" val="3117830756"/>
      </p:ext>
    </p:extLst>
  </p:cSld>
  <p:clrMapOvr>
    <a:masterClrMapping/>
  </p:clrMapOvr>
  <p:transition>
    <p:fade/>
  </p:transition>
  <p:timing>
    <p:tnLst>
      <p:par>
        <p:cTn id="1" dur="indefinite" restart="never" nodeType="tmRoot"/>
      </p:par>
    </p:tnLst>
  </p:timing>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5_Demo, Video etc. &quot;special&quot; slides">
    <p:bg>
      <p:bgPr>
        <a:solidFill>
          <a:schemeClr val="accent3">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3">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8885072" y="1905000"/>
            <a:ext cx="1277929" cy="3245368"/>
            <a:chOff x="7558088" y="1685925"/>
            <a:chExt cx="1322387" cy="3359150"/>
          </a:xfrm>
          <a:solidFill>
            <a:schemeClr val="bg1"/>
          </a:solidFill>
        </p:grpSpPr>
        <p:sp>
          <p:nvSpPr>
            <p:cNvPr id="12" name="Oval 6"/>
            <p:cNvSpPr>
              <a:spLocks noChangeArrowheads="1"/>
            </p:cNvSpPr>
            <p:nvPr userDrawn="1"/>
          </p:nvSpPr>
          <p:spPr bwMode="auto">
            <a:xfrm>
              <a:off x="7943850" y="1685925"/>
              <a:ext cx="547687" cy="5588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
          <p:nvSpPr>
            <p:cNvPr id="13" name="Freeform 12"/>
            <p:cNvSpPr>
              <a:spLocks/>
            </p:cNvSpPr>
            <p:nvPr userDrawn="1"/>
          </p:nvSpPr>
          <p:spPr bwMode="auto">
            <a:xfrm>
              <a:off x="7558088" y="2308225"/>
              <a:ext cx="1322387" cy="2736850"/>
            </a:xfrm>
            <a:custGeom>
              <a:avLst/>
              <a:gdLst>
                <a:gd name="T0" fmla="*/ 327 w 353"/>
                <a:gd name="T1" fmla="*/ 30 h 730"/>
                <a:gd name="T2" fmla="*/ 327 w 353"/>
                <a:gd name="T3" fmla="*/ 30 h 730"/>
                <a:gd name="T4" fmla="*/ 323 w 353"/>
                <a:gd name="T5" fmla="*/ 26 h 730"/>
                <a:gd name="T6" fmla="*/ 321 w 353"/>
                <a:gd name="T7" fmla="*/ 24 h 730"/>
                <a:gd name="T8" fmla="*/ 320 w 353"/>
                <a:gd name="T9" fmla="*/ 23 h 730"/>
                <a:gd name="T10" fmla="*/ 287 w 353"/>
                <a:gd name="T11" fmla="*/ 5 h 730"/>
                <a:gd name="T12" fmla="*/ 287 w 353"/>
                <a:gd name="T13" fmla="*/ 5 h 730"/>
                <a:gd name="T14" fmla="*/ 283 w 353"/>
                <a:gd name="T15" fmla="*/ 4 h 730"/>
                <a:gd name="T16" fmla="*/ 282 w 353"/>
                <a:gd name="T17" fmla="*/ 4 h 730"/>
                <a:gd name="T18" fmla="*/ 280 w 353"/>
                <a:gd name="T19" fmla="*/ 3 h 730"/>
                <a:gd name="T20" fmla="*/ 277 w 353"/>
                <a:gd name="T21" fmla="*/ 2 h 730"/>
                <a:gd name="T22" fmla="*/ 276 w 353"/>
                <a:gd name="T23" fmla="*/ 2 h 730"/>
                <a:gd name="T24" fmla="*/ 272 w 353"/>
                <a:gd name="T25" fmla="*/ 2 h 730"/>
                <a:gd name="T26" fmla="*/ 272 w 353"/>
                <a:gd name="T27" fmla="*/ 1 h 730"/>
                <a:gd name="T28" fmla="*/ 267 w 353"/>
                <a:gd name="T29" fmla="*/ 1 h 730"/>
                <a:gd name="T30" fmla="*/ 267 w 353"/>
                <a:gd name="T31" fmla="*/ 1 h 730"/>
                <a:gd name="T32" fmla="*/ 263 w 353"/>
                <a:gd name="T33" fmla="*/ 1 h 730"/>
                <a:gd name="T34" fmla="*/ 262 w 353"/>
                <a:gd name="T35" fmla="*/ 1 h 730"/>
                <a:gd name="T36" fmla="*/ 258 w 353"/>
                <a:gd name="T37" fmla="*/ 0 h 730"/>
                <a:gd name="T38" fmla="*/ 258 w 353"/>
                <a:gd name="T39" fmla="*/ 0 h 730"/>
                <a:gd name="T40" fmla="*/ 96 w 353"/>
                <a:gd name="T41" fmla="*/ 0 h 730"/>
                <a:gd name="T42" fmla="*/ 95 w 353"/>
                <a:gd name="T43" fmla="*/ 0 h 730"/>
                <a:gd name="T44" fmla="*/ 95 w 353"/>
                <a:gd name="T45" fmla="*/ 0 h 730"/>
                <a:gd name="T46" fmla="*/ 0 w 353"/>
                <a:gd name="T47" fmla="*/ 95 h 730"/>
                <a:gd name="T48" fmla="*/ 0 w 353"/>
                <a:gd name="T49" fmla="*/ 323 h 730"/>
                <a:gd name="T50" fmla="*/ 32 w 353"/>
                <a:gd name="T51" fmla="*/ 356 h 730"/>
                <a:gd name="T52" fmla="*/ 64 w 353"/>
                <a:gd name="T53" fmla="*/ 323 h 730"/>
                <a:gd name="T54" fmla="*/ 64 w 353"/>
                <a:gd name="T55" fmla="*/ 117 h 730"/>
                <a:gd name="T56" fmla="*/ 81 w 353"/>
                <a:gd name="T57" fmla="*/ 117 h 730"/>
                <a:gd name="T58" fmla="*/ 81 w 353"/>
                <a:gd name="T59" fmla="*/ 687 h 730"/>
                <a:gd name="T60" fmla="*/ 125 w 353"/>
                <a:gd name="T61" fmla="*/ 730 h 730"/>
                <a:gd name="T62" fmla="*/ 168 w 353"/>
                <a:gd name="T63" fmla="*/ 687 h 730"/>
                <a:gd name="T64" fmla="*/ 168 w 353"/>
                <a:gd name="T65" fmla="*/ 358 h 730"/>
                <a:gd name="T66" fmla="*/ 185 w 353"/>
                <a:gd name="T67" fmla="*/ 358 h 730"/>
                <a:gd name="T68" fmla="*/ 185 w 353"/>
                <a:gd name="T69" fmla="*/ 687 h 730"/>
                <a:gd name="T70" fmla="*/ 228 w 353"/>
                <a:gd name="T71" fmla="*/ 730 h 730"/>
                <a:gd name="T72" fmla="*/ 272 w 353"/>
                <a:gd name="T73" fmla="*/ 687 h 730"/>
                <a:gd name="T74" fmla="*/ 272 w 353"/>
                <a:gd name="T75" fmla="*/ 683 h 730"/>
                <a:gd name="T76" fmla="*/ 272 w 353"/>
                <a:gd name="T77" fmla="*/ 687 h 730"/>
                <a:gd name="T78" fmla="*/ 272 w 353"/>
                <a:gd name="T79" fmla="*/ 117 h 730"/>
                <a:gd name="T80" fmla="*/ 289 w 353"/>
                <a:gd name="T81" fmla="*/ 117 h 730"/>
                <a:gd name="T82" fmla="*/ 289 w 353"/>
                <a:gd name="T83" fmla="*/ 315 h 730"/>
                <a:gd name="T84" fmla="*/ 289 w 353"/>
                <a:gd name="T85" fmla="*/ 314 h 730"/>
                <a:gd name="T86" fmla="*/ 289 w 353"/>
                <a:gd name="T87" fmla="*/ 323 h 730"/>
                <a:gd name="T88" fmla="*/ 294 w 353"/>
                <a:gd name="T89" fmla="*/ 342 h 730"/>
                <a:gd name="T90" fmla="*/ 321 w 353"/>
                <a:gd name="T91" fmla="*/ 356 h 730"/>
                <a:gd name="T92" fmla="*/ 353 w 353"/>
                <a:gd name="T93" fmla="*/ 325 h 730"/>
                <a:gd name="T94" fmla="*/ 353 w 353"/>
                <a:gd name="T95" fmla="*/ 323 h 730"/>
                <a:gd name="T96" fmla="*/ 353 w 353"/>
                <a:gd name="T97" fmla="*/ 323 h 730"/>
                <a:gd name="T98" fmla="*/ 353 w 353"/>
                <a:gd name="T99" fmla="*/ 298 h 730"/>
                <a:gd name="T100" fmla="*/ 353 w 353"/>
                <a:gd name="T101" fmla="*/ 95 h 730"/>
                <a:gd name="T102" fmla="*/ 327 w 353"/>
                <a:gd name="T103" fmla="*/ 30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3" h="730">
                  <a:moveTo>
                    <a:pt x="327" y="30"/>
                  </a:moveTo>
                  <a:cubicBezTo>
                    <a:pt x="327" y="30"/>
                    <a:pt x="327" y="30"/>
                    <a:pt x="327" y="30"/>
                  </a:cubicBezTo>
                  <a:cubicBezTo>
                    <a:pt x="326" y="29"/>
                    <a:pt x="324" y="27"/>
                    <a:pt x="323" y="26"/>
                  </a:cubicBezTo>
                  <a:cubicBezTo>
                    <a:pt x="322" y="25"/>
                    <a:pt x="321" y="25"/>
                    <a:pt x="321" y="24"/>
                  </a:cubicBezTo>
                  <a:cubicBezTo>
                    <a:pt x="320" y="24"/>
                    <a:pt x="320" y="24"/>
                    <a:pt x="320" y="23"/>
                  </a:cubicBezTo>
                  <a:cubicBezTo>
                    <a:pt x="310" y="15"/>
                    <a:pt x="299" y="9"/>
                    <a:pt x="287" y="5"/>
                  </a:cubicBezTo>
                  <a:cubicBezTo>
                    <a:pt x="287" y="5"/>
                    <a:pt x="287" y="5"/>
                    <a:pt x="287" y="5"/>
                  </a:cubicBezTo>
                  <a:cubicBezTo>
                    <a:pt x="286" y="5"/>
                    <a:pt x="285" y="4"/>
                    <a:pt x="283" y="4"/>
                  </a:cubicBezTo>
                  <a:cubicBezTo>
                    <a:pt x="283" y="4"/>
                    <a:pt x="283" y="4"/>
                    <a:pt x="282" y="4"/>
                  </a:cubicBezTo>
                  <a:cubicBezTo>
                    <a:pt x="281" y="3"/>
                    <a:pt x="280" y="3"/>
                    <a:pt x="280" y="3"/>
                  </a:cubicBezTo>
                  <a:cubicBezTo>
                    <a:pt x="279" y="3"/>
                    <a:pt x="278" y="3"/>
                    <a:pt x="277" y="2"/>
                  </a:cubicBezTo>
                  <a:cubicBezTo>
                    <a:pt x="277" y="2"/>
                    <a:pt x="276" y="2"/>
                    <a:pt x="276" y="2"/>
                  </a:cubicBezTo>
                  <a:cubicBezTo>
                    <a:pt x="274" y="2"/>
                    <a:pt x="273" y="2"/>
                    <a:pt x="272" y="2"/>
                  </a:cubicBezTo>
                  <a:cubicBezTo>
                    <a:pt x="272" y="2"/>
                    <a:pt x="272" y="2"/>
                    <a:pt x="272" y="1"/>
                  </a:cubicBezTo>
                  <a:cubicBezTo>
                    <a:pt x="270" y="1"/>
                    <a:pt x="269" y="1"/>
                    <a:pt x="267" y="1"/>
                  </a:cubicBezTo>
                  <a:cubicBezTo>
                    <a:pt x="267" y="1"/>
                    <a:pt x="267" y="1"/>
                    <a:pt x="267" y="1"/>
                  </a:cubicBezTo>
                  <a:cubicBezTo>
                    <a:pt x="266" y="1"/>
                    <a:pt x="264" y="1"/>
                    <a:pt x="263" y="1"/>
                  </a:cubicBezTo>
                  <a:cubicBezTo>
                    <a:pt x="262" y="1"/>
                    <a:pt x="262" y="1"/>
                    <a:pt x="262" y="1"/>
                  </a:cubicBezTo>
                  <a:cubicBezTo>
                    <a:pt x="261" y="1"/>
                    <a:pt x="259" y="0"/>
                    <a:pt x="258" y="0"/>
                  </a:cubicBezTo>
                  <a:cubicBezTo>
                    <a:pt x="258" y="0"/>
                    <a:pt x="258" y="0"/>
                    <a:pt x="258" y="0"/>
                  </a:cubicBezTo>
                  <a:cubicBezTo>
                    <a:pt x="96" y="0"/>
                    <a:pt x="96" y="0"/>
                    <a:pt x="96" y="0"/>
                  </a:cubicBezTo>
                  <a:cubicBezTo>
                    <a:pt x="95" y="0"/>
                    <a:pt x="95" y="0"/>
                    <a:pt x="95" y="0"/>
                  </a:cubicBezTo>
                  <a:cubicBezTo>
                    <a:pt x="95" y="0"/>
                    <a:pt x="95" y="0"/>
                    <a:pt x="95" y="0"/>
                  </a:cubicBezTo>
                  <a:cubicBezTo>
                    <a:pt x="43" y="1"/>
                    <a:pt x="0" y="43"/>
                    <a:pt x="0" y="95"/>
                  </a:cubicBezTo>
                  <a:cubicBezTo>
                    <a:pt x="0" y="323"/>
                    <a:pt x="0" y="323"/>
                    <a:pt x="0" y="323"/>
                  </a:cubicBezTo>
                  <a:cubicBezTo>
                    <a:pt x="0" y="341"/>
                    <a:pt x="15" y="356"/>
                    <a:pt x="32" y="356"/>
                  </a:cubicBezTo>
                  <a:cubicBezTo>
                    <a:pt x="50" y="356"/>
                    <a:pt x="64" y="341"/>
                    <a:pt x="64" y="323"/>
                  </a:cubicBezTo>
                  <a:cubicBezTo>
                    <a:pt x="64" y="117"/>
                    <a:pt x="64" y="117"/>
                    <a:pt x="64" y="117"/>
                  </a:cubicBezTo>
                  <a:cubicBezTo>
                    <a:pt x="81" y="117"/>
                    <a:pt x="81" y="117"/>
                    <a:pt x="81" y="117"/>
                  </a:cubicBezTo>
                  <a:cubicBezTo>
                    <a:pt x="81" y="687"/>
                    <a:pt x="81" y="687"/>
                    <a:pt x="81" y="687"/>
                  </a:cubicBezTo>
                  <a:cubicBezTo>
                    <a:pt x="81" y="711"/>
                    <a:pt x="101" y="730"/>
                    <a:pt x="125" y="730"/>
                  </a:cubicBezTo>
                  <a:cubicBezTo>
                    <a:pt x="148" y="730"/>
                    <a:pt x="168" y="711"/>
                    <a:pt x="168" y="687"/>
                  </a:cubicBezTo>
                  <a:cubicBezTo>
                    <a:pt x="168" y="358"/>
                    <a:pt x="168" y="358"/>
                    <a:pt x="168" y="358"/>
                  </a:cubicBezTo>
                  <a:cubicBezTo>
                    <a:pt x="185" y="358"/>
                    <a:pt x="185" y="358"/>
                    <a:pt x="185" y="358"/>
                  </a:cubicBezTo>
                  <a:cubicBezTo>
                    <a:pt x="185" y="687"/>
                    <a:pt x="185" y="687"/>
                    <a:pt x="185" y="687"/>
                  </a:cubicBezTo>
                  <a:cubicBezTo>
                    <a:pt x="185" y="711"/>
                    <a:pt x="204" y="730"/>
                    <a:pt x="228" y="730"/>
                  </a:cubicBezTo>
                  <a:cubicBezTo>
                    <a:pt x="252" y="730"/>
                    <a:pt x="272" y="711"/>
                    <a:pt x="272" y="687"/>
                  </a:cubicBezTo>
                  <a:cubicBezTo>
                    <a:pt x="272" y="686"/>
                    <a:pt x="272" y="685"/>
                    <a:pt x="272" y="683"/>
                  </a:cubicBezTo>
                  <a:cubicBezTo>
                    <a:pt x="272" y="687"/>
                    <a:pt x="272" y="687"/>
                    <a:pt x="272" y="687"/>
                  </a:cubicBezTo>
                  <a:cubicBezTo>
                    <a:pt x="272" y="687"/>
                    <a:pt x="272" y="687"/>
                    <a:pt x="272" y="117"/>
                  </a:cubicBezTo>
                  <a:cubicBezTo>
                    <a:pt x="272" y="117"/>
                    <a:pt x="272" y="117"/>
                    <a:pt x="289" y="117"/>
                  </a:cubicBezTo>
                  <a:cubicBezTo>
                    <a:pt x="289" y="117"/>
                    <a:pt x="289" y="117"/>
                    <a:pt x="289" y="315"/>
                  </a:cubicBezTo>
                  <a:cubicBezTo>
                    <a:pt x="289" y="314"/>
                    <a:pt x="289" y="314"/>
                    <a:pt x="289" y="314"/>
                  </a:cubicBezTo>
                  <a:cubicBezTo>
                    <a:pt x="289" y="323"/>
                    <a:pt x="289" y="323"/>
                    <a:pt x="289" y="323"/>
                  </a:cubicBezTo>
                  <a:cubicBezTo>
                    <a:pt x="289" y="330"/>
                    <a:pt x="291" y="337"/>
                    <a:pt x="294" y="342"/>
                  </a:cubicBezTo>
                  <a:cubicBezTo>
                    <a:pt x="300" y="350"/>
                    <a:pt x="310" y="356"/>
                    <a:pt x="321" y="356"/>
                  </a:cubicBezTo>
                  <a:cubicBezTo>
                    <a:pt x="338" y="356"/>
                    <a:pt x="352" y="342"/>
                    <a:pt x="353" y="325"/>
                  </a:cubicBezTo>
                  <a:cubicBezTo>
                    <a:pt x="353" y="324"/>
                    <a:pt x="353" y="324"/>
                    <a:pt x="353" y="323"/>
                  </a:cubicBezTo>
                  <a:cubicBezTo>
                    <a:pt x="353" y="323"/>
                    <a:pt x="353" y="323"/>
                    <a:pt x="353" y="323"/>
                  </a:cubicBezTo>
                  <a:cubicBezTo>
                    <a:pt x="353" y="298"/>
                    <a:pt x="353" y="298"/>
                    <a:pt x="353" y="298"/>
                  </a:cubicBezTo>
                  <a:cubicBezTo>
                    <a:pt x="353" y="270"/>
                    <a:pt x="353" y="213"/>
                    <a:pt x="353" y="95"/>
                  </a:cubicBezTo>
                  <a:cubicBezTo>
                    <a:pt x="353" y="70"/>
                    <a:pt x="343" y="47"/>
                    <a:pt x="32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grpSp>
    </p:spTree>
    <p:extLst>
      <p:ext uri="{BB962C8B-B14F-4D97-AF65-F5344CB8AC3E}">
        <p14:creationId xmlns:p14="http://schemas.microsoft.com/office/powerpoint/2010/main" val="3523539044"/>
      </p:ext>
    </p:extLst>
  </p:cSld>
  <p:clrMapOvr>
    <a:masterClrMapping/>
  </p:clrMapOvr>
  <p:transition>
    <p:fade/>
  </p:transition>
  <p:timing>
    <p:tnLst>
      <p:par>
        <p:cTn id="1" dur="indefinite" restart="never" nodeType="tmRoot"/>
      </p:par>
    </p:tnLst>
  </p:timing>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521344" y="3467676"/>
            <a:ext cx="10696186" cy="1378644"/>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8800" b="0" i="0" u="none" strike="noStrike" kern="1200" cap="none" spc="-120" normalizeH="0" baseline="0" dirty="0" smtClean="0">
                <a:ln w="3175">
                  <a:noFill/>
                </a:ln>
                <a:solidFill>
                  <a:schemeClr val="bg1">
                    <a:alpha val="99000"/>
                  </a:schemeClr>
                </a:solidFill>
                <a:effectLst/>
                <a:uLnTx/>
                <a:uFillTx/>
                <a:latin typeface="Segoe UI Light"/>
                <a:ea typeface="+mn-ea"/>
                <a:cs typeface="Arial" charset="0"/>
              </a:defRPr>
            </a:lvl1pPr>
          </a:lstStyle>
          <a:p>
            <a:pPr lvl="0"/>
            <a:r>
              <a:rPr lang="en-US" smtClean="0"/>
              <a:t>Click to edit Master text styles</a:t>
            </a:r>
          </a:p>
        </p:txBody>
      </p:sp>
      <p:pic>
        <p:nvPicPr>
          <p:cNvPr id="8" name="Picture 7"/>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163951" y="6338048"/>
            <a:ext cx="2507214" cy="291353"/>
          </a:xfrm>
          <a:prstGeom prst="rect">
            <a:avLst/>
          </a:prstGeom>
        </p:spPr>
      </p:pic>
    </p:spTree>
    <p:extLst>
      <p:ext uri="{BB962C8B-B14F-4D97-AF65-F5344CB8AC3E}">
        <p14:creationId xmlns:p14="http://schemas.microsoft.com/office/powerpoint/2010/main" val="1299891226"/>
      </p:ext>
    </p:extLst>
  </p:cSld>
  <p:clrMapOvr>
    <a:masterClrMapping/>
  </p:clrMapOvr>
  <p:transition>
    <p:fade/>
  </p:transition>
  <p:timing>
    <p:tnLst>
      <p:par>
        <p:cTn id="1" dur="indefinite" restart="never" nodeType="tmRoot"/>
      </p:par>
    </p:tnLst>
  </p:timing>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Bran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black">
          <a:xfrm>
            <a:off x="4322299" y="3140274"/>
            <a:ext cx="3547400" cy="577452"/>
          </a:xfrm>
          <a:prstGeom prst="rect">
            <a:avLst/>
          </a:prstGeom>
          <a:noFill/>
          <a:ln>
            <a:noFill/>
          </a:ln>
        </p:spPr>
      </p:pic>
      <p:sp>
        <p:nvSpPr>
          <p:cNvPr id="3" name="Text Box 3"/>
          <p:cNvSpPr txBox="1">
            <a:spLocks noChangeArrowheads="1"/>
          </p:cNvSpPr>
          <p:nvPr userDrawn="1"/>
        </p:nvSpPr>
        <p:spPr bwMode="blackWhite">
          <a:xfrm>
            <a:off x="508001" y="6083573"/>
            <a:ext cx="11176000" cy="415484"/>
          </a:xfrm>
          <a:prstGeom prst="rect">
            <a:avLst/>
          </a:prstGeom>
          <a:noFill/>
          <a:ln w="12700">
            <a:noFill/>
            <a:miter lim="800000"/>
            <a:headEnd type="none" w="sm" len="sm"/>
            <a:tailEnd type="none" w="sm" len="sm"/>
          </a:ln>
          <a:effectLst/>
        </p:spPr>
        <p:txBody>
          <a:bodyPr vert="horz" wrap="square" lIns="91425" tIns="45713" rIns="91425" bIns="45713" numCol="1" anchor="t" anchorCtr="0" compatLnSpc="1">
            <a:prstTxWarp prst="textNoShape">
              <a:avLst/>
            </a:prstTxWarp>
            <a:spAutoFit/>
          </a:bodyPr>
          <a:lstStyle/>
          <a:p>
            <a:pPr algn="ctr" defTabSz="914099" eaLnBrk="0" hangingPunct="0"/>
            <a:r>
              <a:rPr lang="en-US" sz="700" dirty="0">
                <a:solidFill>
                  <a:srgbClr val="FFFFFF">
                    <a:alpha val="99000"/>
                  </a:srgbClr>
                </a:solidFill>
                <a:cs typeface="Arial" charset="0"/>
              </a:rPr>
              <a:t>© </a:t>
            </a:r>
            <a:r>
              <a:rPr lang="en-US" sz="700" dirty="0" smtClean="0">
                <a:solidFill>
                  <a:srgbClr val="FFFFFF">
                    <a:alpha val="99000"/>
                  </a:srgbClr>
                </a:solidFill>
                <a:cs typeface="Arial" charset="0"/>
              </a:rPr>
              <a:t>2011 Microsoft </a:t>
            </a:r>
            <a:r>
              <a:rPr lang="en-US" sz="700" dirty="0">
                <a:solidFill>
                  <a:srgbClr val="FFFFFF">
                    <a:alpha val="99000"/>
                  </a:srgbClr>
                </a:solidFill>
                <a:cs typeface="Arial" charset="0"/>
              </a:rPr>
              <a:t>Corporation. All rights reserved. Microsoft, Windows, Windows Vista and other product names are or may be registered trademarks and/or trademarks in the U.S. and/or other countries.</a:t>
            </a:r>
          </a:p>
          <a:p>
            <a:pPr algn="ctr" defTabSz="914099" eaLnBrk="0" hangingPunct="0"/>
            <a:r>
              <a:rPr lang="en-US" sz="700" dirty="0">
                <a:solidFill>
                  <a:srgbClr val="FFFFFF">
                    <a:alpha val="99000"/>
                  </a:srgbClr>
                </a:solidFill>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r>
              <a:rPr lang="en-US" sz="700" dirty="0" smtClean="0">
                <a:solidFill>
                  <a:srgbClr val="FFFFFF">
                    <a:alpha val="99000"/>
                  </a:srgbClr>
                </a:solidFill>
                <a:cs typeface="Arial" charset="0"/>
              </a:rPr>
              <a:t>MICROSOFT </a:t>
            </a:r>
            <a:r>
              <a:rPr lang="en-US" sz="700" dirty="0">
                <a:solidFill>
                  <a:srgbClr val="FFFFFF">
                    <a:alpha val="99000"/>
                  </a:srgbClr>
                </a:solidFill>
                <a:cs typeface="Arial" charset="0"/>
              </a:rPr>
              <a:t>MAKES NO WARRANTIES, EXPRESS, IMPLIED OR STATUTORY, AS TO THE INFORMATION IN THIS PRESENTATION.</a:t>
            </a:r>
          </a:p>
        </p:txBody>
      </p:sp>
    </p:spTree>
    <p:extLst>
      <p:ext uri="{BB962C8B-B14F-4D97-AF65-F5344CB8AC3E}">
        <p14:creationId xmlns:p14="http://schemas.microsoft.com/office/powerpoint/2010/main" val="1641948713"/>
      </p:ext>
    </p:extLst>
  </p:cSld>
  <p:clrMapOvr>
    <a:masterClrMapping/>
  </p:clrMapOvr>
  <p:transition>
    <p:fade/>
  </p:transition>
  <p:timing>
    <p:tnLst>
      <p:par>
        <p:cTn id="1" dur="indefinite" restart="never" nodeType="tmRoot"/>
      </p:par>
    </p:tnLst>
  </p:timing>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512897" y="2892711"/>
            <a:ext cx="11231365" cy="1218795"/>
          </a:xfrm>
        </p:spPr>
        <p:txBody>
          <a:bodyPr/>
          <a:lstStyle>
            <a:lvl1pPr marL="0" indent="0">
              <a:buNone/>
              <a:defRPr lang="en-US" sz="8800" i="0" kern="1200" spc="-100" baseline="0" dirty="0" smtClean="0">
                <a:solidFill>
                  <a:schemeClr val="bg1">
                    <a:alpha val="99000"/>
                  </a:schemeClr>
                </a:solidFill>
                <a:latin typeface="Segoe UI Light" pitchFamily="34" charset="0"/>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userDrawn="1">
            <p:ph type="body" sz="quarter" idx="11" hasCustomPrompt="1"/>
          </p:nvPr>
        </p:nvSpPr>
        <p:spPr>
          <a:xfrm>
            <a:off x="512897" y="4343400"/>
            <a:ext cx="7515594" cy="443198"/>
          </a:xfrm>
        </p:spPr>
        <p:txBody>
          <a:bodyPr/>
          <a:lstStyle>
            <a:lvl1pPr marL="0" indent="0">
              <a:buNone/>
              <a:defRPr lang="en-US" sz="3200" kern="1200" spc="-100" baseline="0" dirty="0">
                <a:solidFill>
                  <a:schemeClr val="bg1">
                    <a:alpha val="99000"/>
                  </a:schemeClr>
                </a:solidFill>
                <a:latin typeface="+mj-lt"/>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534847" y="6364651"/>
            <a:ext cx="1596068" cy="268366"/>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249" y="228600"/>
            <a:ext cx="2498478" cy="290338"/>
          </a:xfrm>
          <a:prstGeom prst="rect">
            <a:avLst/>
          </a:prstGeom>
        </p:spPr>
      </p:pic>
    </p:spTree>
    <p:extLst>
      <p:ext uri="{BB962C8B-B14F-4D97-AF65-F5344CB8AC3E}">
        <p14:creationId xmlns:p14="http://schemas.microsoft.com/office/powerpoint/2010/main" val="1341401681"/>
      </p:ext>
    </p:extLst>
  </p:cSld>
  <p:clrMapOvr>
    <a:masterClrMapping/>
  </p:clrMapOvr>
  <p:transition>
    <p:fade/>
  </p:transition>
  <p:timing>
    <p:tnLst>
      <p:par>
        <p:cTn id="1" dur="indefinite" restart="never" nodeType="tmRoot"/>
      </p:par>
    </p:tnLst>
  </p:timing>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248" y="1447799"/>
            <a:ext cx="11151917"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232907384"/>
      </p:ext>
    </p:extLst>
  </p:cSld>
  <p:clrMapOvr>
    <a:masterClrMapping/>
  </p:clrMapOvr>
  <p:transition>
    <p:fade/>
  </p:transition>
  <p:timing>
    <p:tnLst>
      <p:par>
        <p:cTn id="1" dur="indefinite" restart="never" nodeType="tmRoot"/>
      </p:par>
    </p:tnLst>
  </p:timing>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248" y="1447799"/>
            <a:ext cx="11151917"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7"/>
            <a:ext cx="12192001"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p14="http://schemas.microsoft.com/office/powerpoint/2010/main" val="2871576429"/>
      </p:ext>
    </p:extLst>
  </p:cSld>
  <p:clrMapOvr>
    <a:masterClrMapping/>
  </p:clrMapOvr>
  <p:transition>
    <p:fade/>
  </p:transition>
  <p:timing>
    <p:tnLst>
      <p:par>
        <p:cTn id="1" dur="indefinite" restart="never" nodeType="tmRoot"/>
      </p:par>
    </p:tnLst>
  </p:timing>
</p:sldLayout>
</file>

<file path=ppt/slideLayouts/slideLayout28.xml><?xml version="1.0" encoding="utf-8"?>
<p:sldLayout xmlns:a="http://schemas.openxmlformats.org/drawingml/2006/main" xmlns:r="http://schemas.openxmlformats.org/officeDocument/2006/relationships" xmlns:p="http://schemas.openxmlformats.org/presentationml/2006/main" type="obj">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atin typeface="+mj-lt"/>
                <a:cs typeface="Consolas" pitchFamily="49" charset="0"/>
              </a:defRPr>
            </a:lvl1p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a:latin typeface="+mj-lt"/>
                <a:cs typeface="Consolas" pitchFamily="49" charset="0"/>
              </a:defRPr>
            </a:lvl1pPr>
            <a:lvl2pPr>
              <a:defRPr>
                <a:latin typeface="+mj-lt"/>
                <a:cs typeface="Consolas" pitchFamily="49" charset="0"/>
              </a:defRPr>
            </a:lvl2pPr>
            <a:lvl3pPr>
              <a:defRPr>
                <a:latin typeface="+mj-lt"/>
                <a:cs typeface="Consolas" pitchFamily="49" charset="0"/>
              </a:defRPr>
            </a:lvl3pPr>
            <a:lvl4pPr>
              <a:defRPr>
                <a:latin typeface="+mj-lt"/>
                <a:cs typeface="Consolas" pitchFamily="49" charset="0"/>
              </a:defRPr>
            </a:lvl4pPr>
            <a:lvl5pPr>
              <a:defRPr>
                <a:latin typeface="+mj-lt"/>
                <a:cs typeface="Consolas" pitchFamily="49" charset="0"/>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a:xfrm>
            <a:off x="609600" y="6356352"/>
            <a:ext cx="2844800" cy="365125"/>
          </a:xfrm>
          <a:prstGeom prst="rect">
            <a:avLst/>
          </a:prstGeom>
        </p:spPr>
        <p:txBody>
          <a:bodyPr/>
          <a:lstStyle>
            <a:lvl1pPr>
              <a:defRPr>
                <a:latin typeface="Consolas" pitchFamily="49" charset="0"/>
                <a:cs typeface="Consolas" pitchFamily="49" charset="0"/>
              </a:defRPr>
            </a:lvl1pPr>
          </a:lstStyle>
          <a:p>
            <a:pPr defTabSz="914363"/>
            <a:fld id="{D7CE58A2-1EDC-45F0-BACE-E3574D82C834}" type="datetimeFigureOut">
              <a:rPr lang="en-US" smtClean="0">
                <a:solidFill>
                  <a:srgbClr val="292929"/>
                </a:solidFill>
              </a:rPr>
              <a:pPr defTabSz="914363"/>
              <a:t>1/22/2014</a:t>
            </a:fld>
            <a:endParaRPr lang="en-US">
              <a:solidFill>
                <a:srgbClr val="292929"/>
              </a:solidFill>
            </a:endParaRPr>
          </a:p>
        </p:txBody>
      </p:sp>
      <p:sp>
        <p:nvSpPr>
          <p:cNvPr id="5" name="Footer Placeholder 4"/>
          <p:cNvSpPr>
            <a:spLocks noGrp="1"/>
          </p:cNvSpPr>
          <p:nvPr>
            <p:ph type="ftr" sz="quarter" idx="11"/>
          </p:nvPr>
        </p:nvSpPr>
        <p:spPr>
          <a:xfrm>
            <a:off x="4165601" y="6356352"/>
            <a:ext cx="3860800" cy="365125"/>
          </a:xfrm>
          <a:prstGeom prst="rect">
            <a:avLst/>
          </a:prstGeom>
        </p:spPr>
        <p:txBody>
          <a:bodyPr/>
          <a:lstStyle>
            <a:lvl1pPr>
              <a:defRPr>
                <a:latin typeface="Consolas" pitchFamily="49" charset="0"/>
                <a:cs typeface="Consolas" pitchFamily="49" charset="0"/>
              </a:defRPr>
            </a:lvl1pPr>
          </a:lstStyle>
          <a:p>
            <a:pPr defTabSz="914363"/>
            <a:endParaRPr lang="en-US">
              <a:solidFill>
                <a:srgbClr val="292929"/>
              </a:solidFill>
            </a:endParaRPr>
          </a:p>
        </p:txBody>
      </p:sp>
      <p:sp>
        <p:nvSpPr>
          <p:cNvPr id="6" name="Slide Number Placeholder 5"/>
          <p:cNvSpPr>
            <a:spLocks noGrp="1"/>
          </p:cNvSpPr>
          <p:nvPr>
            <p:ph type="sldNum" sz="quarter" idx="12"/>
          </p:nvPr>
        </p:nvSpPr>
        <p:spPr>
          <a:xfrm>
            <a:off x="8737601" y="6356352"/>
            <a:ext cx="2844800" cy="365125"/>
          </a:xfrm>
          <a:prstGeom prst="rect">
            <a:avLst/>
          </a:prstGeom>
        </p:spPr>
        <p:txBody>
          <a:bodyPr/>
          <a:lstStyle>
            <a:lvl1pPr>
              <a:defRPr>
                <a:latin typeface="Consolas" pitchFamily="49" charset="0"/>
                <a:cs typeface="Consolas" pitchFamily="49" charset="0"/>
              </a:defRPr>
            </a:lvl1pPr>
          </a:lstStyle>
          <a:p>
            <a:pPr defTabSz="914363"/>
            <a:fld id="{ECD6441B-9D70-431A-83BF-3759963F38CF}" type="slidenum">
              <a:rPr lang="en-US" smtClean="0">
                <a:solidFill>
                  <a:srgbClr val="292929"/>
                </a:solidFill>
              </a:rPr>
              <a:pPr defTabSz="914363"/>
              <a:t>‹#›</a:t>
            </a:fld>
            <a:endParaRPr lang="en-US">
              <a:solidFill>
                <a:srgbClr val="292929"/>
              </a:solidFill>
            </a:endParaRPr>
          </a:p>
        </p:txBody>
      </p:sp>
    </p:spTree>
    <p:extLst>
      <p:ext uri="{BB962C8B-B14F-4D97-AF65-F5344CB8AC3E}">
        <p14:creationId xmlns:p14="http://schemas.microsoft.com/office/powerpoint/2010/main" val="1762074349"/>
      </p:ext>
    </p:extLst>
  </p:cSld>
  <p:clrMapOvr>
    <a:masterClrMapping/>
  </p:clrMapOvr>
  <mc:AlternateContent xmlns:mc="http://schemas.openxmlformats.org/markup-compatibility/2006" xmlns:p14="http://schemas.microsoft.com/office/powerpoint/2010/main">
    <mc:Choice Requires="p14">
      <p:transition spd="slow">
        <p14:prism/>
      </p:transition>
    </mc:Choice>
    <mc:Fallback xmlns="">
      <p:transition spd="slow">
        <p:fade/>
      </p:transition>
    </mc:Fallback>
  </mc:AlternateContent>
  <p:timing>
    <p:tnLst>
      <p:par>
        <p:cTn id="1" dur="indefinite" restart="never" nodeType="tmRoot"/>
      </p:par>
    </p:tnLst>
  </p:timing>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hasCustomPrompt="1"/>
          </p:nvPr>
        </p:nvSpPr>
        <p:spPr>
          <a:xfrm>
            <a:off x="519249" y="2234114"/>
            <a:ext cx="8375702" cy="1359196"/>
          </a:xfrm>
        </p:spPr>
        <p:txBody>
          <a:bodyPr anchor="ctr" anchorCtr="0">
            <a:noAutofit/>
          </a:bodyPr>
          <a:lstStyle>
            <a:lvl1pPr>
              <a:lnSpc>
                <a:spcPct val="90000"/>
              </a:lnSpc>
              <a:defRPr sz="6600" baseline="0">
                <a:solidFill>
                  <a:schemeClr val="bg1">
                    <a:alpha val="99000"/>
                  </a:schemeClr>
                </a:solidFill>
                <a:latin typeface="Segoe UI Light" pitchFamily="34" charset="0"/>
              </a:defRPr>
            </a:lvl1pPr>
          </a:lstStyle>
          <a:p>
            <a:r>
              <a:rPr lang="en-US" dirty="0" smtClean="0"/>
              <a:t>Title Here</a:t>
            </a:r>
            <a:endParaRPr lang="en-US" dirty="0"/>
          </a:p>
        </p:txBody>
      </p:sp>
      <p:sp>
        <p:nvSpPr>
          <p:cNvPr id="7" name="Text Placeholder 6"/>
          <p:cNvSpPr>
            <a:spLocks noGrp="1"/>
          </p:cNvSpPr>
          <p:nvPr>
            <p:ph type="body" sz="quarter" idx="11" hasCustomPrompt="1"/>
          </p:nvPr>
        </p:nvSpPr>
        <p:spPr>
          <a:xfrm>
            <a:off x="519249" y="4612342"/>
            <a:ext cx="5455754" cy="1144929"/>
          </a:xfrm>
        </p:spPr>
        <p:txBody>
          <a:bodyPr/>
          <a:lstStyle>
            <a:lvl1pPr marL="0" indent="0">
              <a:buFont typeface="Arial" pitchFamily="34" charset="0"/>
              <a:buNone/>
              <a:defRPr sz="2400">
                <a:solidFill>
                  <a:schemeClr val="bg1">
                    <a:alpha val="98000"/>
                  </a:schemeClr>
                </a:solidFill>
                <a:latin typeface="+mj-lt"/>
              </a:defRPr>
            </a:lvl1pPr>
            <a:lvl2pPr marL="460375" indent="0">
              <a:buFont typeface="Arial" pitchFamily="34" charset="0"/>
              <a:buNone/>
              <a:defRPr/>
            </a:lvl2pPr>
            <a:lvl3pPr marL="855663" indent="0">
              <a:buFont typeface="Arial" pitchFamily="34" charset="0"/>
              <a:buNone/>
              <a:defRPr/>
            </a:lvl3pPr>
            <a:lvl4pPr marL="1258888" indent="0">
              <a:buFont typeface="Arial" pitchFamily="34" charset="0"/>
              <a:buNone/>
              <a:defRPr/>
            </a:lvl4pPr>
            <a:lvl5pPr marL="1604963" indent="0">
              <a:buFont typeface="Arial" pitchFamily="34" charset="0"/>
              <a:buNone/>
              <a:defRPr/>
            </a:lvl5pPr>
          </a:lstStyle>
          <a:p>
            <a:pPr lvl="0"/>
            <a:r>
              <a:rPr lang="en-US" dirty="0" smtClean="0"/>
              <a:t>Name</a:t>
            </a:r>
          </a:p>
          <a:p>
            <a:pPr lvl="0"/>
            <a:r>
              <a:rPr lang="en-US" dirty="0" smtClean="0"/>
              <a:t>Title</a:t>
            </a:r>
          </a:p>
          <a:p>
            <a:pPr lvl="0"/>
            <a:r>
              <a:rPr lang="en-US" dirty="0" smtClean="0"/>
              <a:t>Microsoft Corporation</a:t>
            </a:r>
          </a:p>
        </p:txBody>
      </p:sp>
      <p:pic>
        <p:nvPicPr>
          <p:cNvPr id="13" name="Picture 12"/>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249" y="228600"/>
            <a:ext cx="2498478" cy="290338"/>
          </a:xfrm>
          <a:prstGeom prst="rect">
            <a:avLst/>
          </a:prstGeom>
        </p:spPr>
      </p:pic>
    </p:spTree>
    <p:extLst>
      <p:ext uri="{BB962C8B-B14F-4D97-AF65-F5344CB8AC3E}">
        <p14:creationId xmlns:p14="http://schemas.microsoft.com/office/powerpoint/2010/main" val="1312231677"/>
      </p:ext>
    </p:extLst>
  </p:cSld>
  <p:clrMapOvr>
    <a:masterClrMapping/>
  </p:clrMapOvr>
  <p:transition>
    <p:fade/>
  </p:transition>
  <p:timing>
    <p:tnLst>
      <p:par>
        <p:cTn id="1" dur="indefinite" restart="never" nodeType="tmRoot"/>
      </p:par>
    </p:tnLst>
  </p:timing>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800"/>
            <a:ext cx="11151917" cy="946413"/>
          </a:xfrm>
        </p:spPr>
        <p:txBody>
          <a:bodyPr/>
          <a:lstStyle>
            <a:lvl1pPr marL="3175" indent="0">
              <a:spcBef>
                <a:spcPts val="0"/>
              </a:spcBef>
              <a:spcAft>
                <a:spcPts val="900"/>
              </a:spcAft>
              <a:buSzPct val="80000"/>
              <a:buFont typeface="Arial" pitchFamily="34" charset="0"/>
              <a:buNone/>
              <a:defRPr sz="4000" spc="-100" baseline="0">
                <a:gradFill>
                  <a:gsLst>
                    <a:gs pos="0">
                      <a:srgbClr val="595959"/>
                    </a:gs>
                    <a:gs pos="86000">
                      <a:srgbClr val="595959"/>
                    </a:gs>
                  </a:gsLst>
                  <a:lin ang="5400000" scaled="0"/>
                </a:gradFill>
                <a:latin typeface="Segoe UI Light" pitchFamily="34" charset="0"/>
              </a:defRPr>
            </a:lvl1pPr>
            <a:lvl2pPr marL="3175" indent="0">
              <a:spcBef>
                <a:spcPts val="0"/>
              </a:spcBef>
              <a:buSzPct val="80000"/>
              <a:buFont typeface="Arial" pitchFamily="34" charset="0"/>
              <a:buNone/>
              <a:defRPr sz="2000" spc="-50" baseline="0">
                <a:gradFill>
                  <a:gsLst>
                    <a:gs pos="0">
                      <a:srgbClr val="595959"/>
                    </a:gs>
                    <a:gs pos="86000">
                      <a:srgbClr val="595959"/>
                    </a:gs>
                  </a:gsLst>
                  <a:lin ang="5400000" scaled="0"/>
                </a:gradFill>
              </a:defRPr>
            </a:lvl2pPr>
            <a:lvl3pPr marL="1258888" indent="-40322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3pPr>
            <a:lvl4pPr marL="1604963" indent="-346075">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4pPr>
            <a:lvl5pPr marL="1941513" indent="-336550">
              <a:buSzPct val="80000"/>
              <a:buFontTx/>
              <a:buBlip>
                <a:blip r:embed="rId2"/>
              </a:buBlip>
              <a:defRPr>
                <a:gradFill>
                  <a:gsLst>
                    <a:gs pos="0">
                      <a:schemeClr val="tx1">
                        <a:lumMod val="90000"/>
                        <a:lumOff val="10000"/>
                      </a:schemeClr>
                    </a:gs>
                    <a:gs pos="86000">
                      <a:schemeClr val="tx1">
                        <a:lumMod val="90000"/>
                        <a:lumOff val="10000"/>
                      </a:schemeClr>
                    </a:gs>
                  </a:gsLst>
                  <a:lin ang="5400000" scaled="0"/>
                </a:gradFill>
              </a:defRPr>
            </a:lvl5pPr>
          </a:lstStyle>
          <a:p>
            <a:pPr lvl="0"/>
            <a:r>
              <a:rPr lang="en-US" smtClean="0"/>
              <a:t>Click to edit Master text styles</a:t>
            </a:r>
          </a:p>
          <a:p>
            <a:pPr lvl="1"/>
            <a:r>
              <a:rPr lang="en-US" smtClean="0"/>
              <a:t>Second level</a:t>
            </a:r>
          </a:p>
        </p:txBody>
      </p:sp>
      <p:pic>
        <p:nvPicPr>
          <p:cNvPr id="4" name="Picture 3"/>
          <p:cNvPicPr>
            <a:picLocks noChangeAspect="1"/>
          </p:cNvPicPr>
          <p:nvPr userDrawn="1"/>
        </p:nvPicPr>
        <p:blipFill>
          <a:blip r:embed="rId3" cstate="print">
            <a:duotone>
              <a:prstClr val="black"/>
              <a:schemeClr val="tx2">
                <a:tint val="45000"/>
                <a:satMod val="400000"/>
              </a:schemeClr>
            </a:duotone>
            <a:extLst>
              <a:ext uri="{BEBA8EAE-BF5A-486C-A8C5-ECC9F3942E4B}">
                <a14:imgProps xmlns:a14="http://schemas.microsoft.com/office/drawing/2010/main">
                  <a14:imgLayer r:embed="rId4">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3146460899"/>
      </p:ext>
    </p:extLst>
  </p:cSld>
  <p:clrMapOvr>
    <a:masterClrMapping/>
  </p:clrMapOvr>
  <p:transition>
    <p:fade/>
  </p:transition>
  <p:timing>
    <p:tnLst>
      <p:par>
        <p:cTn id="1" dur="indefinite" restart="never" nodeType="tmRoot"/>
      </p:par>
    </p:tnLst>
  </p:timing>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Title and  Non-Bulleted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0"/>
          </p:nvPr>
        </p:nvSpPr>
        <p:spPr>
          <a:xfrm>
            <a:off x="519248" y="1447799"/>
            <a:ext cx="11151917" cy="2099036"/>
          </a:xfrm>
        </p:spPr>
        <p:txBody>
          <a:bodyPr/>
          <a:lstStyle>
            <a:lvl1pPr marL="0" indent="0">
              <a:spcBef>
                <a:spcPts val="0"/>
              </a:spcBef>
              <a:spcAft>
                <a:spcPts val="0"/>
              </a:spcAft>
              <a:buFont typeface="Arial" pitchFamily="34" charset="0"/>
              <a:buNone/>
              <a:defRPr lang="en-US" sz="3200" kern="1200" dirty="0" smtClean="0">
                <a:gradFill>
                  <a:gsLst>
                    <a:gs pos="0">
                      <a:srgbClr val="595959"/>
                    </a:gs>
                    <a:gs pos="86000">
                      <a:srgbClr val="595959"/>
                    </a:gs>
                  </a:gsLst>
                  <a:lin ang="5400000" scaled="0"/>
                </a:gradFill>
                <a:latin typeface="+mn-lt"/>
                <a:ea typeface="+mn-ea"/>
                <a:cs typeface="+mn-cs"/>
              </a:defRPr>
            </a:lvl1pPr>
            <a:lvl2pPr marL="688975" indent="-342900">
              <a:spcBef>
                <a:spcPts val="0"/>
              </a:spcBef>
              <a:spcAft>
                <a:spcPts val="0"/>
              </a:spcAft>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0" indent="0">
              <a:spcBef>
                <a:spcPts val="0"/>
              </a:spcBef>
              <a:spcAft>
                <a:spcPts val="400"/>
              </a:spcAft>
              <a:buNone/>
              <a:defRPr sz="2000"/>
            </a:lvl3pPr>
            <a:lvl4pPr marL="0" indent="0">
              <a:spcBef>
                <a:spcPts val="0"/>
              </a:spcBef>
              <a:spcAft>
                <a:spcPts val="400"/>
              </a:spcAft>
              <a:buNone/>
              <a:defRPr/>
            </a:lvl4pPr>
            <a:lvl5pPr marL="342900" indent="-342900">
              <a:spcBef>
                <a:spcPts val="0"/>
              </a:spcBef>
              <a:spcAft>
                <a:spcPts val="400"/>
              </a:spcAft>
              <a:buFont typeface="Arial" pitchFamily="34" charset="0"/>
              <a:buChar char="•"/>
              <a:defRPr/>
            </a:lvl5pPr>
            <a:lvl6pPr marL="1033462" indent="-342900">
              <a:buFont typeface="Arial" pitchFamily="34" charset="0"/>
              <a:buChar char="•"/>
              <a:defRPr sz="2400">
                <a:gradFill>
                  <a:gsLst>
                    <a:gs pos="0">
                      <a:srgbClr val="595959"/>
                    </a:gs>
                    <a:gs pos="86000">
                      <a:srgbClr val="595959"/>
                    </a:gs>
                  </a:gsLst>
                  <a:lin ang="5400000" scaled="0"/>
                </a:gradFill>
              </a:defRPr>
            </a:lvl6pPr>
            <a:lvl7pPr marL="1255713" indent="-225425">
              <a:defRPr>
                <a:gradFill>
                  <a:gsLst>
                    <a:gs pos="0">
                      <a:srgbClr val="595959"/>
                    </a:gs>
                    <a:gs pos="86000">
                      <a:srgbClr val="595959"/>
                    </a:gs>
                  </a:gsLst>
                  <a:lin ang="5400000" scaled="0"/>
                </a:gradFill>
              </a:defRPr>
            </a:lvl7pPr>
            <a:lvl8pPr marL="1487488" indent="-231775">
              <a:defRPr>
                <a:gradFill>
                  <a:gsLst>
                    <a:gs pos="0">
                      <a:srgbClr val="595959"/>
                    </a:gs>
                    <a:gs pos="86000">
                      <a:srgbClr val="595959"/>
                    </a:gs>
                  </a:gsLst>
                  <a:lin ang="5400000" scaled="0"/>
                </a:gradFill>
              </a:defRPr>
            </a:lvl8pPr>
          </a:lstStyle>
          <a:p>
            <a:pPr marL="346075" lvl="0" indent="-346075" algn="l" defTabSz="914363" rtl="0" eaLnBrk="1" latinLnBrk="0" hangingPunct="1">
              <a:lnSpc>
                <a:spcPct val="90000"/>
              </a:lnSpc>
              <a:spcBef>
                <a:spcPct val="20000"/>
              </a:spcBef>
              <a:buSzPct val="90000"/>
              <a:buFont typeface="Arial" pitchFamily="34" charset="0"/>
              <a:buChar char="•"/>
            </a:pPr>
            <a:r>
              <a:rPr lang="en-US" smtClean="0"/>
              <a:t>Click to edit Master text styles</a:t>
            </a:r>
          </a:p>
          <a:p>
            <a:pPr marL="346075" lvl="1" indent="-346075" algn="l" defTabSz="914363" rtl="0" eaLnBrk="1" latinLnBrk="0" hangingPunct="1">
              <a:lnSpc>
                <a:spcPct val="90000"/>
              </a:lnSpc>
              <a:spcBef>
                <a:spcPct val="20000"/>
              </a:spcBef>
              <a:buSzPct val="90000"/>
              <a:buFont typeface="Arial" pitchFamily="34" charset="0"/>
              <a:buChar char="•"/>
            </a:pPr>
            <a:r>
              <a:rPr lang="en-US" smtClean="0"/>
              <a:t>Second level</a:t>
            </a:r>
          </a:p>
          <a:p>
            <a:pPr marL="346075" lvl="2" indent="-346075" algn="l" defTabSz="914363" rtl="0" eaLnBrk="1" latinLnBrk="0" hangingPunct="1">
              <a:lnSpc>
                <a:spcPct val="90000"/>
              </a:lnSpc>
              <a:spcBef>
                <a:spcPct val="20000"/>
              </a:spcBef>
              <a:buSzPct val="90000"/>
              <a:buFont typeface="Arial" pitchFamily="34" charset="0"/>
              <a:buChar char="•"/>
            </a:pPr>
            <a:r>
              <a:rPr lang="en-US" smtClean="0"/>
              <a:t>Third level</a:t>
            </a:r>
          </a:p>
          <a:p>
            <a:pPr marL="346075" lvl="3" indent="-346075" algn="l" defTabSz="914363" rtl="0" eaLnBrk="1" latinLnBrk="0" hangingPunct="1">
              <a:lnSpc>
                <a:spcPct val="90000"/>
              </a:lnSpc>
              <a:spcBef>
                <a:spcPct val="20000"/>
              </a:spcBef>
              <a:buSzPct val="90000"/>
              <a:buFont typeface="Arial" pitchFamily="34" charset="0"/>
              <a:buChar char="•"/>
            </a:pPr>
            <a:r>
              <a:rPr lang="en-US" smtClean="0"/>
              <a:t>Fourth level</a:t>
            </a:r>
          </a:p>
          <a:p>
            <a:pPr marL="346075" lvl="4" indent="-346075" algn="l" defTabSz="914363" rtl="0" eaLnBrk="1" latinLnBrk="0" hangingPunct="1">
              <a:lnSpc>
                <a:spcPct val="90000"/>
              </a:lnSpc>
              <a:spcBef>
                <a:spcPct val="20000"/>
              </a:spcBef>
              <a:buSzPct val="90000"/>
              <a:buFont typeface="Arial" pitchFamily="34" charset="0"/>
              <a:buChar char="•"/>
            </a:pPr>
            <a:r>
              <a:rPr lang="en-US" smtClean="0"/>
              <a:t>Fifth level</a:t>
            </a:r>
            <a:endParaRPr lang="en-US" dirty="0" smtClean="0"/>
          </a:p>
        </p:txBody>
      </p:sp>
      <p:pic>
        <p:nvPicPr>
          <p:cNvPr id="4" name="Picture 3"/>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2835061488"/>
      </p:ext>
    </p:extLst>
  </p:cSld>
  <p:clrMapOvr>
    <a:masterClrMapping/>
  </p:clrMapOvr>
  <p:transition>
    <p:fade/>
  </p:transition>
</p:sldLayout>
</file>

<file path=ppt/slideLayouts/slideLayout32.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3" name="Content Placeholder 2"/>
          <p:cNvSpPr>
            <a:spLocks noGrp="1"/>
          </p:cNvSpPr>
          <p:nvPr>
            <p:ph sz="half" idx="1"/>
          </p:nvPr>
        </p:nvSpPr>
        <p:spPr>
          <a:xfrm>
            <a:off x="519248" y="1447800"/>
            <a:ext cx="5487829" cy="2443746"/>
          </a:xfrm>
        </p:spPr>
        <p:txBody>
          <a:bodyPr/>
          <a:lstStyle>
            <a:lvl1pPr marL="341313" indent="-341313">
              <a:lnSpc>
                <a:spcPct val="90000"/>
              </a:lnSpc>
              <a:buSzPct val="80000"/>
              <a:buFont typeface="Arial" pitchFamily="34" charset="0"/>
              <a:buChar char="•"/>
              <a:defRPr sz="3200"/>
            </a:lvl1pPr>
            <a:lvl2pPr marL="627063" indent="-285750">
              <a:lnSpc>
                <a:spcPct val="90000"/>
              </a:lnSpc>
              <a:buSzPct val="80000"/>
              <a:buFont typeface="Arial" pitchFamily="34" charset="0"/>
              <a:buChar char="•"/>
              <a:defRPr sz="2800"/>
            </a:lvl2pPr>
            <a:lvl3pPr marL="914400" indent="-287338">
              <a:lnSpc>
                <a:spcPct val="90000"/>
              </a:lnSpc>
              <a:buSzPct val="80000"/>
              <a:buFont typeface="Arial" pitchFamily="34" charset="0"/>
              <a:buChar char="•"/>
              <a:defRPr sz="2400"/>
            </a:lvl3pPr>
            <a:lvl4pPr marL="1712913" indent="-225425">
              <a:lnSpc>
                <a:spcPct val="90000"/>
              </a:lnSpc>
              <a:buSzPct val="80000"/>
              <a:buFont typeface="Arial" pitchFamily="34" charset="0"/>
              <a:buChar char="•"/>
              <a:defRPr sz="2000"/>
            </a:lvl4pPr>
            <a:lvl5pPr marL="1944688" indent="-231775">
              <a:lnSpc>
                <a:spcPct val="90000"/>
              </a:lnSpc>
              <a:buSzPct val="80000"/>
              <a:buFont typeface="Arial" pitchFamily="34" charset="0"/>
              <a:buChar char="•"/>
              <a:defRPr sz="20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3335" y="1447800"/>
            <a:ext cx="5487829" cy="2443746"/>
          </a:xfrm>
        </p:spPr>
        <p:txBody>
          <a:bodyPr/>
          <a:lstStyle>
            <a:lvl1pPr marL="457200" indent="-457200">
              <a:lnSpc>
                <a:spcPct val="90000"/>
              </a:lnSpc>
              <a:buSzPct val="80000"/>
              <a:buFont typeface="Arial" pitchFamily="34" charset="0"/>
              <a:buChar char="•"/>
              <a:defRPr lang="en-US" sz="3200" kern="1200" dirty="0" smtClean="0">
                <a:gradFill>
                  <a:gsLst>
                    <a:gs pos="0">
                      <a:srgbClr val="595959"/>
                    </a:gs>
                    <a:gs pos="86000">
                      <a:srgbClr val="595959"/>
                    </a:gs>
                  </a:gsLst>
                  <a:lin ang="5400000" scaled="0"/>
                </a:gradFill>
                <a:latin typeface="+mn-lt"/>
                <a:ea typeface="+mn-ea"/>
                <a:cs typeface="+mn-cs"/>
              </a:defRPr>
            </a:lvl1pPr>
            <a:lvl2pPr marL="798513" indent="-457200">
              <a:lnSpc>
                <a:spcPct val="90000"/>
              </a:lnSpc>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969962" indent="-342900">
              <a:lnSpc>
                <a:spcPct val="90000"/>
              </a:lnSpc>
              <a:buSzPct val="80000"/>
              <a:buFont typeface="Arial" pitchFamily="34" charset="0"/>
              <a:buChar char="•"/>
              <a:defRPr lang="en-US" sz="2400" kern="1200" dirty="0" smtClean="0">
                <a:gradFill>
                  <a:gsLst>
                    <a:gs pos="0">
                      <a:srgbClr val="595959"/>
                    </a:gs>
                    <a:gs pos="86000">
                      <a:srgbClr val="595959"/>
                    </a:gs>
                  </a:gsLst>
                  <a:lin ang="5400000" scaled="0"/>
                </a:gradFill>
                <a:latin typeface="+mn-lt"/>
                <a:ea typeface="+mn-ea"/>
                <a:cs typeface="+mn-cs"/>
              </a:defRPr>
            </a:lvl3pPr>
            <a:lvl4pPr marL="1830388" indent="-342900">
              <a:lnSpc>
                <a:spcPct val="90000"/>
              </a:lnSpc>
              <a:buSzPct val="80000"/>
              <a:buFont typeface="Arial" pitchFamily="34" charset="0"/>
              <a:buChar char="•"/>
              <a:defRPr lang="en-US" sz="2000" kern="1200" dirty="0" smtClean="0">
                <a:gradFill>
                  <a:gsLst>
                    <a:gs pos="0">
                      <a:srgbClr val="595959"/>
                    </a:gs>
                    <a:gs pos="86000">
                      <a:srgbClr val="595959"/>
                    </a:gs>
                  </a:gsLst>
                  <a:lin ang="5400000" scaled="0"/>
                </a:gradFill>
                <a:latin typeface="+mn-lt"/>
                <a:ea typeface="+mn-ea"/>
                <a:cs typeface="+mn-cs"/>
              </a:defRPr>
            </a:lvl4pPr>
            <a:lvl5pPr marL="2055813" indent="-342900">
              <a:lnSpc>
                <a:spcPct val="90000"/>
              </a:lnSpc>
              <a:buSzPct val="80000"/>
              <a:buFont typeface="Arial" pitchFamily="34" charset="0"/>
              <a:buChar char="•"/>
              <a:defRPr lang="en-US" sz="2000" kern="1200" dirty="0">
                <a:gradFill>
                  <a:gsLst>
                    <a:gs pos="0">
                      <a:srgbClr val="595959"/>
                    </a:gs>
                    <a:gs pos="86000">
                      <a:srgbClr val="595959"/>
                    </a:gs>
                  </a:gsLst>
                  <a:lin ang="5400000" scaled="0"/>
                </a:gradFill>
                <a:latin typeface="+mn-lt"/>
                <a:ea typeface="+mn-ea"/>
                <a:cs typeface="+mn-cs"/>
              </a:defRPr>
            </a:lvl5pPr>
            <a:lvl6pPr>
              <a:defRPr sz="1800"/>
            </a:lvl6pPr>
            <a:lvl7pPr>
              <a:defRPr sz="1800"/>
            </a:lvl7pPr>
            <a:lvl8pPr>
              <a:defRPr sz="1800"/>
            </a:lvl8pPr>
            <a:lvl9pPr>
              <a:defRPr sz="1800"/>
            </a:lvl9pPr>
          </a:lstStyle>
          <a:p>
            <a:pPr marL="341313" lvl="0" indent="-341313" algn="l" defTabSz="914363" rtl="0" eaLnBrk="1" latinLnBrk="0" hangingPunct="1">
              <a:lnSpc>
                <a:spcPct val="90000"/>
              </a:lnSpc>
              <a:spcBef>
                <a:spcPct val="20000"/>
              </a:spcBef>
              <a:buSzPct val="80000"/>
              <a:buFont typeface="Arial" pitchFamily="34" charset="0"/>
              <a:buChar char="•"/>
            </a:pPr>
            <a:r>
              <a:rPr lang="en-US" smtClean="0"/>
              <a:t>Click to edit Master text styles</a:t>
            </a:r>
          </a:p>
          <a:p>
            <a:pPr marL="341313" lvl="1" indent="-341313" algn="l" defTabSz="914363" rtl="0" eaLnBrk="1" latinLnBrk="0" hangingPunct="1">
              <a:lnSpc>
                <a:spcPct val="90000"/>
              </a:lnSpc>
              <a:spcBef>
                <a:spcPct val="20000"/>
              </a:spcBef>
              <a:buSzPct val="80000"/>
              <a:buFont typeface="Arial" pitchFamily="34" charset="0"/>
              <a:buChar char="•"/>
            </a:pPr>
            <a:r>
              <a:rPr lang="en-US" smtClean="0"/>
              <a:t>Second level</a:t>
            </a:r>
          </a:p>
          <a:p>
            <a:pPr marL="341313" lvl="2" indent="-341313" algn="l" defTabSz="914363" rtl="0" eaLnBrk="1" latinLnBrk="0" hangingPunct="1">
              <a:lnSpc>
                <a:spcPct val="90000"/>
              </a:lnSpc>
              <a:spcBef>
                <a:spcPct val="20000"/>
              </a:spcBef>
              <a:buSzPct val="80000"/>
              <a:buFont typeface="Arial" pitchFamily="34" charset="0"/>
              <a:buChar char="•"/>
            </a:pPr>
            <a:r>
              <a:rPr lang="en-US" smtClean="0"/>
              <a:t>Third level</a:t>
            </a:r>
          </a:p>
          <a:p>
            <a:pPr marL="341313" lvl="3" indent="-341313" algn="l" defTabSz="914363" rtl="0" eaLnBrk="1" latinLnBrk="0" hangingPunct="1">
              <a:lnSpc>
                <a:spcPct val="90000"/>
              </a:lnSpc>
              <a:spcBef>
                <a:spcPct val="20000"/>
              </a:spcBef>
              <a:buSzPct val="80000"/>
              <a:buFont typeface="Arial" pitchFamily="34" charset="0"/>
              <a:buChar char="•"/>
            </a:pPr>
            <a:r>
              <a:rPr lang="en-US" smtClean="0"/>
              <a:t>Fourth level</a:t>
            </a:r>
          </a:p>
          <a:p>
            <a:pPr marL="341313" lvl="4" indent="-341313" algn="l" defTabSz="914363" rtl="0" eaLnBrk="1" latinLnBrk="0" hangingPunct="1">
              <a:lnSpc>
                <a:spcPct val="90000"/>
              </a:lnSpc>
              <a:spcBef>
                <a:spcPct val="20000"/>
              </a:spcBef>
              <a:buSzPct val="80000"/>
              <a:buFont typeface="Arial" pitchFamily="34" charset="0"/>
              <a:buChar char="•"/>
            </a:pPr>
            <a:r>
              <a:rPr lang="en-US" smtClean="0"/>
              <a:t>Fifth level</a:t>
            </a:r>
            <a:endParaRPr lang="en-US" dirty="0"/>
          </a:p>
        </p:txBody>
      </p:sp>
      <p:pic>
        <p:nvPicPr>
          <p:cNvPr id="5" name="Picture 4"/>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96024282"/>
      </p:ext>
    </p:extLst>
  </p:cSld>
  <p:clrMapOvr>
    <a:masterClrMapping/>
  </p:clrMapOvr>
  <p:transition>
    <p:fade/>
  </p:transition>
  <p:timing>
    <p:tnLst>
      <p:par>
        <p:cTn id="1" dur="indefinite" restart="never" nodeType="tmRoot"/>
      </p:par>
    </p:tnLst>
  </p:timing>
</p:sldLayout>
</file>

<file path=ppt/slideLayouts/slideLayout33.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sp>
        <p:nvSpPr>
          <p:cNvPr id="3" name="Text Placeholder 2"/>
          <p:cNvSpPr>
            <a:spLocks noGrp="1"/>
          </p:cNvSpPr>
          <p:nvPr>
            <p:ph type="body" idx="1"/>
          </p:nvPr>
        </p:nvSpPr>
        <p:spPr>
          <a:xfrm>
            <a:off x="519248" y="1447800"/>
            <a:ext cx="5487829" cy="443198"/>
          </a:xfrm>
        </p:spPr>
        <p:txBody>
          <a:bodyPr anchor="b"/>
          <a:lstStyle>
            <a:lvl1pPr marL="0" indent="0">
              <a:lnSpc>
                <a:spcPct val="90000"/>
              </a:lnSpc>
              <a:spcBef>
                <a:spcPts val="0"/>
              </a:spcBef>
              <a:buNone/>
              <a:defRPr sz="3200" b="0">
                <a:latin typeface="Segoe UI Light" pitchFamily="34" charset="0"/>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508000" y="2266796"/>
            <a:ext cx="5486400" cy="1945148"/>
          </a:xfrm>
        </p:spPr>
        <p:txBody>
          <a:bodyPr/>
          <a:lstStyle>
            <a:lvl1pPr marL="403225" indent="-403225">
              <a:buSzPct val="80000"/>
              <a:buFont typeface="Arial" pitchFamily="34" charset="0"/>
              <a:buChar char="•"/>
              <a:defRPr sz="2800"/>
            </a:lvl1pPr>
            <a:lvl2pPr marL="744538" indent="-322263">
              <a:buSzPct val="80000"/>
              <a:buFont typeface="Arial" pitchFamily="34" charset="0"/>
              <a:buChar char="•"/>
              <a:defRPr sz="2800"/>
            </a:lvl2pPr>
            <a:lvl3pPr marL="1027113" indent="-282575" defTabSz="1030288">
              <a:buSzPct val="80000"/>
              <a:buFont typeface="Arial" pitchFamily="34" charset="0"/>
              <a:buChar char="•"/>
              <a:defRPr sz="2400"/>
            </a:lvl3pPr>
            <a:lvl4pPr marL="1317625" indent="-287338">
              <a:buSzPct val="80000"/>
              <a:buFont typeface="Arial" pitchFamily="34" charset="0"/>
              <a:buChar char="•"/>
              <a:defRPr sz="2000"/>
            </a:lvl4pPr>
            <a:lvl5pPr marL="1541463" indent="-223838">
              <a:buSzPct val="80000"/>
              <a:buFont typeface="Arial" pitchFamily="34" charset="0"/>
              <a:buChar char="•"/>
              <a:defRPr sz="20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3335" y="1447800"/>
            <a:ext cx="5487829" cy="443198"/>
          </a:xfrm>
        </p:spPr>
        <p:txBody>
          <a:bodyPr anchor="b"/>
          <a:lstStyle>
            <a:lvl1pPr marL="0" indent="0">
              <a:lnSpc>
                <a:spcPct val="90000"/>
              </a:lnSpc>
              <a:spcBef>
                <a:spcPts val="0"/>
              </a:spcBef>
              <a:buNone/>
              <a:defRPr sz="3200" b="0">
                <a:latin typeface="Segoe UI Light" pitchFamily="34" charset="0"/>
              </a:defRPr>
            </a:lvl1pPr>
            <a:lvl2pPr marL="457182" indent="0">
              <a:buNone/>
              <a:defRPr sz="2000" b="1"/>
            </a:lvl2pPr>
            <a:lvl3pPr marL="914363" indent="0">
              <a:buNone/>
              <a:defRPr sz="1800" b="1"/>
            </a:lvl3pPr>
            <a:lvl4pPr marL="1371545" indent="0">
              <a:buNone/>
              <a:defRPr sz="1600" b="1"/>
            </a:lvl4pPr>
            <a:lvl5pPr marL="1828727" indent="0">
              <a:buNone/>
              <a:defRPr sz="1600" b="1"/>
            </a:lvl5pPr>
            <a:lvl6pPr marL="2285909" indent="0">
              <a:buNone/>
              <a:defRPr sz="1600" b="1"/>
            </a:lvl6pPr>
            <a:lvl7pPr marL="2743090" indent="0">
              <a:buNone/>
              <a:defRPr sz="1600" b="1"/>
            </a:lvl7pPr>
            <a:lvl8pPr marL="3200272" indent="0">
              <a:buNone/>
              <a:defRPr sz="1600" b="1"/>
            </a:lvl8pPr>
            <a:lvl9pPr marL="3657454"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3335" y="2266796"/>
            <a:ext cx="5487829" cy="1945148"/>
          </a:xfrm>
        </p:spPr>
        <p:txBody>
          <a:bodyPr/>
          <a:lstStyle>
            <a:lvl1pPr marL="296321" indent="-296321">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1pPr>
            <a:lvl2pPr marL="457200" indent="-457200">
              <a:buSzPct val="80000"/>
              <a:buFont typeface="Arial" pitchFamily="34" charset="0"/>
              <a:buChar char="•"/>
              <a:defRPr lang="en-US" sz="2800" kern="1200" dirty="0" smtClean="0">
                <a:gradFill>
                  <a:gsLst>
                    <a:gs pos="0">
                      <a:srgbClr val="595959"/>
                    </a:gs>
                    <a:gs pos="86000">
                      <a:srgbClr val="595959"/>
                    </a:gs>
                  </a:gsLst>
                  <a:lin ang="5400000" scaled="0"/>
                </a:gradFill>
                <a:latin typeface="+mn-lt"/>
                <a:ea typeface="+mn-ea"/>
                <a:cs typeface="+mn-cs"/>
              </a:defRPr>
            </a:lvl2pPr>
            <a:lvl3pPr marL="765175" indent="-342900">
              <a:buSzPct val="80000"/>
              <a:buFont typeface="Arial" pitchFamily="34" charset="0"/>
              <a:buChar char="•"/>
              <a:defRPr lang="en-US" sz="2400" kern="1200" dirty="0" smtClean="0">
                <a:gradFill>
                  <a:gsLst>
                    <a:gs pos="0">
                      <a:srgbClr val="595959"/>
                    </a:gs>
                    <a:gs pos="86000">
                      <a:srgbClr val="595959"/>
                    </a:gs>
                  </a:gsLst>
                  <a:lin ang="5400000" scaled="0"/>
                </a:gradFill>
                <a:latin typeface="+mn-lt"/>
                <a:ea typeface="+mn-ea"/>
                <a:cs typeface="+mn-cs"/>
              </a:defRPr>
            </a:lvl3pPr>
            <a:lvl4pPr marL="1373187" indent="-342900">
              <a:buSzPct val="80000"/>
              <a:buFont typeface="Arial" pitchFamily="34" charset="0"/>
              <a:buChar char="•"/>
              <a:defRPr lang="en-US" sz="2000" kern="1200" dirty="0" smtClean="0">
                <a:gradFill>
                  <a:gsLst>
                    <a:gs pos="0">
                      <a:srgbClr val="595959"/>
                    </a:gs>
                    <a:gs pos="86000">
                      <a:srgbClr val="595959"/>
                    </a:gs>
                  </a:gsLst>
                  <a:lin ang="5400000" scaled="0"/>
                </a:gradFill>
                <a:latin typeface="+mn-lt"/>
                <a:ea typeface="+mn-ea"/>
                <a:cs typeface="+mn-cs"/>
              </a:defRPr>
            </a:lvl4pPr>
            <a:lvl5pPr marL="1087438" indent="-342900">
              <a:buSzPct val="80000"/>
              <a:buFont typeface="Arial" pitchFamily="34" charset="0"/>
              <a:buChar char="•"/>
              <a:defRPr lang="en-US" sz="2000" kern="1200" dirty="0">
                <a:gradFill>
                  <a:gsLst>
                    <a:gs pos="0">
                      <a:srgbClr val="595959"/>
                    </a:gs>
                    <a:gs pos="86000">
                      <a:srgbClr val="595959"/>
                    </a:gs>
                  </a:gsLst>
                  <a:lin ang="5400000" scaled="0"/>
                </a:gradFill>
                <a:latin typeface="+mn-lt"/>
                <a:ea typeface="+mn-ea"/>
                <a:cs typeface="+mn-cs"/>
              </a:defRPr>
            </a:lvl5pPr>
            <a:lvl6pPr marL="1373187" indent="-342900">
              <a:defRPr sz="1600"/>
            </a:lvl6pPr>
            <a:lvl7pPr marL="1603375" indent="-285750">
              <a:defRPr sz="1600"/>
            </a:lvl7pPr>
            <a:lvl8pPr>
              <a:defRPr sz="1600"/>
            </a:lvl8pPr>
            <a:lvl9pPr>
              <a:defRPr sz="1600"/>
            </a:lvl9pPr>
          </a:lstStyle>
          <a:p>
            <a:pPr marL="403225" lvl="0" indent="-403225" algn="l" defTabSz="914363" rtl="0" eaLnBrk="1" latinLnBrk="0" hangingPunct="1">
              <a:lnSpc>
                <a:spcPct val="90000"/>
              </a:lnSpc>
              <a:spcBef>
                <a:spcPct val="20000"/>
              </a:spcBef>
              <a:buSzPct val="80000"/>
            </a:pPr>
            <a:r>
              <a:rPr lang="en-US" smtClean="0"/>
              <a:t>Click to edit Master text styles</a:t>
            </a:r>
          </a:p>
          <a:p>
            <a:pPr marL="403225" lvl="1" indent="-403225" algn="l" defTabSz="914363" rtl="0" eaLnBrk="1" latinLnBrk="0" hangingPunct="1">
              <a:lnSpc>
                <a:spcPct val="90000"/>
              </a:lnSpc>
              <a:spcBef>
                <a:spcPct val="20000"/>
              </a:spcBef>
              <a:buSzPct val="80000"/>
            </a:pPr>
            <a:r>
              <a:rPr lang="en-US" smtClean="0"/>
              <a:t>Second level</a:t>
            </a:r>
          </a:p>
          <a:p>
            <a:pPr marL="403225" lvl="2" indent="-403225" algn="l" defTabSz="914363" rtl="0" eaLnBrk="1" latinLnBrk="0" hangingPunct="1">
              <a:lnSpc>
                <a:spcPct val="90000"/>
              </a:lnSpc>
              <a:spcBef>
                <a:spcPct val="20000"/>
              </a:spcBef>
              <a:buSzPct val="80000"/>
            </a:pPr>
            <a:r>
              <a:rPr lang="en-US" smtClean="0"/>
              <a:t>Third level</a:t>
            </a:r>
          </a:p>
          <a:p>
            <a:pPr marL="403225" lvl="3" indent="-403225" algn="l" defTabSz="914363" rtl="0" eaLnBrk="1" latinLnBrk="0" hangingPunct="1">
              <a:lnSpc>
                <a:spcPct val="90000"/>
              </a:lnSpc>
              <a:spcBef>
                <a:spcPct val="20000"/>
              </a:spcBef>
              <a:buSzPct val="80000"/>
            </a:pPr>
            <a:r>
              <a:rPr lang="en-US" smtClean="0"/>
              <a:t>Fourth level</a:t>
            </a:r>
          </a:p>
          <a:p>
            <a:pPr marL="403225" lvl="4" indent="-403225" algn="l" defTabSz="914363" rtl="0" eaLnBrk="1" latinLnBrk="0" hangingPunct="1">
              <a:lnSpc>
                <a:spcPct val="90000"/>
              </a:lnSpc>
              <a:spcBef>
                <a:spcPct val="20000"/>
              </a:spcBef>
              <a:buSzPct val="80000"/>
            </a:pPr>
            <a:r>
              <a:rPr lang="en-US" smtClean="0"/>
              <a:t>Fifth level</a:t>
            </a:r>
            <a:endParaRPr lang="en-US" dirty="0"/>
          </a:p>
        </p:txBody>
      </p:sp>
      <p:pic>
        <p:nvPicPr>
          <p:cNvPr id="7" name="Picture 6"/>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3216706555"/>
      </p:ext>
    </p:extLst>
  </p:cSld>
  <p:clrMapOvr>
    <a:masterClrMapping/>
  </p:clrMapOvr>
  <p:transition>
    <p:fade/>
  </p:transition>
  <p:timing>
    <p:tnLst>
      <p:par>
        <p:cTn id="1" dur="indefinite" restart="never" nodeType="tmRoot"/>
      </p:par>
    </p:tnLst>
  </p:timing>
</p:sldLayout>
</file>

<file path=ppt/slideLayouts/slideLayout34.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519248" y="228601"/>
            <a:ext cx="11151917" cy="747897"/>
          </a:xfrm>
        </p:spPr>
        <p:txBody>
          <a:bodyPr/>
          <a:lstStyle>
            <a:lvl1pPr>
              <a:defRPr sz="5400"/>
            </a:lvl1pPr>
          </a:lstStyle>
          <a:p>
            <a:r>
              <a:rPr lang="en-US" smtClean="0"/>
              <a:t>Click to edit Master title style</a:t>
            </a:r>
            <a:endParaRPr lang="en-US" dirty="0"/>
          </a:p>
        </p:txBody>
      </p:sp>
      <p:pic>
        <p:nvPicPr>
          <p:cNvPr id="3" name="Picture 2"/>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19567643"/>
      </p:ext>
    </p:extLst>
  </p:cSld>
  <p:clrMapOvr>
    <a:masterClrMapping/>
  </p:clrMapOvr>
  <p:transition>
    <p:fade/>
  </p:transition>
  <p:timing>
    <p:tnLst>
      <p:par>
        <p:cTn id="1" dur="indefinite" restart="never" nodeType="tmRoot"/>
      </p:par>
    </p:tnLst>
  </p:timing>
</p:sldLayout>
</file>

<file path=ppt/slideLayouts/slideLayout35.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pic>
        <p:nvPicPr>
          <p:cNvPr id="2" name="Picture 1"/>
          <p:cNvPicPr>
            <a:picLocks noChangeAspect="1"/>
          </p:cNvPicPr>
          <p:nvPr userDrawn="1"/>
        </p:nvPicPr>
        <p:blipFill>
          <a:blip r:embed="rId2" cstate="print">
            <a:duotone>
              <a:prstClr val="black"/>
              <a:schemeClr val="tx2">
                <a:tint val="45000"/>
                <a:satMod val="400000"/>
              </a:schemeClr>
            </a:duotone>
            <a:extLst>
              <a:ext uri="{BEBA8EAE-BF5A-486C-A8C5-ECC9F3942E4B}">
                <a14:imgProps xmlns:a14="http://schemas.microsoft.com/office/drawing/2010/main">
                  <a14:imgLayer r:embed="rId3">
                    <a14:imgEffect>
                      <a14:brightnessContrast bright="-20000" contrast="-40000"/>
                    </a14:imgEffect>
                  </a14:imgLayer>
                </a14:imgProps>
              </a:ext>
              <a:ext uri="{28A0092B-C50C-407E-A947-70E740481C1C}">
                <a14:useLocalDpi xmlns:a14="http://schemas.microsoft.com/office/drawing/2010/main" val="0"/>
              </a:ext>
            </a:extLst>
          </a:blip>
          <a:stretch>
            <a:fillRect/>
          </a:stretch>
        </p:blipFill>
        <p:spPr>
          <a:xfrm>
            <a:off x="518804" y="6372547"/>
            <a:ext cx="1682359" cy="195501"/>
          </a:xfrm>
          <a:prstGeom prst="rect">
            <a:avLst/>
          </a:prstGeom>
        </p:spPr>
      </p:pic>
    </p:spTree>
    <p:extLst>
      <p:ext uri="{BB962C8B-B14F-4D97-AF65-F5344CB8AC3E}">
        <p14:creationId xmlns:p14="http://schemas.microsoft.com/office/powerpoint/2010/main" val="3480110586"/>
      </p:ext>
    </p:extLst>
  </p:cSld>
  <p:clrMapOvr>
    <a:masterClrMapping/>
  </p:clrMapOvr>
  <p:transition>
    <p:fade/>
  </p:transition>
  <p:timing>
    <p:tnLst>
      <p:par>
        <p:cTn id="1" dur="indefinite" restart="never" nodeType="tmRoot"/>
      </p:par>
    </p:tnLst>
  </p:timing>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userDrawn="1">
  <p:cSld name="Agenda">
    <p:bg>
      <p:bgPr>
        <a:solidFill>
          <a:schemeClr val="bg1"/>
        </a:solidFill>
        <a:effectLst/>
      </p:bgPr>
    </p:bg>
    <p:spTree>
      <p:nvGrpSpPr>
        <p:cNvPr id="1" name=""/>
        <p:cNvGrpSpPr/>
        <p:nvPr/>
      </p:nvGrpSpPr>
      <p:grpSpPr>
        <a:xfrm>
          <a:off x="0" y="0"/>
          <a:ext cx="0" cy="0"/>
          <a:chOff x="0" y="0"/>
          <a:chExt cx="0" cy="0"/>
        </a:xfrm>
      </p:grpSpPr>
      <p:sp>
        <p:nvSpPr>
          <p:cNvPr id="19" name="Rectangle 18"/>
          <p:cNvSpPr/>
          <p:nvPr userDrawn="1"/>
        </p:nvSpPr>
        <p:spPr bwMode="auto">
          <a:xfrm>
            <a:off x="519248" y="1447800"/>
            <a:ext cx="11151916" cy="5181600"/>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vert="horz" wrap="square" lIns="91404" tIns="45703" rIns="91404" bIns="45703" numCol="1" spcCol="0" rtlCol="0" anchor="ctr" anchorCtr="0" compatLnSpc="1">
            <a:prstTxWarp prst="textNoShape">
              <a:avLst/>
            </a:prstTxWarp>
          </a:bodyPr>
          <a:lstStyle/>
          <a:p>
            <a:pPr algn="ctr" defTabSz="913788" fontAlgn="base">
              <a:spcBef>
                <a:spcPct val="0"/>
              </a:spcBef>
              <a:spcAft>
                <a:spcPct val="0"/>
              </a:spcAft>
            </a:pPr>
            <a:endParaRPr lang="en-US" sz="2200" dirty="0">
              <a:gradFill>
                <a:gsLst>
                  <a:gs pos="0">
                    <a:srgbClr val="FFFFFF"/>
                  </a:gs>
                  <a:gs pos="100000">
                    <a:srgbClr val="FFFFFF"/>
                  </a:gs>
                </a:gsLst>
                <a:lin ang="5400000" scaled="0"/>
              </a:gradFill>
            </a:endParaRPr>
          </a:p>
        </p:txBody>
      </p:sp>
      <p:sp>
        <p:nvSpPr>
          <p:cNvPr id="2" name="Title 1"/>
          <p:cNvSpPr>
            <a:spLocks noGrp="1"/>
          </p:cNvSpPr>
          <p:nvPr>
            <p:ph type="title"/>
          </p:nvPr>
        </p:nvSpPr>
        <p:spPr/>
        <p:txBody>
          <a:bodyPr/>
          <a:lstStyle>
            <a:lvl1pPr algn="l" defTabSz="914363" rtl="0" eaLnBrk="1" latinLnBrk="0" hangingPunct="1">
              <a:lnSpc>
                <a:spcPct val="90000"/>
              </a:lnSpc>
              <a:spcBef>
                <a:spcPct val="0"/>
              </a:spcBef>
              <a:buNone/>
              <a:defRPr lang="en-US" sz="5400" b="0" kern="1200" cap="none" spc="-100" baseline="0" dirty="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a:lstStyle>
          <a:p>
            <a:r>
              <a:rPr lang="en-US" smtClean="0"/>
              <a:t>Click to edit Master title style</a:t>
            </a:r>
            <a:endParaRPr lang="en-US" dirty="0"/>
          </a:p>
        </p:txBody>
      </p:sp>
      <p:sp>
        <p:nvSpPr>
          <p:cNvPr id="5" name="Text Placeholder 4"/>
          <p:cNvSpPr>
            <a:spLocks noGrp="1"/>
          </p:cNvSpPr>
          <p:nvPr>
            <p:ph type="body" sz="quarter" idx="11"/>
          </p:nvPr>
        </p:nvSpPr>
        <p:spPr>
          <a:xfrm>
            <a:off x="3474709" y="3417661"/>
            <a:ext cx="6947121" cy="1241878"/>
          </a:xfrm>
        </p:spPr>
        <p:txBody>
          <a:bodyPr lIns="182880" tIns="182880" anchor="ctr" anchorCtr="0"/>
          <a:lstStyle>
            <a:lvl1pPr marL="574675" indent="-571500">
              <a:spcAft>
                <a:spcPts val="1200"/>
              </a:spcAft>
              <a:buNone/>
              <a:defRPr lang="en-US" sz="4400" kern="1200" spc="-100" baseline="0" dirty="0" smtClean="0">
                <a:gradFill>
                  <a:gsLst>
                    <a:gs pos="0">
                      <a:srgbClr val="595959"/>
                    </a:gs>
                    <a:gs pos="86000">
                      <a:srgbClr val="595959"/>
                    </a:gs>
                  </a:gsLst>
                  <a:lin ang="5400000" scaled="0"/>
                </a:gradFill>
                <a:latin typeface="Segoe UI Light" pitchFamily="34" charset="0"/>
                <a:ea typeface="+mn-ea"/>
                <a:cs typeface="+mn-cs"/>
              </a:defRPr>
            </a:lvl1pPr>
            <a:lvl2pPr>
              <a:defRPr lang="en-US" sz="2400" kern="1200" spc="-50" baseline="0" dirty="0">
                <a:gradFill>
                  <a:gsLst>
                    <a:gs pos="0">
                      <a:srgbClr val="595959"/>
                    </a:gs>
                    <a:gs pos="86000">
                      <a:srgbClr val="595959"/>
                    </a:gs>
                  </a:gsLst>
                  <a:lin ang="5400000" scaled="0"/>
                </a:gradFill>
                <a:latin typeface="+mn-lt"/>
                <a:ea typeface="+mn-ea"/>
                <a:cs typeface="+mn-cs"/>
              </a:defRPr>
            </a:lvl2pPr>
          </a:lstStyle>
          <a:p>
            <a:pPr marL="3175" lvl="0" indent="0" algn="l" defTabSz="914363" rtl="0" eaLnBrk="1" latinLnBrk="0" hangingPunct="1">
              <a:lnSpc>
                <a:spcPct val="90000"/>
              </a:lnSpc>
              <a:spcBef>
                <a:spcPts val="0"/>
              </a:spcBef>
              <a:spcAft>
                <a:spcPts val="900"/>
              </a:spcAft>
              <a:buSzPct val="80000"/>
            </a:pPr>
            <a:r>
              <a:rPr lang="en-US" smtClean="0"/>
              <a:t>Click to edit Master text styles</a:t>
            </a:r>
          </a:p>
          <a:p>
            <a:pPr marL="3175" lvl="1" indent="0" algn="l" defTabSz="914363" rtl="0" eaLnBrk="1" latinLnBrk="0" hangingPunct="1">
              <a:lnSpc>
                <a:spcPct val="90000"/>
              </a:lnSpc>
              <a:spcBef>
                <a:spcPts val="0"/>
              </a:spcBef>
              <a:spcAft>
                <a:spcPts val="900"/>
              </a:spcAft>
              <a:buSzPct val="80000"/>
            </a:pPr>
            <a:r>
              <a:rPr lang="en-US" smtClean="0"/>
              <a:t>Second level</a:t>
            </a:r>
          </a:p>
        </p:txBody>
      </p:sp>
      <p:sp>
        <p:nvSpPr>
          <p:cNvPr id="6" name="Freeform 11"/>
          <p:cNvSpPr>
            <a:spLocks noEditPoints="1"/>
          </p:cNvSpPr>
          <p:nvPr userDrawn="1"/>
        </p:nvSpPr>
        <p:spPr bwMode="black">
          <a:xfrm>
            <a:off x="928957" y="2838266"/>
            <a:ext cx="2423129" cy="2400670"/>
          </a:xfrm>
          <a:custGeom>
            <a:avLst/>
            <a:gdLst>
              <a:gd name="T0" fmla="*/ 65 w 300"/>
              <a:gd name="T1" fmla="*/ 2 h 297"/>
              <a:gd name="T2" fmla="*/ 113 w 300"/>
              <a:gd name="T3" fmla="*/ 0 h 297"/>
              <a:gd name="T4" fmla="*/ 115 w 300"/>
              <a:gd name="T5" fmla="*/ 12 h 297"/>
              <a:gd name="T6" fmla="*/ 235 w 300"/>
              <a:gd name="T7" fmla="*/ 12 h 297"/>
              <a:gd name="T8" fmla="*/ 232 w 300"/>
              <a:gd name="T9" fmla="*/ 0 h 297"/>
              <a:gd name="T10" fmla="*/ 185 w 300"/>
              <a:gd name="T11" fmla="*/ 2 h 297"/>
              <a:gd name="T12" fmla="*/ 235 w 300"/>
              <a:gd name="T13" fmla="*/ 12 h 297"/>
              <a:gd name="T14" fmla="*/ 98 w 300"/>
              <a:gd name="T15" fmla="*/ 273 h 297"/>
              <a:gd name="T16" fmla="*/ 0 w 300"/>
              <a:gd name="T17" fmla="*/ 295 h 297"/>
              <a:gd name="T18" fmla="*/ 95 w 300"/>
              <a:gd name="T19" fmla="*/ 297 h 297"/>
              <a:gd name="T20" fmla="*/ 205 w 300"/>
              <a:gd name="T21" fmla="*/ 297 h 297"/>
              <a:gd name="T22" fmla="*/ 300 w 300"/>
              <a:gd name="T23" fmla="*/ 295 h 297"/>
              <a:gd name="T24" fmla="*/ 202 w 300"/>
              <a:gd name="T25" fmla="*/ 273 h 297"/>
              <a:gd name="T26" fmla="*/ 205 w 300"/>
              <a:gd name="T27" fmla="*/ 297 h 297"/>
              <a:gd name="T28" fmla="*/ 271 w 300"/>
              <a:gd name="T29" fmla="*/ 83 h 297"/>
              <a:gd name="T30" fmla="*/ 299 w 300"/>
              <a:gd name="T31" fmla="*/ 268 h 297"/>
              <a:gd name="T32" fmla="*/ 227 w 300"/>
              <a:gd name="T33" fmla="*/ 169 h 297"/>
              <a:gd name="T34" fmla="*/ 182 w 300"/>
              <a:gd name="T35" fmla="*/ 166 h 297"/>
              <a:gd name="T36" fmla="*/ 155 w 300"/>
              <a:gd name="T37" fmla="*/ 152 h 297"/>
              <a:gd name="T38" fmla="*/ 154 w 300"/>
              <a:gd name="T39" fmla="*/ 159 h 297"/>
              <a:gd name="T40" fmla="*/ 145 w 300"/>
              <a:gd name="T41" fmla="*/ 158 h 297"/>
              <a:gd name="T42" fmla="*/ 119 w 300"/>
              <a:gd name="T43" fmla="*/ 152 h 297"/>
              <a:gd name="T44" fmla="*/ 115 w 300"/>
              <a:gd name="T45" fmla="*/ 169 h 297"/>
              <a:gd name="T46" fmla="*/ 96 w 300"/>
              <a:gd name="T47" fmla="*/ 268 h 297"/>
              <a:gd name="T48" fmla="*/ 25 w 300"/>
              <a:gd name="T49" fmla="*/ 169 h 297"/>
              <a:gd name="T50" fmla="*/ 42 w 300"/>
              <a:gd name="T51" fmla="*/ 76 h 297"/>
              <a:gd name="T52" fmla="*/ 73 w 300"/>
              <a:gd name="T53" fmla="*/ 59 h 297"/>
              <a:gd name="T54" fmla="*/ 61 w 300"/>
              <a:gd name="T55" fmla="*/ 57 h 297"/>
              <a:gd name="T56" fmla="*/ 120 w 300"/>
              <a:gd name="T57" fmla="*/ 15 h 297"/>
              <a:gd name="T58" fmla="*/ 118 w 300"/>
              <a:gd name="T59" fmla="*/ 59 h 297"/>
              <a:gd name="T60" fmla="*/ 108 w 300"/>
              <a:gd name="T61" fmla="*/ 68 h 297"/>
              <a:gd name="T62" fmla="*/ 145 w 300"/>
              <a:gd name="T63" fmla="*/ 62 h 297"/>
              <a:gd name="T64" fmla="*/ 140 w 300"/>
              <a:gd name="T65" fmla="*/ 61 h 297"/>
              <a:gd name="T66" fmla="*/ 142 w 300"/>
              <a:gd name="T67" fmla="*/ 55 h 297"/>
              <a:gd name="T68" fmla="*/ 160 w 300"/>
              <a:gd name="T69" fmla="*/ 56 h 297"/>
              <a:gd name="T70" fmla="*/ 158 w 300"/>
              <a:gd name="T71" fmla="*/ 62 h 297"/>
              <a:gd name="T72" fmla="*/ 155 w 300"/>
              <a:gd name="T73" fmla="*/ 68 h 297"/>
              <a:gd name="T74" fmla="*/ 192 w 300"/>
              <a:gd name="T75" fmla="*/ 59 h 297"/>
              <a:gd name="T76" fmla="*/ 180 w 300"/>
              <a:gd name="T77" fmla="*/ 57 h 297"/>
              <a:gd name="T78" fmla="*/ 239 w 300"/>
              <a:gd name="T79" fmla="*/ 15 h 297"/>
              <a:gd name="T80" fmla="*/ 237 w 300"/>
              <a:gd name="T81" fmla="*/ 59 h 297"/>
              <a:gd name="T82" fmla="*/ 227 w 300"/>
              <a:gd name="T83" fmla="*/ 76 h 297"/>
              <a:gd name="T84" fmla="*/ 122 w 300"/>
              <a:gd name="T85" fmla="*/ 83 h 297"/>
              <a:gd name="T86" fmla="*/ 145 w 300"/>
              <a:gd name="T87" fmla="*/ 72 h 297"/>
              <a:gd name="T88" fmla="*/ 108 w 300"/>
              <a:gd name="T89" fmla="*/ 76 h 297"/>
              <a:gd name="T90" fmla="*/ 123 w 300"/>
              <a:gd name="T91" fmla="*/ 78 h 297"/>
              <a:gd name="T92" fmla="*/ 180 w 300"/>
              <a:gd name="T93" fmla="*/ 76 h 297"/>
              <a:gd name="T94" fmla="*/ 192 w 300"/>
              <a:gd name="T95" fmla="*/ 72 h 297"/>
              <a:gd name="T96" fmla="*/ 155 w 300"/>
              <a:gd name="T97" fmla="*/ 83 h 297"/>
              <a:gd name="T98" fmla="*/ 178 w 300"/>
              <a:gd name="T99" fmla="*/ 78 h 297"/>
              <a:gd name="T100" fmla="*/ 158 w 300"/>
              <a:gd name="T101" fmla="*/ 101 h 297"/>
              <a:gd name="T102" fmla="*/ 142 w 300"/>
              <a:gd name="T103" fmla="*/ 118 h 297"/>
              <a:gd name="T104" fmla="*/ 158 w 300"/>
              <a:gd name="T105" fmla="*/ 101 h 297"/>
              <a:gd name="T106" fmla="*/ 129 w 300"/>
              <a:gd name="T107" fmla="*/ 91 h 297"/>
              <a:gd name="T108" fmla="*/ 133 w 300"/>
              <a:gd name="T109" fmla="*/ 141 h 297"/>
              <a:gd name="T110" fmla="*/ 171 w 300"/>
              <a:gd name="T111" fmla="*/ 91 h 297"/>
              <a:gd name="T112" fmla="*/ 167 w 300"/>
              <a:gd name="T113" fmla="*/ 141 h 297"/>
              <a:gd name="T114" fmla="*/ 171 w 300"/>
              <a:gd name="T115" fmla="*/ 91 h 29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 ang="0">
                <a:pos x="T104" y="T105"/>
              </a:cxn>
              <a:cxn ang="0">
                <a:pos x="T106" y="T107"/>
              </a:cxn>
              <a:cxn ang="0">
                <a:pos x="T108" y="T109"/>
              </a:cxn>
              <a:cxn ang="0">
                <a:pos x="T110" y="T111"/>
              </a:cxn>
              <a:cxn ang="0">
                <a:pos x="T112" y="T113"/>
              </a:cxn>
              <a:cxn ang="0">
                <a:pos x="T114" y="T115"/>
              </a:cxn>
            </a:cxnLst>
            <a:rect l="0" t="0" r="r" b="b"/>
            <a:pathLst>
              <a:path w="300" h="297">
                <a:moveTo>
                  <a:pt x="65" y="12"/>
                </a:moveTo>
                <a:cubicBezTo>
                  <a:pt x="65" y="2"/>
                  <a:pt x="65" y="2"/>
                  <a:pt x="65" y="2"/>
                </a:cubicBezTo>
                <a:cubicBezTo>
                  <a:pt x="65" y="1"/>
                  <a:pt x="67" y="0"/>
                  <a:pt x="68" y="0"/>
                </a:cubicBezTo>
                <a:cubicBezTo>
                  <a:pt x="113" y="0"/>
                  <a:pt x="113" y="0"/>
                  <a:pt x="113" y="0"/>
                </a:cubicBezTo>
                <a:cubicBezTo>
                  <a:pt x="114" y="0"/>
                  <a:pt x="115" y="1"/>
                  <a:pt x="115" y="2"/>
                </a:cubicBezTo>
                <a:cubicBezTo>
                  <a:pt x="115" y="12"/>
                  <a:pt x="115" y="12"/>
                  <a:pt x="115" y="12"/>
                </a:cubicBezTo>
                <a:lnTo>
                  <a:pt x="65" y="12"/>
                </a:lnTo>
                <a:close/>
                <a:moveTo>
                  <a:pt x="235" y="12"/>
                </a:moveTo>
                <a:cubicBezTo>
                  <a:pt x="235" y="2"/>
                  <a:pt x="235" y="2"/>
                  <a:pt x="235" y="2"/>
                </a:cubicBezTo>
                <a:cubicBezTo>
                  <a:pt x="235" y="1"/>
                  <a:pt x="233" y="0"/>
                  <a:pt x="232" y="0"/>
                </a:cubicBezTo>
                <a:cubicBezTo>
                  <a:pt x="187" y="0"/>
                  <a:pt x="187" y="0"/>
                  <a:pt x="187" y="0"/>
                </a:cubicBezTo>
                <a:cubicBezTo>
                  <a:pt x="186" y="0"/>
                  <a:pt x="185" y="1"/>
                  <a:pt x="185" y="2"/>
                </a:cubicBezTo>
                <a:cubicBezTo>
                  <a:pt x="185" y="12"/>
                  <a:pt x="185" y="12"/>
                  <a:pt x="185" y="12"/>
                </a:cubicBezTo>
                <a:lnTo>
                  <a:pt x="235" y="12"/>
                </a:lnTo>
                <a:close/>
                <a:moveTo>
                  <a:pt x="98" y="295"/>
                </a:moveTo>
                <a:cubicBezTo>
                  <a:pt x="98" y="273"/>
                  <a:pt x="98" y="273"/>
                  <a:pt x="98" y="273"/>
                </a:cubicBezTo>
                <a:cubicBezTo>
                  <a:pt x="0" y="273"/>
                  <a:pt x="0" y="273"/>
                  <a:pt x="0" y="273"/>
                </a:cubicBezTo>
                <a:cubicBezTo>
                  <a:pt x="0" y="295"/>
                  <a:pt x="0" y="295"/>
                  <a:pt x="0" y="295"/>
                </a:cubicBezTo>
                <a:cubicBezTo>
                  <a:pt x="0" y="296"/>
                  <a:pt x="1" y="297"/>
                  <a:pt x="2" y="297"/>
                </a:cubicBezTo>
                <a:cubicBezTo>
                  <a:pt x="95" y="297"/>
                  <a:pt x="95" y="297"/>
                  <a:pt x="95" y="297"/>
                </a:cubicBezTo>
                <a:cubicBezTo>
                  <a:pt x="97" y="297"/>
                  <a:pt x="98" y="296"/>
                  <a:pt x="98" y="295"/>
                </a:cubicBezTo>
                <a:close/>
                <a:moveTo>
                  <a:pt x="205" y="297"/>
                </a:moveTo>
                <a:cubicBezTo>
                  <a:pt x="298" y="297"/>
                  <a:pt x="298" y="297"/>
                  <a:pt x="298" y="297"/>
                </a:cubicBezTo>
                <a:cubicBezTo>
                  <a:pt x="299" y="297"/>
                  <a:pt x="300" y="296"/>
                  <a:pt x="300" y="295"/>
                </a:cubicBezTo>
                <a:cubicBezTo>
                  <a:pt x="300" y="273"/>
                  <a:pt x="300" y="273"/>
                  <a:pt x="300" y="273"/>
                </a:cubicBezTo>
                <a:cubicBezTo>
                  <a:pt x="202" y="273"/>
                  <a:pt x="202" y="273"/>
                  <a:pt x="202" y="273"/>
                </a:cubicBezTo>
                <a:cubicBezTo>
                  <a:pt x="202" y="295"/>
                  <a:pt x="202" y="295"/>
                  <a:pt x="202" y="295"/>
                </a:cubicBezTo>
                <a:cubicBezTo>
                  <a:pt x="202" y="296"/>
                  <a:pt x="203" y="297"/>
                  <a:pt x="205" y="297"/>
                </a:cubicBezTo>
                <a:close/>
                <a:moveTo>
                  <a:pt x="263" y="76"/>
                </a:moveTo>
                <a:cubicBezTo>
                  <a:pt x="267" y="76"/>
                  <a:pt x="270" y="79"/>
                  <a:pt x="271" y="83"/>
                </a:cubicBezTo>
                <a:cubicBezTo>
                  <a:pt x="275" y="169"/>
                  <a:pt x="275" y="169"/>
                  <a:pt x="275" y="169"/>
                </a:cubicBezTo>
                <a:cubicBezTo>
                  <a:pt x="299" y="268"/>
                  <a:pt x="299" y="268"/>
                  <a:pt x="299" y="268"/>
                </a:cubicBezTo>
                <a:cubicBezTo>
                  <a:pt x="204" y="268"/>
                  <a:pt x="204" y="268"/>
                  <a:pt x="204" y="268"/>
                </a:cubicBezTo>
                <a:cubicBezTo>
                  <a:pt x="227" y="169"/>
                  <a:pt x="227" y="169"/>
                  <a:pt x="227" y="169"/>
                </a:cubicBezTo>
                <a:cubicBezTo>
                  <a:pt x="185" y="169"/>
                  <a:pt x="185" y="169"/>
                  <a:pt x="185" y="169"/>
                </a:cubicBezTo>
                <a:cubicBezTo>
                  <a:pt x="183" y="169"/>
                  <a:pt x="182" y="168"/>
                  <a:pt x="182" y="166"/>
                </a:cubicBezTo>
                <a:cubicBezTo>
                  <a:pt x="181" y="152"/>
                  <a:pt x="181" y="152"/>
                  <a:pt x="181" y="152"/>
                </a:cubicBezTo>
                <a:cubicBezTo>
                  <a:pt x="155" y="152"/>
                  <a:pt x="155" y="152"/>
                  <a:pt x="155" y="152"/>
                </a:cubicBezTo>
                <a:cubicBezTo>
                  <a:pt x="155" y="158"/>
                  <a:pt x="155" y="158"/>
                  <a:pt x="155" y="158"/>
                </a:cubicBezTo>
                <a:cubicBezTo>
                  <a:pt x="155" y="159"/>
                  <a:pt x="154" y="159"/>
                  <a:pt x="154" y="159"/>
                </a:cubicBezTo>
                <a:cubicBezTo>
                  <a:pt x="146" y="159"/>
                  <a:pt x="146" y="159"/>
                  <a:pt x="146" y="159"/>
                </a:cubicBezTo>
                <a:cubicBezTo>
                  <a:pt x="146" y="159"/>
                  <a:pt x="145" y="159"/>
                  <a:pt x="145" y="158"/>
                </a:cubicBezTo>
                <a:cubicBezTo>
                  <a:pt x="145" y="152"/>
                  <a:pt x="145" y="152"/>
                  <a:pt x="145" y="152"/>
                </a:cubicBezTo>
                <a:cubicBezTo>
                  <a:pt x="119" y="152"/>
                  <a:pt x="119" y="152"/>
                  <a:pt x="119" y="152"/>
                </a:cubicBezTo>
                <a:cubicBezTo>
                  <a:pt x="118" y="166"/>
                  <a:pt x="118" y="166"/>
                  <a:pt x="118" y="166"/>
                </a:cubicBezTo>
                <a:cubicBezTo>
                  <a:pt x="118" y="168"/>
                  <a:pt x="117" y="169"/>
                  <a:pt x="115" y="169"/>
                </a:cubicBezTo>
                <a:cubicBezTo>
                  <a:pt x="73" y="169"/>
                  <a:pt x="73" y="169"/>
                  <a:pt x="73" y="169"/>
                </a:cubicBezTo>
                <a:cubicBezTo>
                  <a:pt x="96" y="268"/>
                  <a:pt x="96" y="268"/>
                  <a:pt x="96" y="268"/>
                </a:cubicBezTo>
                <a:cubicBezTo>
                  <a:pt x="1" y="268"/>
                  <a:pt x="1" y="268"/>
                  <a:pt x="1" y="268"/>
                </a:cubicBezTo>
                <a:cubicBezTo>
                  <a:pt x="25" y="169"/>
                  <a:pt x="25" y="169"/>
                  <a:pt x="25" y="169"/>
                </a:cubicBezTo>
                <a:cubicBezTo>
                  <a:pt x="34" y="83"/>
                  <a:pt x="34" y="83"/>
                  <a:pt x="34" y="83"/>
                </a:cubicBezTo>
                <a:cubicBezTo>
                  <a:pt x="34" y="79"/>
                  <a:pt x="38" y="76"/>
                  <a:pt x="42" y="76"/>
                </a:cubicBezTo>
                <a:cubicBezTo>
                  <a:pt x="73" y="76"/>
                  <a:pt x="73" y="76"/>
                  <a:pt x="73" y="76"/>
                </a:cubicBezTo>
                <a:cubicBezTo>
                  <a:pt x="73" y="59"/>
                  <a:pt x="73" y="59"/>
                  <a:pt x="73" y="59"/>
                </a:cubicBezTo>
                <a:cubicBezTo>
                  <a:pt x="63" y="59"/>
                  <a:pt x="63" y="59"/>
                  <a:pt x="63" y="59"/>
                </a:cubicBezTo>
                <a:cubicBezTo>
                  <a:pt x="62" y="59"/>
                  <a:pt x="61" y="58"/>
                  <a:pt x="61" y="57"/>
                </a:cubicBezTo>
                <a:cubicBezTo>
                  <a:pt x="61" y="15"/>
                  <a:pt x="61" y="15"/>
                  <a:pt x="61" y="15"/>
                </a:cubicBezTo>
                <a:cubicBezTo>
                  <a:pt x="120" y="15"/>
                  <a:pt x="120" y="15"/>
                  <a:pt x="120" y="15"/>
                </a:cubicBezTo>
                <a:cubicBezTo>
                  <a:pt x="120" y="57"/>
                  <a:pt x="120" y="57"/>
                  <a:pt x="120" y="57"/>
                </a:cubicBezTo>
                <a:cubicBezTo>
                  <a:pt x="120" y="58"/>
                  <a:pt x="119" y="59"/>
                  <a:pt x="118" y="59"/>
                </a:cubicBezTo>
                <a:cubicBezTo>
                  <a:pt x="108" y="59"/>
                  <a:pt x="108" y="59"/>
                  <a:pt x="108" y="59"/>
                </a:cubicBezTo>
                <a:cubicBezTo>
                  <a:pt x="108" y="68"/>
                  <a:pt x="108" y="68"/>
                  <a:pt x="108" y="68"/>
                </a:cubicBezTo>
                <a:cubicBezTo>
                  <a:pt x="145" y="68"/>
                  <a:pt x="145" y="68"/>
                  <a:pt x="145" y="68"/>
                </a:cubicBezTo>
                <a:cubicBezTo>
                  <a:pt x="145" y="62"/>
                  <a:pt x="145" y="62"/>
                  <a:pt x="145" y="62"/>
                </a:cubicBezTo>
                <a:cubicBezTo>
                  <a:pt x="142" y="62"/>
                  <a:pt x="142" y="62"/>
                  <a:pt x="142" y="62"/>
                </a:cubicBezTo>
                <a:cubicBezTo>
                  <a:pt x="141" y="62"/>
                  <a:pt x="140" y="61"/>
                  <a:pt x="140" y="61"/>
                </a:cubicBezTo>
                <a:cubicBezTo>
                  <a:pt x="140" y="56"/>
                  <a:pt x="140" y="56"/>
                  <a:pt x="140" y="56"/>
                </a:cubicBezTo>
                <a:cubicBezTo>
                  <a:pt x="140" y="55"/>
                  <a:pt x="141" y="55"/>
                  <a:pt x="142" y="55"/>
                </a:cubicBezTo>
                <a:cubicBezTo>
                  <a:pt x="158" y="55"/>
                  <a:pt x="158" y="55"/>
                  <a:pt x="158" y="55"/>
                </a:cubicBezTo>
                <a:cubicBezTo>
                  <a:pt x="159" y="55"/>
                  <a:pt x="160" y="55"/>
                  <a:pt x="160" y="56"/>
                </a:cubicBezTo>
                <a:cubicBezTo>
                  <a:pt x="160" y="61"/>
                  <a:pt x="160" y="61"/>
                  <a:pt x="160" y="61"/>
                </a:cubicBezTo>
                <a:cubicBezTo>
                  <a:pt x="160" y="61"/>
                  <a:pt x="159" y="62"/>
                  <a:pt x="158" y="62"/>
                </a:cubicBezTo>
                <a:cubicBezTo>
                  <a:pt x="155" y="62"/>
                  <a:pt x="155" y="62"/>
                  <a:pt x="155" y="62"/>
                </a:cubicBezTo>
                <a:cubicBezTo>
                  <a:pt x="155" y="68"/>
                  <a:pt x="155" y="68"/>
                  <a:pt x="155" y="68"/>
                </a:cubicBezTo>
                <a:cubicBezTo>
                  <a:pt x="192" y="68"/>
                  <a:pt x="192" y="68"/>
                  <a:pt x="192" y="68"/>
                </a:cubicBezTo>
                <a:cubicBezTo>
                  <a:pt x="192" y="59"/>
                  <a:pt x="192" y="59"/>
                  <a:pt x="192" y="59"/>
                </a:cubicBezTo>
                <a:cubicBezTo>
                  <a:pt x="182" y="59"/>
                  <a:pt x="182" y="59"/>
                  <a:pt x="182" y="59"/>
                </a:cubicBezTo>
                <a:cubicBezTo>
                  <a:pt x="181" y="59"/>
                  <a:pt x="180" y="58"/>
                  <a:pt x="180" y="57"/>
                </a:cubicBezTo>
                <a:cubicBezTo>
                  <a:pt x="180" y="15"/>
                  <a:pt x="180" y="15"/>
                  <a:pt x="180" y="15"/>
                </a:cubicBezTo>
                <a:cubicBezTo>
                  <a:pt x="239" y="15"/>
                  <a:pt x="239" y="15"/>
                  <a:pt x="239" y="15"/>
                </a:cubicBezTo>
                <a:cubicBezTo>
                  <a:pt x="239" y="57"/>
                  <a:pt x="239" y="57"/>
                  <a:pt x="239" y="57"/>
                </a:cubicBezTo>
                <a:cubicBezTo>
                  <a:pt x="239" y="58"/>
                  <a:pt x="238" y="59"/>
                  <a:pt x="237" y="59"/>
                </a:cubicBezTo>
                <a:cubicBezTo>
                  <a:pt x="227" y="59"/>
                  <a:pt x="227" y="59"/>
                  <a:pt x="227" y="59"/>
                </a:cubicBezTo>
                <a:cubicBezTo>
                  <a:pt x="227" y="76"/>
                  <a:pt x="227" y="76"/>
                  <a:pt x="227" y="76"/>
                </a:cubicBezTo>
                <a:lnTo>
                  <a:pt x="263" y="76"/>
                </a:lnTo>
                <a:close/>
                <a:moveTo>
                  <a:pt x="122" y="83"/>
                </a:moveTo>
                <a:cubicBezTo>
                  <a:pt x="145" y="83"/>
                  <a:pt x="145" y="83"/>
                  <a:pt x="145" y="83"/>
                </a:cubicBezTo>
                <a:cubicBezTo>
                  <a:pt x="145" y="72"/>
                  <a:pt x="145" y="72"/>
                  <a:pt x="145" y="72"/>
                </a:cubicBezTo>
                <a:cubicBezTo>
                  <a:pt x="108" y="72"/>
                  <a:pt x="108" y="72"/>
                  <a:pt x="108" y="72"/>
                </a:cubicBezTo>
                <a:cubicBezTo>
                  <a:pt x="108" y="76"/>
                  <a:pt x="108" y="76"/>
                  <a:pt x="108" y="76"/>
                </a:cubicBezTo>
                <a:cubicBezTo>
                  <a:pt x="120" y="76"/>
                  <a:pt x="120" y="76"/>
                  <a:pt x="120" y="76"/>
                </a:cubicBezTo>
                <a:cubicBezTo>
                  <a:pt x="122" y="76"/>
                  <a:pt x="123" y="77"/>
                  <a:pt x="123" y="78"/>
                </a:cubicBezTo>
                <a:lnTo>
                  <a:pt x="122" y="83"/>
                </a:lnTo>
                <a:close/>
                <a:moveTo>
                  <a:pt x="180" y="76"/>
                </a:moveTo>
                <a:cubicBezTo>
                  <a:pt x="192" y="76"/>
                  <a:pt x="192" y="76"/>
                  <a:pt x="192" y="76"/>
                </a:cubicBezTo>
                <a:cubicBezTo>
                  <a:pt x="192" y="72"/>
                  <a:pt x="192" y="72"/>
                  <a:pt x="192" y="72"/>
                </a:cubicBezTo>
                <a:cubicBezTo>
                  <a:pt x="155" y="72"/>
                  <a:pt x="155" y="72"/>
                  <a:pt x="155" y="72"/>
                </a:cubicBezTo>
                <a:cubicBezTo>
                  <a:pt x="155" y="83"/>
                  <a:pt x="155" y="83"/>
                  <a:pt x="155" y="83"/>
                </a:cubicBezTo>
                <a:cubicBezTo>
                  <a:pt x="178" y="83"/>
                  <a:pt x="178" y="83"/>
                  <a:pt x="178" y="83"/>
                </a:cubicBezTo>
                <a:cubicBezTo>
                  <a:pt x="178" y="78"/>
                  <a:pt x="178" y="78"/>
                  <a:pt x="178" y="78"/>
                </a:cubicBezTo>
                <a:cubicBezTo>
                  <a:pt x="177" y="77"/>
                  <a:pt x="178" y="76"/>
                  <a:pt x="180" y="76"/>
                </a:cubicBezTo>
                <a:close/>
                <a:moveTo>
                  <a:pt x="158" y="101"/>
                </a:moveTo>
                <a:cubicBezTo>
                  <a:pt x="142" y="101"/>
                  <a:pt x="142" y="101"/>
                  <a:pt x="142" y="101"/>
                </a:cubicBezTo>
                <a:cubicBezTo>
                  <a:pt x="142" y="118"/>
                  <a:pt x="142" y="118"/>
                  <a:pt x="142" y="118"/>
                </a:cubicBezTo>
                <a:cubicBezTo>
                  <a:pt x="158" y="118"/>
                  <a:pt x="158" y="118"/>
                  <a:pt x="158" y="118"/>
                </a:cubicBezTo>
                <a:lnTo>
                  <a:pt x="158" y="101"/>
                </a:lnTo>
                <a:close/>
                <a:moveTo>
                  <a:pt x="133" y="91"/>
                </a:moveTo>
                <a:cubicBezTo>
                  <a:pt x="129" y="91"/>
                  <a:pt x="129" y="91"/>
                  <a:pt x="129" y="91"/>
                </a:cubicBezTo>
                <a:cubicBezTo>
                  <a:pt x="129" y="141"/>
                  <a:pt x="129" y="141"/>
                  <a:pt x="129" y="141"/>
                </a:cubicBezTo>
                <a:cubicBezTo>
                  <a:pt x="133" y="141"/>
                  <a:pt x="133" y="141"/>
                  <a:pt x="133" y="141"/>
                </a:cubicBezTo>
                <a:lnTo>
                  <a:pt x="133" y="91"/>
                </a:lnTo>
                <a:close/>
                <a:moveTo>
                  <a:pt x="171" y="91"/>
                </a:moveTo>
                <a:cubicBezTo>
                  <a:pt x="167" y="91"/>
                  <a:pt x="167" y="91"/>
                  <a:pt x="167" y="91"/>
                </a:cubicBezTo>
                <a:cubicBezTo>
                  <a:pt x="167" y="141"/>
                  <a:pt x="167" y="141"/>
                  <a:pt x="167" y="141"/>
                </a:cubicBezTo>
                <a:cubicBezTo>
                  <a:pt x="171" y="141"/>
                  <a:pt x="171" y="141"/>
                  <a:pt x="171" y="141"/>
                </a:cubicBezTo>
                <a:lnTo>
                  <a:pt x="171" y="91"/>
                </a:lnTo>
                <a:close/>
              </a:path>
            </a:pathLst>
          </a:custGeom>
          <a:solidFill>
            <a:schemeClr val="accent2"/>
          </a:solidFill>
          <a:ln>
            <a:noFill/>
          </a:ln>
        </p:spPr>
        <p:txBody>
          <a:bodyPr vert="horz" wrap="square" lIns="82305" tIns="41153" rIns="82305" bIns="41153" numCol="1" anchor="t" anchorCtr="0" compatLnSpc="1">
            <a:prstTxWarp prst="textNoShape">
              <a:avLst/>
            </a:prstTxWarp>
          </a:bodyPr>
          <a:lstStyle/>
          <a:p>
            <a:pPr defTabSz="914363"/>
            <a:endParaRPr lang="en-US" sz="1600">
              <a:solidFill>
                <a:srgbClr val="292929"/>
              </a:solidFill>
            </a:endParaRPr>
          </a:p>
        </p:txBody>
      </p:sp>
    </p:spTree>
    <p:extLst>
      <p:ext uri="{BB962C8B-B14F-4D97-AF65-F5344CB8AC3E}">
        <p14:creationId xmlns:p14="http://schemas.microsoft.com/office/powerpoint/2010/main" val="3139305434"/>
      </p:ext>
    </p:extLst>
  </p:cSld>
  <p:clrMapOvr>
    <a:masterClrMapping/>
  </p:clrMapOvr>
  <p:transition>
    <p:fade/>
  </p:transition>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userDrawn="1">
  <p:cSld name="1_Demo, Video etc. &quot;special&quot; slides">
    <p:bg>
      <p:bgPr>
        <a:solidFill>
          <a:schemeClr val="accent1">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1">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7715394" y="2136047"/>
            <a:ext cx="3500039" cy="2114058"/>
            <a:chOff x="1411369" y="3975421"/>
            <a:chExt cx="1714604" cy="1035908"/>
          </a:xfrm>
        </p:grpSpPr>
        <p:sp>
          <p:nvSpPr>
            <p:cNvPr id="12" name="Freeform 6"/>
            <p:cNvSpPr>
              <a:spLocks/>
            </p:cNvSpPr>
            <p:nvPr userDrawn="1"/>
          </p:nvSpPr>
          <p:spPr bwMode="auto">
            <a:xfrm>
              <a:off x="1900471" y="3975421"/>
              <a:ext cx="1225502" cy="656717"/>
            </a:xfrm>
            <a:custGeom>
              <a:avLst/>
              <a:gdLst>
                <a:gd name="T0" fmla="*/ 138 w 189"/>
                <a:gd name="T1" fmla="*/ 0 h 101"/>
                <a:gd name="T2" fmla="*/ 94 w 189"/>
                <a:gd name="T3" fmla="*/ 26 h 101"/>
                <a:gd name="T4" fmla="*/ 75 w 189"/>
                <a:gd name="T5" fmla="*/ 21 h 101"/>
                <a:gd name="T6" fmla="*/ 40 w 189"/>
                <a:gd name="T7" fmla="*/ 42 h 101"/>
                <a:gd name="T8" fmla="*/ 29 w 189"/>
                <a:gd name="T9" fmla="*/ 40 h 101"/>
                <a:gd name="T10" fmla="*/ 0 w 189"/>
                <a:gd name="T11" fmla="*/ 64 h 101"/>
                <a:gd name="T12" fmla="*/ 11 w 189"/>
                <a:gd name="T13" fmla="*/ 62 h 101"/>
                <a:gd name="T14" fmla="*/ 30 w 189"/>
                <a:gd name="T15" fmla="*/ 66 h 101"/>
                <a:gd name="T16" fmla="*/ 82 w 189"/>
                <a:gd name="T17" fmla="*/ 39 h 101"/>
                <a:gd name="T18" fmla="*/ 145 w 189"/>
                <a:gd name="T19" fmla="*/ 101 h 101"/>
                <a:gd name="T20" fmla="*/ 189 w 189"/>
                <a:gd name="T21" fmla="*/ 51 h 101"/>
                <a:gd name="T22" fmla="*/ 138 w 189"/>
                <a:gd name="T23" fmla="*/ 0 h 101"/>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Lst>
              <a:rect l="0" t="0" r="r" b="b"/>
              <a:pathLst>
                <a:path w="189" h="101">
                  <a:moveTo>
                    <a:pt x="138" y="0"/>
                  </a:moveTo>
                  <a:cubicBezTo>
                    <a:pt x="119" y="0"/>
                    <a:pt x="103" y="10"/>
                    <a:pt x="94" y="26"/>
                  </a:cubicBezTo>
                  <a:cubicBezTo>
                    <a:pt x="89" y="23"/>
                    <a:pt x="82" y="21"/>
                    <a:pt x="75" y="21"/>
                  </a:cubicBezTo>
                  <a:cubicBezTo>
                    <a:pt x="60" y="21"/>
                    <a:pt x="46" y="30"/>
                    <a:pt x="40" y="42"/>
                  </a:cubicBezTo>
                  <a:cubicBezTo>
                    <a:pt x="36" y="41"/>
                    <a:pt x="33" y="40"/>
                    <a:pt x="29" y="40"/>
                  </a:cubicBezTo>
                  <a:cubicBezTo>
                    <a:pt x="15" y="40"/>
                    <a:pt x="3" y="50"/>
                    <a:pt x="0" y="64"/>
                  </a:cubicBezTo>
                  <a:cubicBezTo>
                    <a:pt x="3" y="63"/>
                    <a:pt x="7" y="62"/>
                    <a:pt x="11" y="62"/>
                  </a:cubicBezTo>
                  <a:cubicBezTo>
                    <a:pt x="17" y="62"/>
                    <a:pt x="24" y="64"/>
                    <a:pt x="30" y="66"/>
                  </a:cubicBezTo>
                  <a:cubicBezTo>
                    <a:pt x="42" y="49"/>
                    <a:pt x="61" y="39"/>
                    <a:pt x="82" y="39"/>
                  </a:cubicBezTo>
                  <a:cubicBezTo>
                    <a:pt x="117" y="39"/>
                    <a:pt x="145" y="67"/>
                    <a:pt x="145" y="101"/>
                  </a:cubicBezTo>
                  <a:cubicBezTo>
                    <a:pt x="170" y="98"/>
                    <a:pt x="189" y="77"/>
                    <a:pt x="189" y="51"/>
                  </a:cubicBezTo>
                  <a:cubicBezTo>
                    <a:pt x="189" y="22"/>
                    <a:pt x="167" y="0"/>
                    <a:pt x="138"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
          <p:nvSpPr>
            <p:cNvPr id="15" name="Freeform 7"/>
            <p:cNvSpPr>
              <a:spLocks/>
            </p:cNvSpPr>
            <p:nvPr userDrawn="1"/>
          </p:nvSpPr>
          <p:spPr bwMode="auto">
            <a:xfrm>
              <a:off x="1411369" y="4269433"/>
              <a:ext cx="1390368" cy="741896"/>
            </a:xfrm>
            <a:custGeom>
              <a:avLst/>
              <a:gdLst>
                <a:gd name="T0" fmla="*/ 157 w 214"/>
                <a:gd name="T1" fmla="*/ 0 h 114"/>
                <a:gd name="T2" fmla="*/ 107 w 214"/>
                <a:gd name="T3" fmla="*/ 29 h 114"/>
                <a:gd name="T4" fmla="*/ 86 w 214"/>
                <a:gd name="T5" fmla="*/ 23 h 114"/>
                <a:gd name="T6" fmla="*/ 46 w 214"/>
                <a:gd name="T7" fmla="*/ 48 h 114"/>
                <a:gd name="T8" fmla="*/ 34 w 214"/>
                <a:gd name="T9" fmla="*/ 45 h 114"/>
                <a:gd name="T10" fmla="*/ 0 w 214"/>
                <a:gd name="T11" fmla="*/ 80 h 114"/>
                <a:gd name="T12" fmla="*/ 34 w 214"/>
                <a:gd name="T13" fmla="*/ 114 h 114"/>
                <a:gd name="T14" fmla="*/ 86 w 214"/>
                <a:gd name="T15" fmla="*/ 114 h 114"/>
                <a:gd name="T16" fmla="*/ 157 w 214"/>
                <a:gd name="T17" fmla="*/ 114 h 114"/>
                <a:gd name="T18" fmla="*/ 214 w 214"/>
                <a:gd name="T19" fmla="*/ 57 h 114"/>
                <a:gd name="T20" fmla="*/ 157 w 214"/>
                <a:gd name="T21" fmla="*/ 0 h 114"/>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4" h="114">
                  <a:moveTo>
                    <a:pt x="157" y="0"/>
                  </a:moveTo>
                  <a:cubicBezTo>
                    <a:pt x="136" y="0"/>
                    <a:pt x="117" y="11"/>
                    <a:pt x="107" y="29"/>
                  </a:cubicBezTo>
                  <a:cubicBezTo>
                    <a:pt x="101" y="25"/>
                    <a:pt x="94" y="23"/>
                    <a:pt x="86" y="23"/>
                  </a:cubicBezTo>
                  <a:cubicBezTo>
                    <a:pt x="69" y="23"/>
                    <a:pt x="54" y="33"/>
                    <a:pt x="46" y="48"/>
                  </a:cubicBezTo>
                  <a:cubicBezTo>
                    <a:pt x="42" y="46"/>
                    <a:pt x="38" y="45"/>
                    <a:pt x="34" y="45"/>
                  </a:cubicBezTo>
                  <a:cubicBezTo>
                    <a:pt x="15" y="45"/>
                    <a:pt x="0" y="61"/>
                    <a:pt x="0" y="80"/>
                  </a:cubicBezTo>
                  <a:cubicBezTo>
                    <a:pt x="0" y="99"/>
                    <a:pt x="15" y="114"/>
                    <a:pt x="34" y="114"/>
                  </a:cubicBezTo>
                  <a:cubicBezTo>
                    <a:pt x="86" y="114"/>
                    <a:pt x="86" y="114"/>
                    <a:pt x="86" y="114"/>
                  </a:cubicBezTo>
                  <a:cubicBezTo>
                    <a:pt x="157" y="114"/>
                    <a:pt x="157" y="114"/>
                    <a:pt x="157" y="114"/>
                  </a:cubicBezTo>
                  <a:cubicBezTo>
                    <a:pt x="189" y="114"/>
                    <a:pt x="214" y="89"/>
                    <a:pt x="214" y="57"/>
                  </a:cubicBezTo>
                  <a:cubicBezTo>
                    <a:pt x="214" y="25"/>
                    <a:pt x="189" y="0"/>
                    <a:pt x="157" y="0"/>
                  </a:cubicBezTo>
                  <a:close/>
                </a:path>
              </a:pathLst>
            </a:custGeom>
            <a:solidFill>
              <a:schemeClr val="bg1"/>
            </a:solidFill>
            <a:ln>
              <a:noFill/>
            </a:ln>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grpSp>
    </p:spTree>
    <p:extLst>
      <p:ext uri="{BB962C8B-B14F-4D97-AF65-F5344CB8AC3E}">
        <p14:creationId xmlns:p14="http://schemas.microsoft.com/office/powerpoint/2010/main" val="1034542759"/>
      </p:ext>
    </p:extLst>
  </p:cSld>
  <p:clrMapOvr>
    <a:masterClrMapping/>
  </p:clrMapOvr>
  <p:transition>
    <p:fade/>
  </p:transition>
  <p:timing>
    <p:tnLst>
      <p:par>
        <p:cTn id="1" dur="indefinite" restart="never" nodeType="tmRoot"/>
      </p:par>
    </p:tnLst>
  </p:timing>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userDrawn="1">
  <p:cSld name="2_Demo, Video etc. &quot;special&quot; slides">
    <p:bg>
      <p:bgPr>
        <a:solidFill>
          <a:srgbClr val="8CC6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4">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sp>
        <p:nvSpPr>
          <p:cNvPr id="8" name="Freeform 6"/>
          <p:cNvSpPr>
            <a:spLocks noEditPoints="1"/>
          </p:cNvSpPr>
          <p:nvPr userDrawn="1"/>
        </p:nvSpPr>
        <p:spPr bwMode="auto">
          <a:xfrm>
            <a:off x="8294113" y="2008094"/>
            <a:ext cx="2269668" cy="2169610"/>
          </a:xfrm>
          <a:custGeom>
            <a:avLst/>
            <a:gdLst>
              <a:gd name="T0" fmla="*/ 150 w 154"/>
              <a:gd name="T1" fmla="*/ 40 h 148"/>
              <a:gd name="T2" fmla="*/ 91 w 154"/>
              <a:gd name="T3" fmla="*/ 40 h 148"/>
              <a:gd name="T4" fmla="*/ 124 w 154"/>
              <a:gd name="T5" fmla="*/ 3 h 148"/>
              <a:gd name="T6" fmla="*/ 120 w 154"/>
              <a:gd name="T7" fmla="*/ 0 h 148"/>
              <a:gd name="T8" fmla="*/ 77 w 154"/>
              <a:gd name="T9" fmla="*/ 39 h 148"/>
              <a:gd name="T10" fmla="*/ 36 w 154"/>
              <a:gd name="T11" fmla="*/ 0 h 148"/>
              <a:gd name="T12" fmla="*/ 32 w 154"/>
              <a:gd name="T13" fmla="*/ 3 h 148"/>
              <a:gd name="T14" fmla="*/ 66 w 154"/>
              <a:gd name="T15" fmla="*/ 40 h 148"/>
              <a:gd name="T16" fmla="*/ 4 w 154"/>
              <a:gd name="T17" fmla="*/ 40 h 148"/>
              <a:gd name="T18" fmla="*/ 0 w 154"/>
              <a:gd name="T19" fmla="*/ 44 h 148"/>
              <a:gd name="T20" fmla="*/ 0 w 154"/>
              <a:gd name="T21" fmla="*/ 144 h 148"/>
              <a:gd name="T22" fmla="*/ 4 w 154"/>
              <a:gd name="T23" fmla="*/ 148 h 148"/>
              <a:gd name="T24" fmla="*/ 150 w 154"/>
              <a:gd name="T25" fmla="*/ 148 h 148"/>
              <a:gd name="T26" fmla="*/ 154 w 154"/>
              <a:gd name="T27" fmla="*/ 144 h 148"/>
              <a:gd name="T28" fmla="*/ 154 w 154"/>
              <a:gd name="T29" fmla="*/ 44 h 148"/>
              <a:gd name="T30" fmla="*/ 150 w 154"/>
              <a:gd name="T31" fmla="*/ 40 h 148"/>
              <a:gd name="T32" fmla="*/ 145 w 154"/>
              <a:gd name="T33" fmla="*/ 135 h 148"/>
              <a:gd name="T34" fmla="*/ 141 w 154"/>
              <a:gd name="T35" fmla="*/ 139 h 148"/>
              <a:gd name="T36" fmla="*/ 13 w 154"/>
              <a:gd name="T37" fmla="*/ 139 h 148"/>
              <a:gd name="T38" fmla="*/ 9 w 154"/>
              <a:gd name="T39" fmla="*/ 135 h 148"/>
              <a:gd name="T40" fmla="*/ 9 w 154"/>
              <a:gd name="T41" fmla="*/ 52 h 148"/>
              <a:gd name="T42" fmla="*/ 13 w 154"/>
              <a:gd name="T43" fmla="*/ 48 h 148"/>
              <a:gd name="T44" fmla="*/ 141 w 154"/>
              <a:gd name="T45" fmla="*/ 48 h 148"/>
              <a:gd name="T46" fmla="*/ 145 w 154"/>
              <a:gd name="T47" fmla="*/ 52 h 148"/>
              <a:gd name="T48" fmla="*/ 145 w 154"/>
              <a:gd name="T49" fmla="*/ 135 h 148"/>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Lst>
            <a:rect l="0" t="0" r="r" b="b"/>
            <a:pathLst>
              <a:path w="154" h="148">
                <a:moveTo>
                  <a:pt x="150" y="40"/>
                </a:moveTo>
                <a:cubicBezTo>
                  <a:pt x="91" y="40"/>
                  <a:pt x="91" y="40"/>
                  <a:pt x="91" y="40"/>
                </a:cubicBezTo>
                <a:cubicBezTo>
                  <a:pt x="124" y="3"/>
                  <a:pt x="124" y="3"/>
                  <a:pt x="124" y="3"/>
                </a:cubicBezTo>
                <a:cubicBezTo>
                  <a:pt x="120" y="0"/>
                  <a:pt x="120" y="0"/>
                  <a:pt x="120" y="0"/>
                </a:cubicBezTo>
                <a:cubicBezTo>
                  <a:pt x="77" y="39"/>
                  <a:pt x="77" y="39"/>
                  <a:pt x="77" y="39"/>
                </a:cubicBezTo>
                <a:cubicBezTo>
                  <a:pt x="36" y="0"/>
                  <a:pt x="36" y="0"/>
                  <a:pt x="36" y="0"/>
                </a:cubicBezTo>
                <a:cubicBezTo>
                  <a:pt x="32" y="3"/>
                  <a:pt x="32" y="3"/>
                  <a:pt x="32" y="3"/>
                </a:cubicBezTo>
                <a:cubicBezTo>
                  <a:pt x="66" y="40"/>
                  <a:pt x="66" y="40"/>
                  <a:pt x="66" y="40"/>
                </a:cubicBezTo>
                <a:cubicBezTo>
                  <a:pt x="4" y="40"/>
                  <a:pt x="4" y="40"/>
                  <a:pt x="4" y="40"/>
                </a:cubicBezTo>
                <a:cubicBezTo>
                  <a:pt x="2" y="40"/>
                  <a:pt x="0" y="42"/>
                  <a:pt x="0" y="44"/>
                </a:cubicBezTo>
                <a:cubicBezTo>
                  <a:pt x="0" y="144"/>
                  <a:pt x="0" y="144"/>
                  <a:pt x="0" y="144"/>
                </a:cubicBezTo>
                <a:cubicBezTo>
                  <a:pt x="0" y="146"/>
                  <a:pt x="2" y="148"/>
                  <a:pt x="4" y="148"/>
                </a:cubicBezTo>
                <a:cubicBezTo>
                  <a:pt x="150" y="148"/>
                  <a:pt x="150" y="148"/>
                  <a:pt x="150" y="148"/>
                </a:cubicBezTo>
                <a:cubicBezTo>
                  <a:pt x="152" y="148"/>
                  <a:pt x="154" y="146"/>
                  <a:pt x="154" y="144"/>
                </a:cubicBezTo>
                <a:cubicBezTo>
                  <a:pt x="154" y="44"/>
                  <a:pt x="154" y="44"/>
                  <a:pt x="154" y="44"/>
                </a:cubicBezTo>
                <a:cubicBezTo>
                  <a:pt x="154" y="42"/>
                  <a:pt x="152" y="40"/>
                  <a:pt x="150" y="40"/>
                </a:cubicBezTo>
                <a:close/>
                <a:moveTo>
                  <a:pt x="145" y="135"/>
                </a:moveTo>
                <a:cubicBezTo>
                  <a:pt x="145" y="137"/>
                  <a:pt x="143" y="139"/>
                  <a:pt x="141" y="139"/>
                </a:cubicBezTo>
                <a:cubicBezTo>
                  <a:pt x="13" y="139"/>
                  <a:pt x="13" y="139"/>
                  <a:pt x="13" y="139"/>
                </a:cubicBezTo>
                <a:cubicBezTo>
                  <a:pt x="11" y="139"/>
                  <a:pt x="9" y="137"/>
                  <a:pt x="9" y="135"/>
                </a:cubicBezTo>
                <a:cubicBezTo>
                  <a:pt x="9" y="52"/>
                  <a:pt x="9" y="52"/>
                  <a:pt x="9" y="52"/>
                </a:cubicBezTo>
                <a:cubicBezTo>
                  <a:pt x="9" y="50"/>
                  <a:pt x="11" y="48"/>
                  <a:pt x="13" y="48"/>
                </a:cubicBezTo>
                <a:cubicBezTo>
                  <a:pt x="141" y="48"/>
                  <a:pt x="141" y="48"/>
                  <a:pt x="141" y="48"/>
                </a:cubicBezTo>
                <a:cubicBezTo>
                  <a:pt x="143" y="48"/>
                  <a:pt x="145" y="50"/>
                  <a:pt x="145" y="52"/>
                </a:cubicBezTo>
                <a:lnTo>
                  <a:pt x="145" y="135"/>
                </a:lnTo>
                <a:close/>
              </a:path>
            </a:pathLst>
          </a:custGeom>
          <a:solidFill>
            <a:srgbClr val="FFFFFF"/>
          </a:solid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Tree>
    <p:extLst>
      <p:ext uri="{BB962C8B-B14F-4D97-AF65-F5344CB8AC3E}">
        <p14:creationId xmlns:p14="http://schemas.microsoft.com/office/powerpoint/2010/main" val="2071250625"/>
      </p:ext>
    </p:extLst>
  </p:cSld>
  <p:clrMapOvr>
    <a:masterClrMapping/>
  </p:clrMapOvr>
  <p:transition>
    <p:fade/>
  </p:transition>
  <p:timing>
    <p:tnLst>
      <p:par>
        <p:cTn id="1" dur="indefinite" restart="never" nodeType="tmRoot"/>
      </p:par>
    </p:tnLst>
  </p:timing>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userDrawn="1">
  <p:cSld name="3_Demo, Video etc. &quot;special&quot; slides">
    <p:bg>
      <p:bgPr>
        <a:solidFill>
          <a:schemeClr val="accent2">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2">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8" name="Group 7"/>
          <p:cNvGrpSpPr/>
          <p:nvPr userDrawn="1"/>
        </p:nvGrpSpPr>
        <p:grpSpPr bwMode="black">
          <a:xfrm>
            <a:off x="7906631" y="2242931"/>
            <a:ext cx="3177742" cy="1934622"/>
            <a:chOff x="10387012" y="4179358"/>
            <a:chExt cx="974726" cy="593725"/>
          </a:xfrm>
          <a:solidFill>
            <a:srgbClr val="FFFFFF"/>
          </a:solidFill>
        </p:grpSpPr>
        <p:sp>
          <p:nvSpPr>
            <p:cNvPr id="9" name="Freeform 26"/>
            <p:cNvSpPr>
              <a:spLocks/>
            </p:cNvSpPr>
            <p:nvPr/>
          </p:nvSpPr>
          <p:spPr bwMode="black">
            <a:xfrm>
              <a:off x="10506075" y="4258733"/>
              <a:ext cx="706438" cy="514350"/>
            </a:xfrm>
            <a:custGeom>
              <a:avLst/>
              <a:gdLst>
                <a:gd name="T0" fmla="*/ 183 w 188"/>
                <a:gd name="T1" fmla="*/ 84 h 137"/>
                <a:gd name="T2" fmla="*/ 104 w 188"/>
                <a:gd name="T3" fmla="*/ 27 h 137"/>
                <a:gd name="T4" fmla="*/ 86 w 188"/>
                <a:gd name="T5" fmla="*/ 19 h 137"/>
                <a:gd name="T6" fmla="*/ 59 w 188"/>
                <a:gd name="T7" fmla="*/ 34 h 137"/>
                <a:gd name="T8" fmla="*/ 56 w 188"/>
                <a:gd name="T9" fmla="*/ 36 h 137"/>
                <a:gd name="T10" fmla="*/ 43 w 188"/>
                <a:gd name="T11" fmla="*/ 38 h 137"/>
                <a:gd name="T12" fmla="*/ 43 w 188"/>
                <a:gd name="T13" fmla="*/ 38 h 137"/>
                <a:gd name="T14" fmla="*/ 26 w 188"/>
                <a:gd name="T15" fmla="*/ 27 h 137"/>
                <a:gd name="T16" fmla="*/ 24 w 188"/>
                <a:gd name="T17" fmla="*/ 14 h 137"/>
                <a:gd name="T18" fmla="*/ 31 w 188"/>
                <a:gd name="T19" fmla="*/ 0 h 137"/>
                <a:gd name="T20" fmla="*/ 21 w 188"/>
                <a:gd name="T21" fmla="*/ 0 h 137"/>
                <a:gd name="T22" fmla="*/ 1 w 188"/>
                <a:gd name="T23" fmla="*/ 79 h 137"/>
                <a:gd name="T24" fmla="*/ 4 w 188"/>
                <a:gd name="T25" fmla="*/ 80 h 137"/>
                <a:gd name="T26" fmla="*/ 16 w 188"/>
                <a:gd name="T27" fmla="*/ 70 h 137"/>
                <a:gd name="T28" fmla="*/ 22 w 188"/>
                <a:gd name="T29" fmla="*/ 70 h 137"/>
                <a:gd name="T30" fmla="*/ 32 w 188"/>
                <a:gd name="T31" fmla="*/ 74 h 137"/>
                <a:gd name="T32" fmla="*/ 43 w 188"/>
                <a:gd name="T33" fmla="*/ 72 h 137"/>
                <a:gd name="T34" fmla="*/ 44 w 188"/>
                <a:gd name="T35" fmla="*/ 72 h 137"/>
                <a:gd name="T36" fmla="*/ 53 w 188"/>
                <a:gd name="T37" fmla="*/ 76 h 137"/>
                <a:gd name="T38" fmla="*/ 65 w 188"/>
                <a:gd name="T39" fmla="*/ 74 h 137"/>
                <a:gd name="T40" fmla="*/ 67 w 188"/>
                <a:gd name="T41" fmla="*/ 74 h 137"/>
                <a:gd name="T42" fmla="*/ 80 w 188"/>
                <a:gd name="T43" fmla="*/ 88 h 137"/>
                <a:gd name="T44" fmla="*/ 83 w 188"/>
                <a:gd name="T45" fmla="*/ 88 h 137"/>
                <a:gd name="T46" fmla="*/ 85 w 188"/>
                <a:gd name="T47" fmla="*/ 89 h 137"/>
                <a:gd name="T48" fmla="*/ 99 w 188"/>
                <a:gd name="T49" fmla="*/ 108 h 137"/>
                <a:gd name="T50" fmla="*/ 99 w 188"/>
                <a:gd name="T51" fmla="*/ 110 h 137"/>
                <a:gd name="T52" fmla="*/ 96 w 188"/>
                <a:gd name="T53" fmla="*/ 124 h 137"/>
                <a:gd name="T54" fmla="*/ 114 w 188"/>
                <a:gd name="T55" fmla="*/ 137 h 137"/>
                <a:gd name="T56" fmla="*/ 123 w 188"/>
                <a:gd name="T57" fmla="*/ 132 h 137"/>
                <a:gd name="T58" fmla="*/ 124 w 188"/>
                <a:gd name="T59" fmla="*/ 124 h 137"/>
                <a:gd name="T60" fmla="*/ 108 w 188"/>
                <a:gd name="T61" fmla="*/ 112 h 137"/>
                <a:gd name="T62" fmla="*/ 107 w 188"/>
                <a:gd name="T63" fmla="*/ 109 h 137"/>
                <a:gd name="T64" fmla="*/ 110 w 188"/>
                <a:gd name="T65" fmla="*/ 109 h 137"/>
                <a:gd name="T66" fmla="*/ 136 w 188"/>
                <a:gd name="T67" fmla="*/ 127 h 137"/>
                <a:gd name="T68" fmla="*/ 145 w 188"/>
                <a:gd name="T69" fmla="*/ 123 h 137"/>
                <a:gd name="T70" fmla="*/ 147 w 188"/>
                <a:gd name="T71" fmla="*/ 114 h 137"/>
                <a:gd name="T72" fmla="*/ 117 w 188"/>
                <a:gd name="T73" fmla="*/ 93 h 137"/>
                <a:gd name="T74" fmla="*/ 117 w 188"/>
                <a:gd name="T75" fmla="*/ 90 h 137"/>
                <a:gd name="T76" fmla="*/ 120 w 188"/>
                <a:gd name="T77" fmla="*/ 89 h 137"/>
                <a:gd name="T78" fmla="*/ 156 w 188"/>
                <a:gd name="T79" fmla="*/ 116 h 137"/>
                <a:gd name="T80" fmla="*/ 165 w 188"/>
                <a:gd name="T81" fmla="*/ 111 h 137"/>
                <a:gd name="T82" fmla="*/ 167 w 188"/>
                <a:gd name="T83" fmla="*/ 102 h 137"/>
                <a:gd name="T84" fmla="*/ 137 w 188"/>
                <a:gd name="T85" fmla="*/ 81 h 137"/>
                <a:gd name="T86" fmla="*/ 136 w 188"/>
                <a:gd name="T87" fmla="*/ 78 h 137"/>
                <a:gd name="T88" fmla="*/ 139 w 188"/>
                <a:gd name="T89" fmla="*/ 77 h 137"/>
                <a:gd name="T90" fmla="*/ 176 w 188"/>
                <a:gd name="T91" fmla="*/ 104 h 137"/>
                <a:gd name="T92" fmla="*/ 185 w 188"/>
                <a:gd name="T93" fmla="*/ 99 h 137"/>
                <a:gd name="T94" fmla="*/ 183 w 188"/>
                <a:gd name="T95" fmla="*/ 84 h 1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Lst>
              <a:rect l="0" t="0" r="r" b="b"/>
              <a:pathLst>
                <a:path w="188" h="137">
                  <a:moveTo>
                    <a:pt x="183" y="84"/>
                  </a:moveTo>
                  <a:cubicBezTo>
                    <a:pt x="104" y="27"/>
                    <a:pt x="104" y="27"/>
                    <a:pt x="104" y="27"/>
                  </a:cubicBezTo>
                  <a:cubicBezTo>
                    <a:pt x="86" y="19"/>
                    <a:pt x="86" y="19"/>
                    <a:pt x="86" y="19"/>
                  </a:cubicBezTo>
                  <a:cubicBezTo>
                    <a:pt x="59" y="34"/>
                    <a:pt x="59" y="34"/>
                    <a:pt x="59" y="34"/>
                  </a:cubicBezTo>
                  <a:cubicBezTo>
                    <a:pt x="56" y="36"/>
                    <a:pt x="56" y="36"/>
                    <a:pt x="56" y="36"/>
                  </a:cubicBezTo>
                  <a:cubicBezTo>
                    <a:pt x="52" y="38"/>
                    <a:pt x="47" y="39"/>
                    <a:pt x="43" y="38"/>
                  </a:cubicBezTo>
                  <a:cubicBezTo>
                    <a:pt x="43" y="38"/>
                    <a:pt x="43" y="38"/>
                    <a:pt x="43" y="38"/>
                  </a:cubicBezTo>
                  <a:cubicBezTo>
                    <a:pt x="36" y="38"/>
                    <a:pt x="30" y="34"/>
                    <a:pt x="26" y="27"/>
                  </a:cubicBezTo>
                  <a:cubicBezTo>
                    <a:pt x="24" y="23"/>
                    <a:pt x="23" y="19"/>
                    <a:pt x="24" y="14"/>
                  </a:cubicBezTo>
                  <a:cubicBezTo>
                    <a:pt x="24" y="9"/>
                    <a:pt x="27" y="4"/>
                    <a:pt x="31" y="0"/>
                  </a:cubicBezTo>
                  <a:cubicBezTo>
                    <a:pt x="25" y="0"/>
                    <a:pt x="21" y="0"/>
                    <a:pt x="21" y="0"/>
                  </a:cubicBezTo>
                  <a:cubicBezTo>
                    <a:pt x="21" y="0"/>
                    <a:pt x="0" y="40"/>
                    <a:pt x="1" y="79"/>
                  </a:cubicBezTo>
                  <a:cubicBezTo>
                    <a:pt x="4" y="80"/>
                    <a:pt x="4" y="80"/>
                    <a:pt x="4" y="80"/>
                  </a:cubicBezTo>
                  <a:cubicBezTo>
                    <a:pt x="6" y="75"/>
                    <a:pt x="10" y="72"/>
                    <a:pt x="16" y="70"/>
                  </a:cubicBezTo>
                  <a:cubicBezTo>
                    <a:pt x="18" y="70"/>
                    <a:pt x="20" y="70"/>
                    <a:pt x="22" y="70"/>
                  </a:cubicBezTo>
                  <a:cubicBezTo>
                    <a:pt x="25" y="70"/>
                    <a:pt x="29" y="72"/>
                    <a:pt x="32" y="74"/>
                  </a:cubicBezTo>
                  <a:cubicBezTo>
                    <a:pt x="35" y="72"/>
                    <a:pt x="39" y="71"/>
                    <a:pt x="43" y="72"/>
                  </a:cubicBezTo>
                  <a:cubicBezTo>
                    <a:pt x="43" y="72"/>
                    <a:pt x="44" y="72"/>
                    <a:pt x="44" y="72"/>
                  </a:cubicBezTo>
                  <a:cubicBezTo>
                    <a:pt x="48" y="72"/>
                    <a:pt x="51" y="74"/>
                    <a:pt x="53" y="76"/>
                  </a:cubicBezTo>
                  <a:cubicBezTo>
                    <a:pt x="56" y="74"/>
                    <a:pt x="60" y="73"/>
                    <a:pt x="65" y="74"/>
                  </a:cubicBezTo>
                  <a:cubicBezTo>
                    <a:pt x="65" y="74"/>
                    <a:pt x="66" y="74"/>
                    <a:pt x="67" y="74"/>
                  </a:cubicBezTo>
                  <a:cubicBezTo>
                    <a:pt x="74" y="76"/>
                    <a:pt x="79" y="81"/>
                    <a:pt x="80" y="88"/>
                  </a:cubicBezTo>
                  <a:cubicBezTo>
                    <a:pt x="81" y="88"/>
                    <a:pt x="82" y="88"/>
                    <a:pt x="83" y="88"/>
                  </a:cubicBezTo>
                  <a:cubicBezTo>
                    <a:pt x="84" y="88"/>
                    <a:pt x="84" y="88"/>
                    <a:pt x="85" y="89"/>
                  </a:cubicBezTo>
                  <a:cubicBezTo>
                    <a:pt x="94" y="91"/>
                    <a:pt x="100" y="99"/>
                    <a:pt x="99" y="108"/>
                  </a:cubicBezTo>
                  <a:cubicBezTo>
                    <a:pt x="99" y="109"/>
                    <a:pt x="99" y="110"/>
                    <a:pt x="99" y="110"/>
                  </a:cubicBezTo>
                  <a:cubicBezTo>
                    <a:pt x="96" y="124"/>
                    <a:pt x="96" y="124"/>
                    <a:pt x="96" y="124"/>
                  </a:cubicBezTo>
                  <a:cubicBezTo>
                    <a:pt x="114" y="137"/>
                    <a:pt x="114" y="137"/>
                    <a:pt x="114" y="137"/>
                  </a:cubicBezTo>
                  <a:cubicBezTo>
                    <a:pt x="117" y="137"/>
                    <a:pt x="120" y="135"/>
                    <a:pt x="123" y="132"/>
                  </a:cubicBezTo>
                  <a:cubicBezTo>
                    <a:pt x="124" y="130"/>
                    <a:pt x="125" y="127"/>
                    <a:pt x="124" y="124"/>
                  </a:cubicBezTo>
                  <a:cubicBezTo>
                    <a:pt x="108" y="112"/>
                    <a:pt x="108" y="112"/>
                    <a:pt x="108" y="112"/>
                  </a:cubicBezTo>
                  <a:cubicBezTo>
                    <a:pt x="107" y="111"/>
                    <a:pt x="107" y="110"/>
                    <a:pt x="107" y="109"/>
                  </a:cubicBezTo>
                  <a:cubicBezTo>
                    <a:pt x="108" y="108"/>
                    <a:pt x="109" y="108"/>
                    <a:pt x="110" y="109"/>
                  </a:cubicBezTo>
                  <a:cubicBezTo>
                    <a:pt x="136" y="127"/>
                    <a:pt x="136" y="127"/>
                    <a:pt x="136" y="127"/>
                  </a:cubicBezTo>
                  <a:cubicBezTo>
                    <a:pt x="140" y="127"/>
                    <a:pt x="143" y="126"/>
                    <a:pt x="145" y="123"/>
                  </a:cubicBezTo>
                  <a:cubicBezTo>
                    <a:pt x="147" y="120"/>
                    <a:pt x="147" y="117"/>
                    <a:pt x="147" y="114"/>
                  </a:cubicBezTo>
                  <a:cubicBezTo>
                    <a:pt x="117" y="93"/>
                    <a:pt x="117" y="93"/>
                    <a:pt x="117" y="93"/>
                  </a:cubicBezTo>
                  <a:cubicBezTo>
                    <a:pt x="116" y="92"/>
                    <a:pt x="116" y="91"/>
                    <a:pt x="117" y="90"/>
                  </a:cubicBezTo>
                  <a:cubicBezTo>
                    <a:pt x="117" y="89"/>
                    <a:pt x="119" y="89"/>
                    <a:pt x="120" y="89"/>
                  </a:cubicBezTo>
                  <a:cubicBezTo>
                    <a:pt x="156" y="116"/>
                    <a:pt x="156" y="116"/>
                    <a:pt x="156" y="116"/>
                  </a:cubicBezTo>
                  <a:cubicBezTo>
                    <a:pt x="159" y="116"/>
                    <a:pt x="163" y="114"/>
                    <a:pt x="165" y="111"/>
                  </a:cubicBezTo>
                  <a:cubicBezTo>
                    <a:pt x="167" y="108"/>
                    <a:pt x="167" y="105"/>
                    <a:pt x="167" y="102"/>
                  </a:cubicBezTo>
                  <a:cubicBezTo>
                    <a:pt x="137" y="81"/>
                    <a:pt x="137" y="81"/>
                    <a:pt x="137" y="81"/>
                  </a:cubicBezTo>
                  <a:cubicBezTo>
                    <a:pt x="136" y="80"/>
                    <a:pt x="136" y="79"/>
                    <a:pt x="136" y="78"/>
                  </a:cubicBezTo>
                  <a:cubicBezTo>
                    <a:pt x="137" y="77"/>
                    <a:pt x="138" y="76"/>
                    <a:pt x="139" y="77"/>
                  </a:cubicBezTo>
                  <a:cubicBezTo>
                    <a:pt x="176" y="104"/>
                    <a:pt x="176" y="104"/>
                    <a:pt x="176" y="104"/>
                  </a:cubicBezTo>
                  <a:cubicBezTo>
                    <a:pt x="180" y="104"/>
                    <a:pt x="183" y="102"/>
                    <a:pt x="185" y="99"/>
                  </a:cubicBezTo>
                  <a:cubicBezTo>
                    <a:pt x="188" y="94"/>
                    <a:pt x="187" y="87"/>
                    <a:pt x="183" y="84"/>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2" name="Freeform 27"/>
            <p:cNvSpPr>
              <a:spLocks/>
            </p:cNvSpPr>
            <p:nvPr/>
          </p:nvSpPr>
          <p:spPr bwMode="black">
            <a:xfrm>
              <a:off x="10615612" y="4179358"/>
              <a:ext cx="657225" cy="376238"/>
            </a:xfrm>
            <a:custGeom>
              <a:avLst/>
              <a:gdLst>
                <a:gd name="T0" fmla="*/ 127 w 175"/>
                <a:gd name="T1" fmla="*/ 31 h 100"/>
                <a:gd name="T2" fmla="*/ 119 w 175"/>
                <a:gd name="T3" fmla="*/ 28 h 100"/>
                <a:gd name="T4" fmla="*/ 62 w 175"/>
                <a:gd name="T5" fmla="*/ 2 h 100"/>
                <a:gd name="T6" fmla="*/ 49 w 175"/>
                <a:gd name="T7" fmla="*/ 3 h 100"/>
                <a:gd name="T8" fmla="*/ 26 w 175"/>
                <a:gd name="T9" fmla="*/ 16 h 100"/>
                <a:gd name="T10" fmla="*/ 9 w 175"/>
                <a:gd name="T11" fmla="*/ 25 h 100"/>
                <a:gd name="T12" fmla="*/ 4 w 175"/>
                <a:gd name="T13" fmla="*/ 45 h 100"/>
                <a:gd name="T14" fmla="*/ 15 w 175"/>
                <a:gd name="T15" fmla="*/ 52 h 100"/>
                <a:gd name="T16" fmla="*/ 23 w 175"/>
                <a:gd name="T17" fmla="*/ 50 h 100"/>
                <a:gd name="T18" fmla="*/ 23 w 175"/>
                <a:gd name="T19" fmla="*/ 50 h 100"/>
                <a:gd name="T20" fmla="*/ 57 w 175"/>
                <a:gd name="T21" fmla="*/ 32 h 100"/>
                <a:gd name="T22" fmla="*/ 79 w 175"/>
                <a:gd name="T23" fmla="*/ 42 h 100"/>
                <a:gd name="T24" fmla="*/ 109 w 175"/>
                <a:gd name="T25" fmla="*/ 64 h 100"/>
                <a:gd name="T26" fmla="*/ 158 w 175"/>
                <a:gd name="T27" fmla="*/ 99 h 100"/>
                <a:gd name="T28" fmla="*/ 159 w 175"/>
                <a:gd name="T29" fmla="*/ 100 h 100"/>
                <a:gd name="T30" fmla="*/ 173 w 175"/>
                <a:gd name="T31" fmla="*/ 97 h 100"/>
                <a:gd name="T32" fmla="*/ 154 w 175"/>
                <a:gd name="T33" fmla="*/ 29 h 100"/>
                <a:gd name="T34" fmla="*/ 127 w 175"/>
                <a:gd name="T35" fmla="*/ 31 h 10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Lst>
              <a:rect l="0" t="0" r="r" b="b"/>
              <a:pathLst>
                <a:path w="175" h="100">
                  <a:moveTo>
                    <a:pt x="127" y="31"/>
                  </a:moveTo>
                  <a:cubicBezTo>
                    <a:pt x="125" y="31"/>
                    <a:pt x="122" y="30"/>
                    <a:pt x="119" y="28"/>
                  </a:cubicBezTo>
                  <a:cubicBezTo>
                    <a:pt x="62" y="2"/>
                    <a:pt x="62" y="2"/>
                    <a:pt x="62" y="2"/>
                  </a:cubicBezTo>
                  <a:cubicBezTo>
                    <a:pt x="58" y="0"/>
                    <a:pt x="53" y="1"/>
                    <a:pt x="49" y="3"/>
                  </a:cubicBezTo>
                  <a:cubicBezTo>
                    <a:pt x="26" y="16"/>
                    <a:pt x="26" y="16"/>
                    <a:pt x="26" y="16"/>
                  </a:cubicBezTo>
                  <a:cubicBezTo>
                    <a:pt x="9" y="25"/>
                    <a:pt x="9" y="25"/>
                    <a:pt x="9" y="25"/>
                  </a:cubicBezTo>
                  <a:cubicBezTo>
                    <a:pt x="2" y="29"/>
                    <a:pt x="0" y="38"/>
                    <a:pt x="4" y="45"/>
                  </a:cubicBezTo>
                  <a:cubicBezTo>
                    <a:pt x="6" y="49"/>
                    <a:pt x="10" y="52"/>
                    <a:pt x="15" y="52"/>
                  </a:cubicBezTo>
                  <a:cubicBezTo>
                    <a:pt x="18" y="52"/>
                    <a:pt x="21" y="52"/>
                    <a:pt x="23" y="50"/>
                  </a:cubicBezTo>
                  <a:cubicBezTo>
                    <a:pt x="23" y="50"/>
                    <a:pt x="23" y="50"/>
                    <a:pt x="23" y="50"/>
                  </a:cubicBezTo>
                  <a:cubicBezTo>
                    <a:pt x="57" y="32"/>
                    <a:pt x="57" y="32"/>
                    <a:pt x="57" y="32"/>
                  </a:cubicBezTo>
                  <a:cubicBezTo>
                    <a:pt x="79" y="42"/>
                    <a:pt x="79" y="42"/>
                    <a:pt x="79" y="42"/>
                  </a:cubicBezTo>
                  <a:cubicBezTo>
                    <a:pt x="109" y="64"/>
                    <a:pt x="109" y="64"/>
                    <a:pt x="109" y="64"/>
                  </a:cubicBezTo>
                  <a:cubicBezTo>
                    <a:pt x="158" y="99"/>
                    <a:pt x="158" y="99"/>
                    <a:pt x="158" y="99"/>
                  </a:cubicBezTo>
                  <a:cubicBezTo>
                    <a:pt x="158" y="99"/>
                    <a:pt x="159" y="100"/>
                    <a:pt x="159" y="100"/>
                  </a:cubicBezTo>
                  <a:cubicBezTo>
                    <a:pt x="173" y="97"/>
                    <a:pt x="173" y="97"/>
                    <a:pt x="173" y="97"/>
                  </a:cubicBezTo>
                  <a:cubicBezTo>
                    <a:pt x="175" y="51"/>
                    <a:pt x="154" y="29"/>
                    <a:pt x="154" y="29"/>
                  </a:cubicBezTo>
                  <a:cubicBezTo>
                    <a:pt x="154" y="29"/>
                    <a:pt x="133" y="33"/>
                    <a:pt x="127" y="31"/>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4" name="Freeform 28"/>
            <p:cNvSpPr>
              <a:spLocks/>
            </p:cNvSpPr>
            <p:nvPr/>
          </p:nvSpPr>
          <p:spPr bwMode="black">
            <a:xfrm>
              <a:off x="10536237" y="4544483"/>
              <a:ext cx="319088" cy="220663"/>
            </a:xfrm>
            <a:custGeom>
              <a:avLst/>
              <a:gdLst>
                <a:gd name="T0" fmla="*/ 76 w 85"/>
                <a:gd name="T1" fmla="*/ 20 h 59"/>
                <a:gd name="T2" fmla="*/ 64 w 85"/>
                <a:gd name="T3" fmla="*/ 25 h 59"/>
                <a:gd name="T4" fmla="*/ 65 w 85"/>
                <a:gd name="T5" fmla="*/ 18 h 59"/>
                <a:gd name="T6" fmla="*/ 57 w 85"/>
                <a:gd name="T7" fmla="*/ 5 h 59"/>
                <a:gd name="T8" fmla="*/ 44 w 85"/>
                <a:gd name="T9" fmla="*/ 13 h 59"/>
                <a:gd name="T10" fmla="*/ 44 w 85"/>
                <a:gd name="T11" fmla="*/ 14 h 59"/>
                <a:gd name="T12" fmla="*/ 35 w 85"/>
                <a:gd name="T13" fmla="*/ 3 h 59"/>
                <a:gd name="T14" fmla="*/ 23 w 85"/>
                <a:gd name="T15" fmla="*/ 10 h 59"/>
                <a:gd name="T16" fmla="*/ 23 w 85"/>
                <a:gd name="T17" fmla="*/ 10 h 59"/>
                <a:gd name="T18" fmla="*/ 10 w 85"/>
                <a:gd name="T19" fmla="*/ 1 h 59"/>
                <a:gd name="T20" fmla="*/ 1 w 85"/>
                <a:gd name="T21" fmla="*/ 14 h 59"/>
                <a:gd name="T22" fmla="*/ 4 w 85"/>
                <a:gd name="T23" fmla="*/ 28 h 59"/>
                <a:gd name="T24" fmla="*/ 14 w 85"/>
                <a:gd name="T25" fmla="*/ 36 h 59"/>
                <a:gd name="T26" fmla="*/ 17 w 85"/>
                <a:gd name="T27" fmla="*/ 36 h 59"/>
                <a:gd name="T28" fmla="*/ 19 w 85"/>
                <a:gd name="T29" fmla="*/ 35 h 59"/>
                <a:gd name="T30" fmla="*/ 27 w 85"/>
                <a:gd name="T31" fmla="*/ 43 h 59"/>
                <a:gd name="T32" fmla="*/ 28 w 85"/>
                <a:gd name="T33" fmla="*/ 43 h 59"/>
                <a:gd name="T34" fmla="*/ 39 w 85"/>
                <a:gd name="T35" fmla="*/ 38 h 59"/>
                <a:gd name="T36" fmla="*/ 38 w 85"/>
                <a:gd name="T37" fmla="*/ 39 h 59"/>
                <a:gd name="T38" fmla="*/ 47 w 85"/>
                <a:gd name="T39" fmla="*/ 52 h 59"/>
                <a:gd name="T40" fmla="*/ 48 w 85"/>
                <a:gd name="T41" fmla="*/ 52 h 59"/>
                <a:gd name="T42" fmla="*/ 58 w 85"/>
                <a:gd name="T43" fmla="*/ 47 h 59"/>
                <a:gd name="T44" fmla="*/ 67 w 85"/>
                <a:gd name="T45" fmla="*/ 59 h 59"/>
                <a:gd name="T46" fmla="*/ 68 w 85"/>
                <a:gd name="T47" fmla="*/ 59 h 59"/>
                <a:gd name="T48" fmla="*/ 80 w 85"/>
                <a:gd name="T49" fmla="*/ 50 h 59"/>
                <a:gd name="T50" fmla="*/ 84 w 85"/>
                <a:gd name="T51" fmla="*/ 33 h 59"/>
                <a:gd name="T52" fmla="*/ 76 w 85"/>
                <a:gd name="T53" fmla="*/ 20 h 59"/>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85" h="59">
                  <a:moveTo>
                    <a:pt x="76" y="20"/>
                  </a:moveTo>
                  <a:cubicBezTo>
                    <a:pt x="71" y="19"/>
                    <a:pt x="66" y="21"/>
                    <a:pt x="64" y="25"/>
                  </a:cubicBezTo>
                  <a:cubicBezTo>
                    <a:pt x="65" y="18"/>
                    <a:pt x="65" y="18"/>
                    <a:pt x="65" y="18"/>
                  </a:cubicBezTo>
                  <a:cubicBezTo>
                    <a:pt x="67" y="12"/>
                    <a:pt x="63" y="6"/>
                    <a:pt x="57" y="5"/>
                  </a:cubicBezTo>
                  <a:cubicBezTo>
                    <a:pt x="51" y="4"/>
                    <a:pt x="45" y="7"/>
                    <a:pt x="44" y="13"/>
                  </a:cubicBezTo>
                  <a:cubicBezTo>
                    <a:pt x="44" y="14"/>
                    <a:pt x="44" y="14"/>
                    <a:pt x="44" y="14"/>
                  </a:cubicBezTo>
                  <a:cubicBezTo>
                    <a:pt x="44" y="9"/>
                    <a:pt x="40" y="4"/>
                    <a:pt x="35" y="3"/>
                  </a:cubicBezTo>
                  <a:cubicBezTo>
                    <a:pt x="30" y="2"/>
                    <a:pt x="24" y="5"/>
                    <a:pt x="23" y="10"/>
                  </a:cubicBezTo>
                  <a:cubicBezTo>
                    <a:pt x="23" y="10"/>
                    <a:pt x="23" y="10"/>
                    <a:pt x="23" y="10"/>
                  </a:cubicBezTo>
                  <a:cubicBezTo>
                    <a:pt x="21" y="4"/>
                    <a:pt x="15" y="0"/>
                    <a:pt x="10" y="1"/>
                  </a:cubicBezTo>
                  <a:cubicBezTo>
                    <a:pt x="4" y="3"/>
                    <a:pt x="0" y="8"/>
                    <a:pt x="1" y="14"/>
                  </a:cubicBezTo>
                  <a:cubicBezTo>
                    <a:pt x="4" y="28"/>
                    <a:pt x="4" y="28"/>
                    <a:pt x="4" y="28"/>
                  </a:cubicBezTo>
                  <a:cubicBezTo>
                    <a:pt x="5" y="32"/>
                    <a:pt x="9" y="36"/>
                    <a:pt x="14" y="36"/>
                  </a:cubicBezTo>
                  <a:cubicBezTo>
                    <a:pt x="15" y="36"/>
                    <a:pt x="16" y="36"/>
                    <a:pt x="17" y="36"/>
                  </a:cubicBezTo>
                  <a:cubicBezTo>
                    <a:pt x="18" y="36"/>
                    <a:pt x="18" y="36"/>
                    <a:pt x="19" y="35"/>
                  </a:cubicBezTo>
                  <a:cubicBezTo>
                    <a:pt x="20" y="39"/>
                    <a:pt x="23" y="42"/>
                    <a:pt x="27" y="43"/>
                  </a:cubicBezTo>
                  <a:cubicBezTo>
                    <a:pt x="28" y="43"/>
                    <a:pt x="28" y="43"/>
                    <a:pt x="28" y="43"/>
                  </a:cubicBezTo>
                  <a:cubicBezTo>
                    <a:pt x="32" y="43"/>
                    <a:pt x="36" y="41"/>
                    <a:pt x="39" y="38"/>
                  </a:cubicBezTo>
                  <a:cubicBezTo>
                    <a:pt x="38" y="39"/>
                    <a:pt x="38" y="39"/>
                    <a:pt x="38" y="39"/>
                  </a:cubicBezTo>
                  <a:cubicBezTo>
                    <a:pt x="37" y="44"/>
                    <a:pt x="41" y="50"/>
                    <a:pt x="47" y="52"/>
                  </a:cubicBezTo>
                  <a:cubicBezTo>
                    <a:pt x="47" y="52"/>
                    <a:pt x="47" y="52"/>
                    <a:pt x="48" y="52"/>
                  </a:cubicBezTo>
                  <a:cubicBezTo>
                    <a:pt x="52" y="52"/>
                    <a:pt x="56" y="50"/>
                    <a:pt x="58" y="47"/>
                  </a:cubicBezTo>
                  <a:cubicBezTo>
                    <a:pt x="58" y="52"/>
                    <a:pt x="61" y="57"/>
                    <a:pt x="67" y="59"/>
                  </a:cubicBezTo>
                  <a:cubicBezTo>
                    <a:pt x="67" y="59"/>
                    <a:pt x="67" y="59"/>
                    <a:pt x="68" y="59"/>
                  </a:cubicBezTo>
                  <a:cubicBezTo>
                    <a:pt x="73" y="59"/>
                    <a:pt x="78" y="56"/>
                    <a:pt x="80" y="50"/>
                  </a:cubicBezTo>
                  <a:cubicBezTo>
                    <a:pt x="84" y="33"/>
                    <a:pt x="84" y="33"/>
                    <a:pt x="84" y="33"/>
                  </a:cubicBezTo>
                  <a:cubicBezTo>
                    <a:pt x="85" y="27"/>
                    <a:pt x="81" y="21"/>
                    <a:pt x="76" y="20"/>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5" name="Freeform 29"/>
            <p:cNvSpPr>
              <a:spLocks/>
            </p:cNvSpPr>
            <p:nvPr/>
          </p:nvSpPr>
          <p:spPr bwMode="black">
            <a:xfrm>
              <a:off x="11207750" y="4239683"/>
              <a:ext cx="153988" cy="319088"/>
            </a:xfrm>
            <a:custGeom>
              <a:avLst/>
              <a:gdLst>
                <a:gd name="T0" fmla="*/ 41 w 41"/>
                <a:gd name="T1" fmla="*/ 77 h 85"/>
                <a:gd name="T2" fmla="*/ 33 w 41"/>
                <a:gd name="T3" fmla="*/ 7 h 85"/>
                <a:gd name="T4" fmla="*/ 24 w 41"/>
                <a:gd name="T5" fmla="*/ 1 h 85"/>
                <a:gd name="T6" fmla="*/ 0 w 41"/>
                <a:gd name="T7" fmla="*/ 7 h 85"/>
                <a:gd name="T8" fmla="*/ 22 w 41"/>
                <a:gd name="T9" fmla="*/ 85 h 85"/>
                <a:gd name="T10" fmla="*/ 33 w 41"/>
                <a:gd name="T11" fmla="*/ 85 h 85"/>
                <a:gd name="T12" fmla="*/ 41 w 41"/>
                <a:gd name="T13" fmla="*/ 77 h 85"/>
              </a:gdLst>
              <a:ahLst/>
              <a:cxnLst>
                <a:cxn ang="0">
                  <a:pos x="T0" y="T1"/>
                </a:cxn>
                <a:cxn ang="0">
                  <a:pos x="T2" y="T3"/>
                </a:cxn>
                <a:cxn ang="0">
                  <a:pos x="T4" y="T5"/>
                </a:cxn>
                <a:cxn ang="0">
                  <a:pos x="T6" y="T7"/>
                </a:cxn>
                <a:cxn ang="0">
                  <a:pos x="T8" y="T9"/>
                </a:cxn>
                <a:cxn ang="0">
                  <a:pos x="T10" y="T11"/>
                </a:cxn>
                <a:cxn ang="0">
                  <a:pos x="T12" y="T13"/>
                </a:cxn>
              </a:cxnLst>
              <a:rect l="0" t="0" r="r" b="b"/>
              <a:pathLst>
                <a:path w="41" h="85">
                  <a:moveTo>
                    <a:pt x="41" y="77"/>
                  </a:moveTo>
                  <a:cubicBezTo>
                    <a:pt x="33" y="7"/>
                    <a:pt x="33" y="7"/>
                    <a:pt x="33" y="7"/>
                  </a:cubicBezTo>
                  <a:cubicBezTo>
                    <a:pt x="32" y="2"/>
                    <a:pt x="28" y="0"/>
                    <a:pt x="24" y="1"/>
                  </a:cubicBezTo>
                  <a:cubicBezTo>
                    <a:pt x="0" y="7"/>
                    <a:pt x="0" y="7"/>
                    <a:pt x="0" y="7"/>
                  </a:cubicBezTo>
                  <a:cubicBezTo>
                    <a:pt x="0" y="7"/>
                    <a:pt x="25" y="32"/>
                    <a:pt x="22" y="85"/>
                  </a:cubicBezTo>
                  <a:cubicBezTo>
                    <a:pt x="33" y="85"/>
                    <a:pt x="33" y="85"/>
                    <a:pt x="33" y="85"/>
                  </a:cubicBezTo>
                  <a:cubicBezTo>
                    <a:pt x="38" y="85"/>
                    <a:pt x="41" y="81"/>
                    <a:pt x="41" y="77"/>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sp>
          <p:nvSpPr>
            <p:cNvPr id="16" name="Freeform 30"/>
            <p:cNvSpPr>
              <a:spLocks/>
            </p:cNvSpPr>
            <p:nvPr/>
          </p:nvSpPr>
          <p:spPr bwMode="black">
            <a:xfrm>
              <a:off x="10387012" y="4206346"/>
              <a:ext cx="176213" cy="352425"/>
            </a:xfrm>
            <a:custGeom>
              <a:avLst/>
              <a:gdLst>
                <a:gd name="T0" fmla="*/ 47 w 47"/>
                <a:gd name="T1" fmla="*/ 9 h 94"/>
                <a:gd name="T2" fmla="*/ 35 w 47"/>
                <a:gd name="T3" fmla="*/ 2 h 94"/>
                <a:gd name="T4" fmla="*/ 25 w 47"/>
                <a:gd name="T5" fmla="*/ 6 h 94"/>
                <a:gd name="T6" fmla="*/ 2 w 47"/>
                <a:gd name="T7" fmla="*/ 81 h 94"/>
                <a:gd name="T8" fmla="*/ 7 w 47"/>
                <a:gd name="T9" fmla="*/ 90 h 94"/>
                <a:gd name="T10" fmla="*/ 26 w 47"/>
                <a:gd name="T11" fmla="*/ 94 h 94"/>
                <a:gd name="T12" fmla="*/ 47 w 47"/>
                <a:gd name="T13" fmla="*/ 9 h 94"/>
              </a:gdLst>
              <a:ahLst/>
              <a:cxnLst>
                <a:cxn ang="0">
                  <a:pos x="T0" y="T1"/>
                </a:cxn>
                <a:cxn ang="0">
                  <a:pos x="T2" y="T3"/>
                </a:cxn>
                <a:cxn ang="0">
                  <a:pos x="T4" y="T5"/>
                </a:cxn>
                <a:cxn ang="0">
                  <a:pos x="T6" y="T7"/>
                </a:cxn>
                <a:cxn ang="0">
                  <a:pos x="T8" y="T9"/>
                </a:cxn>
                <a:cxn ang="0">
                  <a:pos x="T10" y="T11"/>
                </a:cxn>
                <a:cxn ang="0">
                  <a:pos x="T12" y="T13"/>
                </a:cxn>
              </a:cxnLst>
              <a:rect l="0" t="0" r="r" b="b"/>
              <a:pathLst>
                <a:path w="47" h="94">
                  <a:moveTo>
                    <a:pt x="47" y="9"/>
                  </a:moveTo>
                  <a:cubicBezTo>
                    <a:pt x="35" y="2"/>
                    <a:pt x="35" y="2"/>
                    <a:pt x="35" y="2"/>
                  </a:cubicBezTo>
                  <a:cubicBezTo>
                    <a:pt x="31" y="0"/>
                    <a:pt x="27" y="2"/>
                    <a:pt x="25" y="6"/>
                  </a:cubicBezTo>
                  <a:cubicBezTo>
                    <a:pt x="2" y="81"/>
                    <a:pt x="2" y="81"/>
                    <a:pt x="2" y="81"/>
                  </a:cubicBezTo>
                  <a:cubicBezTo>
                    <a:pt x="0" y="86"/>
                    <a:pt x="3" y="90"/>
                    <a:pt x="7" y="90"/>
                  </a:cubicBezTo>
                  <a:cubicBezTo>
                    <a:pt x="26" y="94"/>
                    <a:pt x="26" y="94"/>
                    <a:pt x="26" y="94"/>
                  </a:cubicBezTo>
                  <a:cubicBezTo>
                    <a:pt x="24" y="52"/>
                    <a:pt x="47" y="9"/>
                    <a:pt x="47" y="9"/>
                  </a:cubicBezTo>
                  <a:close/>
                </a:path>
              </a:pathLst>
            </a:custGeom>
            <a:grpFill/>
            <a:ln>
              <a:noFill/>
            </a:ln>
          </p:spPr>
          <p:txBody>
            <a:bodyPr vert="horz" wrap="square" lIns="91440" tIns="45720" rIns="91440" bIns="45720" numCol="1" anchor="t" anchorCtr="0" compatLnSpc="1">
              <a:prstTxWarp prst="textNoShape">
                <a:avLst/>
              </a:prstTxWarp>
            </a:bodyPr>
            <a:lstStyle/>
            <a:p>
              <a:pPr defTabSz="914363"/>
              <a:endParaRPr lang="en-US" sz="1600" dirty="0">
                <a:solidFill>
                  <a:srgbClr val="292929"/>
                </a:solidFill>
              </a:endParaRPr>
            </a:p>
          </p:txBody>
        </p:sp>
      </p:grpSp>
    </p:spTree>
    <p:extLst>
      <p:ext uri="{BB962C8B-B14F-4D97-AF65-F5344CB8AC3E}">
        <p14:creationId xmlns:p14="http://schemas.microsoft.com/office/powerpoint/2010/main" val="3383735290"/>
      </p:ext>
    </p:extLst>
  </p:cSld>
  <p:clrMapOvr>
    <a:masterClrMapping/>
  </p:clrMapOvr>
  <p:transition>
    <p:fade/>
  </p:transition>
  <p:timing>
    <p:tnLst>
      <p:par>
        <p:cTn id="1" dur="indefinite" restart="never" nodeType="tmRoot"/>
      </p:par>
    </p:tnLst>
  </p:timing>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userDrawn="1">
  <p:cSld name="4_Demo, Video etc. &quot;special&quot; slides">
    <p:bg>
      <p:bgPr>
        <a:solidFill>
          <a:srgbClr val="FFBE00">
            <a:alpha val="99000"/>
          </a:srgb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rgbClr val="FFE497"/>
                </a:solidFill>
                <a:effectLst/>
                <a:uLnTx/>
                <a:uFillTx/>
                <a:latin typeface="Segoe UI Light" pitchFamily="34" charset="0"/>
                <a:ea typeface="+mn-ea"/>
                <a:cs typeface="+mn-cs"/>
              </a:defRPr>
            </a:lvl1pPr>
          </a:lstStyle>
          <a:p>
            <a:pPr lvl="0"/>
            <a:r>
              <a:rPr lang="en-US" dirty="0" smtClean="0"/>
              <a:t>click to…</a:t>
            </a:r>
          </a:p>
        </p:txBody>
      </p:sp>
      <p:sp>
        <p:nvSpPr>
          <p:cNvPr id="25" name="Freeform 64"/>
          <p:cNvSpPr>
            <a:spLocks noEditPoints="1"/>
          </p:cNvSpPr>
          <p:nvPr userDrawn="1"/>
        </p:nvSpPr>
        <p:spPr bwMode="black">
          <a:xfrm>
            <a:off x="7925673" y="1932604"/>
            <a:ext cx="3014117" cy="2314242"/>
          </a:xfrm>
          <a:custGeom>
            <a:avLst/>
            <a:gdLst>
              <a:gd name="T0" fmla="*/ 12 w 221"/>
              <a:gd name="T1" fmla="*/ 104 h 170"/>
              <a:gd name="T2" fmla="*/ 6 w 221"/>
              <a:gd name="T3" fmla="*/ 103 h 170"/>
              <a:gd name="T4" fmla="*/ 2 w 221"/>
              <a:gd name="T5" fmla="*/ 108 h 170"/>
              <a:gd name="T6" fmla="*/ 10 w 221"/>
              <a:gd name="T7" fmla="*/ 141 h 170"/>
              <a:gd name="T8" fmla="*/ 16 w 221"/>
              <a:gd name="T9" fmla="*/ 143 h 170"/>
              <a:gd name="T10" fmla="*/ 21 w 221"/>
              <a:gd name="T11" fmla="*/ 139 h 170"/>
              <a:gd name="T12" fmla="*/ 12 w 221"/>
              <a:gd name="T13" fmla="*/ 104 h 170"/>
              <a:gd name="T14" fmla="*/ 185 w 221"/>
              <a:gd name="T15" fmla="*/ 8 h 170"/>
              <a:gd name="T16" fmla="*/ 219 w 221"/>
              <a:gd name="T17" fmla="*/ 136 h 170"/>
              <a:gd name="T18" fmla="*/ 209 w 221"/>
              <a:gd name="T19" fmla="*/ 139 h 170"/>
              <a:gd name="T20" fmla="*/ 175 w 221"/>
              <a:gd name="T21" fmla="*/ 10 h 170"/>
              <a:gd name="T22" fmla="*/ 185 w 221"/>
              <a:gd name="T23" fmla="*/ 8 h 170"/>
              <a:gd name="T24" fmla="*/ 104 w 221"/>
              <a:gd name="T25" fmla="*/ 170 h 170"/>
              <a:gd name="T26" fmla="*/ 85 w 221"/>
              <a:gd name="T27" fmla="*/ 170 h 170"/>
              <a:gd name="T28" fmla="*/ 63 w 221"/>
              <a:gd name="T29" fmla="*/ 143 h 170"/>
              <a:gd name="T30" fmla="*/ 73 w 221"/>
              <a:gd name="T31" fmla="*/ 143 h 170"/>
              <a:gd name="T32" fmla="*/ 85 w 221"/>
              <a:gd name="T33" fmla="*/ 157 h 170"/>
              <a:gd name="T34" fmla="*/ 104 w 221"/>
              <a:gd name="T35" fmla="*/ 157 h 170"/>
              <a:gd name="T36" fmla="*/ 116 w 221"/>
              <a:gd name="T37" fmla="*/ 143 h 170"/>
              <a:gd name="T38" fmla="*/ 128 w 221"/>
              <a:gd name="T39" fmla="*/ 143 h 170"/>
              <a:gd name="T40" fmla="*/ 104 w 221"/>
              <a:gd name="T41" fmla="*/ 170 h 170"/>
              <a:gd name="T42" fmla="*/ 18 w 221"/>
              <a:gd name="T43" fmla="*/ 102 h 170"/>
              <a:gd name="T44" fmla="*/ 168 w 221"/>
              <a:gd name="T45" fmla="*/ 16 h 170"/>
              <a:gd name="T46" fmla="*/ 172 w 221"/>
              <a:gd name="T47" fmla="*/ 30 h 170"/>
              <a:gd name="T48" fmla="*/ 20 w 221"/>
              <a:gd name="T49" fmla="*/ 109 h 170"/>
              <a:gd name="T50" fmla="*/ 18 w 221"/>
              <a:gd name="T51" fmla="*/ 102 h 170"/>
              <a:gd name="T52" fmla="*/ 185 w 221"/>
              <a:gd name="T53" fmla="*/ 79 h 170"/>
              <a:gd name="T54" fmla="*/ 201 w 221"/>
              <a:gd name="T55" fmla="*/ 137 h 170"/>
              <a:gd name="T56" fmla="*/ 28 w 221"/>
              <a:gd name="T57" fmla="*/ 138 h 170"/>
              <a:gd name="T58" fmla="*/ 24 w 221"/>
              <a:gd name="T59" fmla="*/ 122 h 170"/>
              <a:gd name="T60" fmla="*/ 185 w 221"/>
              <a:gd name="T61" fmla="*/ 79 h 17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Lst>
            <a:rect l="0" t="0" r="r" b="b"/>
            <a:pathLst>
              <a:path w="221" h="170">
                <a:moveTo>
                  <a:pt x="12" y="104"/>
                </a:moveTo>
                <a:cubicBezTo>
                  <a:pt x="6" y="103"/>
                  <a:pt x="6" y="103"/>
                  <a:pt x="6" y="103"/>
                </a:cubicBezTo>
                <a:cubicBezTo>
                  <a:pt x="3" y="103"/>
                  <a:pt x="0" y="104"/>
                  <a:pt x="2" y="108"/>
                </a:cubicBezTo>
                <a:cubicBezTo>
                  <a:pt x="10" y="141"/>
                  <a:pt x="10" y="141"/>
                  <a:pt x="10" y="141"/>
                </a:cubicBezTo>
                <a:cubicBezTo>
                  <a:pt x="12" y="145"/>
                  <a:pt x="14" y="144"/>
                  <a:pt x="16" y="143"/>
                </a:cubicBezTo>
                <a:cubicBezTo>
                  <a:pt x="21" y="139"/>
                  <a:pt x="21" y="139"/>
                  <a:pt x="21" y="139"/>
                </a:cubicBezTo>
                <a:cubicBezTo>
                  <a:pt x="12" y="104"/>
                  <a:pt x="12" y="104"/>
                  <a:pt x="12" y="104"/>
                </a:cubicBezTo>
                <a:close/>
                <a:moveTo>
                  <a:pt x="185" y="8"/>
                </a:moveTo>
                <a:cubicBezTo>
                  <a:pt x="219" y="136"/>
                  <a:pt x="219" y="136"/>
                  <a:pt x="219" y="136"/>
                </a:cubicBezTo>
                <a:cubicBezTo>
                  <a:pt x="221" y="143"/>
                  <a:pt x="211" y="146"/>
                  <a:pt x="209" y="139"/>
                </a:cubicBezTo>
                <a:cubicBezTo>
                  <a:pt x="175" y="10"/>
                  <a:pt x="175" y="10"/>
                  <a:pt x="175" y="10"/>
                </a:cubicBezTo>
                <a:cubicBezTo>
                  <a:pt x="173" y="3"/>
                  <a:pt x="183" y="0"/>
                  <a:pt x="185" y="8"/>
                </a:cubicBezTo>
                <a:close/>
                <a:moveTo>
                  <a:pt x="104" y="170"/>
                </a:moveTo>
                <a:cubicBezTo>
                  <a:pt x="85" y="170"/>
                  <a:pt x="85" y="170"/>
                  <a:pt x="85" y="170"/>
                </a:cubicBezTo>
                <a:cubicBezTo>
                  <a:pt x="69" y="170"/>
                  <a:pt x="62" y="156"/>
                  <a:pt x="63" y="143"/>
                </a:cubicBezTo>
                <a:cubicBezTo>
                  <a:pt x="73" y="143"/>
                  <a:pt x="73" y="143"/>
                  <a:pt x="73" y="143"/>
                </a:cubicBezTo>
                <a:cubicBezTo>
                  <a:pt x="73" y="150"/>
                  <a:pt x="77" y="157"/>
                  <a:pt x="85" y="157"/>
                </a:cubicBezTo>
                <a:cubicBezTo>
                  <a:pt x="104" y="157"/>
                  <a:pt x="104" y="157"/>
                  <a:pt x="104" y="157"/>
                </a:cubicBezTo>
                <a:cubicBezTo>
                  <a:pt x="112" y="157"/>
                  <a:pt x="116" y="150"/>
                  <a:pt x="116" y="143"/>
                </a:cubicBezTo>
                <a:cubicBezTo>
                  <a:pt x="128" y="143"/>
                  <a:pt x="128" y="143"/>
                  <a:pt x="128" y="143"/>
                </a:cubicBezTo>
                <a:cubicBezTo>
                  <a:pt x="128" y="156"/>
                  <a:pt x="120" y="170"/>
                  <a:pt x="104" y="170"/>
                </a:cubicBezTo>
                <a:close/>
                <a:moveTo>
                  <a:pt x="18" y="102"/>
                </a:moveTo>
                <a:cubicBezTo>
                  <a:pt x="168" y="16"/>
                  <a:pt x="168" y="16"/>
                  <a:pt x="168" y="16"/>
                </a:cubicBezTo>
                <a:cubicBezTo>
                  <a:pt x="172" y="30"/>
                  <a:pt x="172" y="30"/>
                  <a:pt x="172" y="30"/>
                </a:cubicBezTo>
                <a:cubicBezTo>
                  <a:pt x="20" y="109"/>
                  <a:pt x="20" y="109"/>
                  <a:pt x="20" y="109"/>
                </a:cubicBezTo>
                <a:cubicBezTo>
                  <a:pt x="18" y="102"/>
                  <a:pt x="18" y="102"/>
                  <a:pt x="18" y="102"/>
                </a:cubicBezTo>
                <a:close/>
                <a:moveTo>
                  <a:pt x="185" y="79"/>
                </a:moveTo>
                <a:cubicBezTo>
                  <a:pt x="201" y="137"/>
                  <a:pt x="201" y="137"/>
                  <a:pt x="201" y="137"/>
                </a:cubicBezTo>
                <a:cubicBezTo>
                  <a:pt x="28" y="138"/>
                  <a:pt x="28" y="138"/>
                  <a:pt x="28" y="138"/>
                </a:cubicBezTo>
                <a:cubicBezTo>
                  <a:pt x="24" y="122"/>
                  <a:pt x="24" y="122"/>
                  <a:pt x="24" y="122"/>
                </a:cubicBezTo>
                <a:cubicBezTo>
                  <a:pt x="185" y="79"/>
                  <a:pt x="185" y="79"/>
                  <a:pt x="185" y="79"/>
                </a:cubicBezTo>
                <a:close/>
              </a:path>
            </a:pathLst>
          </a:custGeom>
          <a:solidFill>
            <a:srgbClr val="FFFFFF"/>
          </a:solidFill>
          <a:ln>
            <a:noFill/>
          </a:ln>
        </p:spPr>
        <p:txBody>
          <a:bodyPr vert="horz" wrap="square" lIns="82305" tIns="41153" rIns="82305" bIns="41153" numCol="1" anchor="t" anchorCtr="0" compatLnSpc="1">
            <a:prstTxWarp prst="textNoShape">
              <a:avLst/>
            </a:prstTxWarp>
          </a:bodyPr>
          <a:lstStyle/>
          <a:p>
            <a:pPr defTabSz="914363"/>
            <a:endParaRPr lang="en-US" sz="1600" dirty="0">
              <a:solidFill>
                <a:srgbClr val="292929"/>
              </a:solidFill>
            </a:endParaRPr>
          </a:p>
        </p:txBody>
      </p:sp>
    </p:spTree>
    <p:extLst>
      <p:ext uri="{BB962C8B-B14F-4D97-AF65-F5344CB8AC3E}">
        <p14:creationId xmlns:p14="http://schemas.microsoft.com/office/powerpoint/2010/main" val="3687436128"/>
      </p:ext>
    </p:extLst>
  </p:cSld>
  <p:clrMapOvr>
    <a:masterClrMapping/>
  </p:clrMapOvr>
  <p:transition>
    <p:fade/>
  </p:transition>
  <p:timing>
    <p:tnLst>
      <p:par>
        <p:cTn id="1" dur="indefinite" restart="never" nodeType="tmRoot"/>
      </p:par>
    </p:tnLst>
  </p:timing>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userDrawn="1">
  <p:cSld name="5_Demo, Video etc. &quot;special&quot; slides">
    <p:bg>
      <p:bgPr>
        <a:solidFill>
          <a:schemeClr val="accent3">
            <a:alpha val="99000"/>
          </a:schemeClr>
        </a:solid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1889617" y="1447800"/>
            <a:ext cx="4206383" cy="1523494"/>
          </a:xfrm>
        </p:spPr>
        <p:txBody>
          <a:bodyPr anchor="ctr" anchorCtr="0">
            <a:noAutofit/>
          </a:bodyPr>
          <a:lstStyle>
            <a:lvl1pPr>
              <a:lnSpc>
                <a:spcPct val="90000"/>
              </a:lnSpc>
              <a:defRPr sz="4800" baseline="0">
                <a:solidFill>
                  <a:schemeClr val="bg1">
                    <a:alpha val="98000"/>
                  </a:schemeClr>
                </a:solidFill>
              </a:defRPr>
            </a:lvl1pPr>
          </a:lstStyle>
          <a:p>
            <a:r>
              <a:rPr lang="en-US" smtClean="0"/>
              <a:t>Click to edit Master title style</a:t>
            </a:r>
            <a:endParaRPr lang="en-US" dirty="0"/>
          </a:p>
        </p:txBody>
      </p:sp>
      <p:sp>
        <p:nvSpPr>
          <p:cNvPr id="3" name="Subtitle 2"/>
          <p:cNvSpPr>
            <a:spLocks noGrp="1"/>
          </p:cNvSpPr>
          <p:nvPr>
            <p:ph type="subTitle" idx="1"/>
          </p:nvPr>
        </p:nvSpPr>
        <p:spPr>
          <a:xfrm>
            <a:off x="1889617" y="5630473"/>
            <a:ext cx="4206384" cy="461665"/>
          </a:xfrm>
        </p:spPr>
        <p:txBody>
          <a:bodyPr>
            <a:noAutofit/>
          </a:bodyPr>
          <a:lstStyle>
            <a:lvl1pPr marL="0" indent="0" algn="l" defTabSz="914363" rtl="0" eaLnBrk="1" latinLnBrk="0" hangingPunct="1">
              <a:lnSpc>
                <a:spcPct val="90000"/>
              </a:lnSpc>
              <a:spcBef>
                <a:spcPts val="0"/>
              </a:spcBef>
              <a:buSzPct val="80000"/>
              <a:buFont typeface="Arial" pitchFamily="34" charset="0"/>
              <a:buNone/>
              <a:defRPr lang="en-US" sz="2400" kern="1200" dirty="0">
                <a:solidFill>
                  <a:schemeClr val="bg1">
                    <a:alpha val="99000"/>
                  </a:schemeClr>
                </a:solidFill>
                <a:latin typeface="+mn-lt"/>
                <a:ea typeface="+mn-ea"/>
                <a:cs typeface="+mn-cs"/>
              </a:defRPr>
            </a:lvl1pPr>
            <a:lvl2pPr marL="457182" indent="0" algn="ctr">
              <a:buNone/>
              <a:defRPr>
                <a:solidFill>
                  <a:schemeClr val="tx1">
                    <a:tint val="75000"/>
                  </a:schemeClr>
                </a:solidFill>
              </a:defRPr>
            </a:lvl2pPr>
            <a:lvl3pPr marL="914363" indent="0" algn="ctr">
              <a:buNone/>
              <a:defRPr>
                <a:solidFill>
                  <a:schemeClr val="tx1">
                    <a:tint val="75000"/>
                  </a:schemeClr>
                </a:solidFill>
              </a:defRPr>
            </a:lvl3pPr>
            <a:lvl4pPr marL="1371545" indent="0" algn="ctr">
              <a:buNone/>
              <a:defRPr>
                <a:solidFill>
                  <a:schemeClr val="tx1">
                    <a:tint val="75000"/>
                  </a:schemeClr>
                </a:solidFill>
              </a:defRPr>
            </a:lvl4pPr>
            <a:lvl5pPr marL="1828727" indent="0" algn="ctr">
              <a:buNone/>
              <a:defRPr>
                <a:solidFill>
                  <a:schemeClr val="tx1">
                    <a:tint val="75000"/>
                  </a:schemeClr>
                </a:solidFill>
              </a:defRPr>
            </a:lvl5pPr>
            <a:lvl6pPr marL="2285909" indent="0" algn="ctr">
              <a:buNone/>
              <a:defRPr>
                <a:solidFill>
                  <a:schemeClr val="tx1">
                    <a:tint val="75000"/>
                  </a:schemeClr>
                </a:solidFill>
              </a:defRPr>
            </a:lvl6pPr>
            <a:lvl7pPr marL="2743090" indent="0" algn="ctr">
              <a:buNone/>
              <a:defRPr>
                <a:solidFill>
                  <a:schemeClr val="tx1">
                    <a:tint val="75000"/>
                  </a:schemeClr>
                </a:solidFill>
              </a:defRPr>
            </a:lvl7pPr>
            <a:lvl8pPr marL="3200272" indent="0" algn="ctr">
              <a:buNone/>
              <a:defRPr>
                <a:solidFill>
                  <a:schemeClr val="tx1">
                    <a:tint val="75000"/>
                  </a:schemeClr>
                </a:solidFill>
              </a:defRPr>
            </a:lvl8pPr>
            <a:lvl9pPr marL="3657454" indent="0" algn="ctr">
              <a:buNone/>
              <a:defRPr>
                <a:solidFill>
                  <a:schemeClr val="tx1">
                    <a:tint val="75000"/>
                  </a:schemeClr>
                </a:solidFill>
              </a:defRPr>
            </a:lvl9pPr>
          </a:lstStyle>
          <a:p>
            <a:r>
              <a:rPr lang="en-US" smtClean="0"/>
              <a:t>Click to edit Master subtitle style</a:t>
            </a:r>
            <a:endParaRPr lang="en-US" dirty="0"/>
          </a:p>
        </p:txBody>
      </p:sp>
      <p:sp>
        <p:nvSpPr>
          <p:cNvPr id="7" name="Text Placeholder 6"/>
          <p:cNvSpPr>
            <a:spLocks noGrp="1"/>
          </p:cNvSpPr>
          <p:nvPr>
            <p:ph type="body" sz="quarter" idx="10" hasCustomPrompt="1"/>
          </p:nvPr>
        </p:nvSpPr>
        <p:spPr>
          <a:xfrm>
            <a:off x="1889617" y="4160520"/>
            <a:ext cx="8874849" cy="1274538"/>
          </a:xfrm>
        </p:spPr>
        <p:txBody>
          <a:bodyPr anchor="t" anchorCtr="0">
            <a:noAutofit/>
            <a:scene3d>
              <a:camera prst="orthographicFront"/>
              <a:lightRig rig="flat" dir="t"/>
            </a:scene3d>
            <a:sp3d>
              <a:contourClr>
                <a:schemeClr val="bg2"/>
              </a:contourClr>
            </a:sp3d>
          </a:bodyPr>
          <a:lstStyle>
            <a:lvl1pPr marL="0" indent="0" algn="l">
              <a:buFont typeface="Arial" pitchFamily="34" charset="0"/>
              <a:buNone/>
              <a:defRPr kumimoji="0" lang="en-US" sz="6600" b="0" i="0" u="none" strike="noStrike" kern="1200" cap="none" spc="-642" normalizeH="0" baseline="0" noProof="0" dirty="0" smtClean="0">
                <a:ln w="11430"/>
                <a:solidFill>
                  <a:schemeClr val="accent3">
                    <a:lumMod val="40000"/>
                    <a:lumOff val="60000"/>
                    <a:alpha val="99000"/>
                  </a:schemeClr>
                </a:solidFill>
                <a:effectLst/>
                <a:uLnTx/>
                <a:uFillTx/>
                <a:latin typeface="Segoe UI Light" pitchFamily="34" charset="0"/>
                <a:ea typeface="+mn-ea"/>
                <a:cs typeface="+mn-cs"/>
              </a:defRPr>
            </a:lvl1pPr>
          </a:lstStyle>
          <a:p>
            <a:pPr lvl="0"/>
            <a:r>
              <a:rPr lang="en-US" dirty="0" smtClean="0"/>
              <a:t>click to…</a:t>
            </a:r>
          </a:p>
        </p:txBody>
      </p:sp>
      <p:grpSp>
        <p:nvGrpSpPr>
          <p:cNvPr id="9" name="Group 8"/>
          <p:cNvGrpSpPr/>
          <p:nvPr userDrawn="1"/>
        </p:nvGrpSpPr>
        <p:grpSpPr>
          <a:xfrm>
            <a:off x="8885072" y="1905000"/>
            <a:ext cx="1277929" cy="3245368"/>
            <a:chOff x="7558088" y="1685925"/>
            <a:chExt cx="1322387" cy="3359150"/>
          </a:xfrm>
          <a:solidFill>
            <a:schemeClr val="bg1"/>
          </a:solidFill>
        </p:grpSpPr>
        <p:sp>
          <p:nvSpPr>
            <p:cNvPr id="12" name="Oval 6"/>
            <p:cNvSpPr>
              <a:spLocks noChangeArrowheads="1"/>
            </p:cNvSpPr>
            <p:nvPr userDrawn="1"/>
          </p:nvSpPr>
          <p:spPr bwMode="auto">
            <a:xfrm>
              <a:off x="7943850" y="1685925"/>
              <a:ext cx="547687" cy="558800"/>
            </a:xfrm>
            <a:prstGeom prst="ellipse">
              <a:avLst/>
            </a:pr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sp>
          <p:nvSpPr>
            <p:cNvPr id="13" name="Freeform 12"/>
            <p:cNvSpPr>
              <a:spLocks/>
            </p:cNvSpPr>
            <p:nvPr userDrawn="1"/>
          </p:nvSpPr>
          <p:spPr bwMode="auto">
            <a:xfrm>
              <a:off x="7558088" y="2308225"/>
              <a:ext cx="1322387" cy="2736850"/>
            </a:xfrm>
            <a:custGeom>
              <a:avLst/>
              <a:gdLst>
                <a:gd name="T0" fmla="*/ 327 w 353"/>
                <a:gd name="T1" fmla="*/ 30 h 730"/>
                <a:gd name="T2" fmla="*/ 327 w 353"/>
                <a:gd name="T3" fmla="*/ 30 h 730"/>
                <a:gd name="T4" fmla="*/ 323 w 353"/>
                <a:gd name="T5" fmla="*/ 26 h 730"/>
                <a:gd name="T6" fmla="*/ 321 w 353"/>
                <a:gd name="T7" fmla="*/ 24 h 730"/>
                <a:gd name="T8" fmla="*/ 320 w 353"/>
                <a:gd name="T9" fmla="*/ 23 h 730"/>
                <a:gd name="T10" fmla="*/ 287 w 353"/>
                <a:gd name="T11" fmla="*/ 5 h 730"/>
                <a:gd name="T12" fmla="*/ 287 w 353"/>
                <a:gd name="T13" fmla="*/ 5 h 730"/>
                <a:gd name="T14" fmla="*/ 283 w 353"/>
                <a:gd name="T15" fmla="*/ 4 h 730"/>
                <a:gd name="T16" fmla="*/ 282 w 353"/>
                <a:gd name="T17" fmla="*/ 4 h 730"/>
                <a:gd name="T18" fmla="*/ 280 w 353"/>
                <a:gd name="T19" fmla="*/ 3 h 730"/>
                <a:gd name="T20" fmla="*/ 277 w 353"/>
                <a:gd name="T21" fmla="*/ 2 h 730"/>
                <a:gd name="T22" fmla="*/ 276 w 353"/>
                <a:gd name="T23" fmla="*/ 2 h 730"/>
                <a:gd name="T24" fmla="*/ 272 w 353"/>
                <a:gd name="T25" fmla="*/ 2 h 730"/>
                <a:gd name="T26" fmla="*/ 272 w 353"/>
                <a:gd name="T27" fmla="*/ 1 h 730"/>
                <a:gd name="T28" fmla="*/ 267 w 353"/>
                <a:gd name="T29" fmla="*/ 1 h 730"/>
                <a:gd name="T30" fmla="*/ 267 w 353"/>
                <a:gd name="T31" fmla="*/ 1 h 730"/>
                <a:gd name="T32" fmla="*/ 263 w 353"/>
                <a:gd name="T33" fmla="*/ 1 h 730"/>
                <a:gd name="T34" fmla="*/ 262 w 353"/>
                <a:gd name="T35" fmla="*/ 1 h 730"/>
                <a:gd name="T36" fmla="*/ 258 w 353"/>
                <a:gd name="T37" fmla="*/ 0 h 730"/>
                <a:gd name="T38" fmla="*/ 258 w 353"/>
                <a:gd name="T39" fmla="*/ 0 h 730"/>
                <a:gd name="T40" fmla="*/ 96 w 353"/>
                <a:gd name="T41" fmla="*/ 0 h 730"/>
                <a:gd name="T42" fmla="*/ 95 w 353"/>
                <a:gd name="T43" fmla="*/ 0 h 730"/>
                <a:gd name="T44" fmla="*/ 95 w 353"/>
                <a:gd name="T45" fmla="*/ 0 h 730"/>
                <a:gd name="T46" fmla="*/ 0 w 353"/>
                <a:gd name="T47" fmla="*/ 95 h 730"/>
                <a:gd name="T48" fmla="*/ 0 w 353"/>
                <a:gd name="T49" fmla="*/ 323 h 730"/>
                <a:gd name="T50" fmla="*/ 32 w 353"/>
                <a:gd name="T51" fmla="*/ 356 h 730"/>
                <a:gd name="T52" fmla="*/ 64 w 353"/>
                <a:gd name="T53" fmla="*/ 323 h 730"/>
                <a:gd name="T54" fmla="*/ 64 w 353"/>
                <a:gd name="T55" fmla="*/ 117 h 730"/>
                <a:gd name="T56" fmla="*/ 81 w 353"/>
                <a:gd name="T57" fmla="*/ 117 h 730"/>
                <a:gd name="T58" fmla="*/ 81 w 353"/>
                <a:gd name="T59" fmla="*/ 687 h 730"/>
                <a:gd name="T60" fmla="*/ 125 w 353"/>
                <a:gd name="T61" fmla="*/ 730 h 730"/>
                <a:gd name="T62" fmla="*/ 168 w 353"/>
                <a:gd name="T63" fmla="*/ 687 h 730"/>
                <a:gd name="T64" fmla="*/ 168 w 353"/>
                <a:gd name="T65" fmla="*/ 358 h 730"/>
                <a:gd name="T66" fmla="*/ 185 w 353"/>
                <a:gd name="T67" fmla="*/ 358 h 730"/>
                <a:gd name="T68" fmla="*/ 185 w 353"/>
                <a:gd name="T69" fmla="*/ 687 h 730"/>
                <a:gd name="T70" fmla="*/ 228 w 353"/>
                <a:gd name="T71" fmla="*/ 730 h 730"/>
                <a:gd name="T72" fmla="*/ 272 w 353"/>
                <a:gd name="T73" fmla="*/ 687 h 730"/>
                <a:gd name="T74" fmla="*/ 272 w 353"/>
                <a:gd name="T75" fmla="*/ 683 h 730"/>
                <a:gd name="T76" fmla="*/ 272 w 353"/>
                <a:gd name="T77" fmla="*/ 687 h 730"/>
                <a:gd name="T78" fmla="*/ 272 w 353"/>
                <a:gd name="T79" fmla="*/ 117 h 730"/>
                <a:gd name="T80" fmla="*/ 289 w 353"/>
                <a:gd name="T81" fmla="*/ 117 h 730"/>
                <a:gd name="T82" fmla="*/ 289 w 353"/>
                <a:gd name="T83" fmla="*/ 315 h 730"/>
                <a:gd name="T84" fmla="*/ 289 w 353"/>
                <a:gd name="T85" fmla="*/ 314 h 730"/>
                <a:gd name="T86" fmla="*/ 289 w 353"/>
                <a:gd name="T87" fmla="*/ 323 h 730"/>
                <a:gd name="T88" fmla="*/ 294 w 353"/>
                <a:gd name="T89" fmla="*/ 342 h 730"/>
                <a:gd name="T90" fmla="*/ 321 w 353"/>
                <a:gd name="T91" fmla="*/ 356 h 730"/>
                <a:gd name="T92" fmla="*/ 353 w 353"/>
                <a:gd name="T93" fmla="*/ 325 h 730"/>
                <a:gd name="T94" fmla="*/ 353 w 353"/>
                <a:gd name="T95" fmla="*/ 323 h 730"/>
                <a:gd name="T96" fmla="*/ 353 w 353"/>
                <a:gd name="T97" fmla="*/ 323 h 730"/>
                <a:gd name="T98" fmla="*/ 353 w 353"/>
                <a:gd name="T99" fmla="*/ 298 h 730"/>
                <a:gd name="T100" fmla="*/ 353 w 353"/>
                <a:gd name="T101" fmla="*/ 95 h 730"/>
                <a:gd name="T102" fmla="*/ 327 w 353"/>
                <a:gd name="T103" fmla="*/ 30 h 730"/>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 ang="0">
                  <a:pos x="T66" y="T67"/>
                </a:cxn>
                <a:cxn ang="0">
                  <a:pos x="T68" y="T69"/>
                </a:cxn>
                <a:cxn ang="0">
                  <a:pos x="T70" y="T71"/>
                </a:cxn>
                <a:cxn ang="0">
                  <a:pos x="T72" y="T73"/>
                </a:cxn>
                <a:cxn ang="0">
                  <a:pos x="T74" y="T75"/>
                </a:cxn>
                <a:cxn ang="0">
                  <a:pos x="T76" y="T77"/>
                </a:cxn>
                <a:cxn ang="0">
                  <a:pos x="T78" y="T79"/>
                </a:cxn>
                <a:cxn ang="0">
                  <a:pos x="T80" y="T81"/>
                </a:cxn>
                <a:cxn ang="0">
                  <a:pos x="T82" y="T83"/>
                </a:cxn>
                <a:cxn ang="0">
                  <a:pos x="T84" y="T85"/>
                </a:cxn>
                <a:cxn ang="0">
                  <a:pos x="T86" y="T87"/>
                </a:cxn>
                <a:cxn ang="0">
                  <a:pos x="T88" y="T89"/>
                </a:cxn>
                <a:cxn ang="0">
                  <a:pos x="T90" y="T91"/>
                </a:cxn>
                <a:cxn ang="0">
                  <a:pos x="T92" y="T93"/>
                </a:cxn>
                <a:cxn ang="0">
                  <a:pos x="T94" y="T95"/>
                </a:cxn>
                <a:cxn ang="0">
                  <a:pos x="T96" y="T97"/>
                </a:cxn>
                <a:cxn ang="0">
                  <a:pos x="T98" y="T99"/>
                </a:cxn>
                <a:cxn ang="0">
                  <a:pos x="T100" y="T101"/>
                </a:cxn>
                <a:cxn ang="0">
                  <a:pos x="T102" y="T103"/>
                </a:cxn>
              </a:cxnLst>
              <a:rect l="0" t="0" r="r" b="b"/>
              <a:pathLst>
                <a:path w="353" h="730">
                  <a:moveTo>
                    <a:pt x="327" y="30"/>
                  </a:moveTo>
                  <a:cubicBezTo>
                    <a:pt x="327" y="30"/>
                    <a:pt x="327" y="30"/>
                    <a:pt x="327" y="30"/>
                  </a:cubicBezTo>
                  <a:cubicBezTo>
                    <a:pt x="326" y="29"/>
                    <a:pt x="324" y="27"/>
                    <a:pt x="323" y="26"/>
                  </a:cubicBezTo>
                  <a:cubicBezTo>
                    <a:pt x="322" y="25"/>
                    <a:pt x="321" y="25"/>
                    <a:pt x="321" y="24"/>
                  </a:cubicBezTo>
                  <a:cubicBezTo>
                    <a:pt x="320" y="24"/>
                    <a:pt x="320" y="24"/>
                    <a:pt x="320" y="23"/>
                  </a:cubicBezTo>
                  <a:cubicBezTo>
                    <a:pt x="310" y="15"/>
                    <a:pt x="299" y="9"/>
                    <a:pt x="287" y="5"/>
                  </a:cubicBezTo>
                  <a:cubicBezTo>
                    <a:pt x="287" y="5"/>
                    <a:pt x="287" y="5"/>
                    <a:pt x="287" y="5"/>
                  </a:cubicBezTo>
                  <a:cubicBezTo>
                    <a:pt x="286" y="5"/>
                    <a:pt x="285" y="4"/>
                    <a:pt x="283" y="4"/>
                  </a:cubicBezTo>
                  <a:cubicBezTo>
                    <a:pt x="283" y="4"/>
                    <a:pt x="283" y="4"/>
                    <a:pt x="282" y="4"/>
                  </a:cubicBezTo>
                  <a:cubicBezTo>
                    <a:pt x="281" y="3"/>
                    <a:pt x="280" y="3"/>
                    <a:pt x="280" y="3"/>
                  </a:cubicBezTo>
                  <a:cubicBezTo>
                    <a:pt x="279" y="3"/>
                    <a:pt x="278" y="3"/>
                    <a:pt x="277" y="2"/>
                  </a:cubicBezTo>
                  <a:cubicBezTo>
                    <a:pt x="277" y="2"/>
                    <a:pt x="276" y="2"/>
                    <a:pt x="276" y="2"/>
                  </a:cubicBezTo>
                  <a:cubicBezTo>
                    <a:pt x="274" y="2"/>
                    <a:pt x="273" y="2"/>
                    <a:pt x="272" y="2"/>
                  </a:cubicBezTo>
                  <a:cubicBezTo>
                    <a:pt x="272" y="2"/>
                    <a:pt x="272" y="2"/>
                    <a:pt x="272" y="1"/>
                  </a:cubicBezTo>
                  <a:cubicBezTo>
                    <a:pt x="270" y="1"/>
                    <a:pt x="269" y="1"/>
                    <a:pt x="267" y="1"/>
                  </a:cubicBezTo>
                  <a:cubicBezTo>
                    <a:pt x="267" y="1"/>
                    <a:pt x="267" y="1"/>
                    <a:pt x="267" y="1"/>
                  </a:cubicBezTo>
                  <a:cubicBezTo>
                    <a:pt x="266" y="1"/>
                    <a:pt x="264" y="1"/>
                    <a:pt x="263" y="1"/>
                  </a:cubicBezTo>
                  <a:cubicBezTo>
                    <a:pt x="262" y="1"/>
                    <a:pt x="262" y="1"/>
                    <a:pt x="262" y="1"/>
                  </a:cubicBezTo>
                  <a:cubicBezTo>
                    <a:pt x="261" y="1"/>
                    <a:pt x="259" y="0"/>
                    <a:pt x="258" y="0"/>
                  </a:cubicBezTo>
                  <a:cubicBezTo>
                    <a:pt x="258" y="0"/>
                    <a:pt x="258" y="0"/>
                    <a:pt x="258" y="0"/>
                  </a:cubicBezTo>
                  <a:cubicBezTo>
                    <a:pt x="96" y="0"/>
                    <a:pt x="96" y="0"/>
                    <a:pt x="96" y="0"/>
                  </a:cubicBezTo>
                  <a:cubicBezTo>
                    <a:pt x="95" y="0"/>
                    <a:pt x="95" y="0"/>
                    <a:pt x="95" y="0"/>
                  </a:cubicBezTo>
                  <a:cubicBezTo>
                    <a:pt x="95" y="0"/>
                    <a:pt x="95" y="0"/>
                    <a:pt x="95" y="0"/>
                  </a:cubicBezTo>
                  <a:cubicBezTo>
                    <a:pt x="43" y="1"/>
                    <a:pt x="0" y="43"/>
                    <a:pt x="0" y="95"/>
                  </a:cubicBezTo>
                  <a:cubicBezTo>
                    <a:pt x="0" y="323"/>
                    <a:pt x="0" y="323"/>
                    <a:pt x="0" y="323"/>
                  </a:cubicBezTo>
                  <a:cubicBezTo>
                    <a:pt x="0" y="341"/>
                    <a:pt x="15" y="356"/>
                    <a:pt x="32" y="356"/>
                  </a:cubicBezTo>
                  <a:cubicBezTo>
                    <a:pt x="50" y="356"/>
                    <a:pt x="64" y="341"/>
                    <a:pt x="64" y="323"/>
                  </a:cubicBezTo>
                  <a:cubicBezTo>
                    <a:pt x="64" y="117"/>
                    <a:pt x="64" y="117"/>
                    <a:pt x="64" y="117"/>
                  </a:cubicBezTo>
                  <a:cubicBezTo>
                    <a:pt x="81" y="117"/>
                    <a:pt x="81" y="117"/>
                    <a:pt x="81" y="117"/>
                  </a:cubicBezTo>
                  <a:cubicBezTo>
                    <a:pt x="81" y="687"/>
                    <a:pt x="81" y="687"/>
                    <a:pt x="81" y="687"/>
                  </a:cubicBezTo>
                  <a:cubicBezTo>
                    <a:pt x="81" y="711"/>
                    <a:pt x="101" y="730"/>
                    <a:pt x="125" y="730"/>
                  </a:cubicBezTo>
                  <a:cubicBezTo>
                    <a:pt x="148" y="730"/>
                    <a:pt x="168" y="711"/>
                    <a:pt x="168" y="687"/>
                  </a:cubicBezTo>
                  <a:cubicBezTo>
                    <a:pt x="168" y="358"/>
                    <a:pt x="168" y="358"/>
                    <a:pt x="168" y="358"/>
                  </a:cubicBezTo>
                  <a:cubicBezTo>
                    <a:pt x="185" y="358"/>
                    <a:pt x="185" y="358"/>
                    <a:pt x="185" y="358"/>
                  </a:cubicBezTo>
                  <a:cubicBezTo>
                    <a:pt x="185" y="687"/>
                    <a:pt x="185" y="687"/>
                    <a:pt x="185" y="687"/>
                  </a:cubicBezTo>
                  <a:cubicBezTo>
                    <a:pt x="185" y="711"/>
                    <a:pt x="204" y="730"/>
                    <a:pt x="228" y="730"/>
                  </a:cubicBezTo>
                  <a:cubicBezTo>
                    <a:pt x="252" y="730"/>
                    <a:pt x="272" y="711"/>
                    <a:pt x="272" y="687"/>
                  </a:cubicBezTo>
                  <a:cubicBezTo>
                    <a:pt x="272" y="686"/>
                    <a:pt x="272" y="685"/>
                    <a:pt x="272" y="683"/>
                  </a:cubicBezTo>
                  <a:cubicBezTo>
                    <a:pt x="272" y="687"/>
                    <a:pt x="272" y="687"/>
                    <a:pt x="272" y="687"/>
                  </a:cubicBezTo>
                  <a:cubicBezTo>
                    <a:pt x="272" y="687"/>
                    <a:pt x="272" y="687"/>
                    <a:pt x="272" y="117"/>
                  </a:cubicBezTo>
                  <a:cubicBezTo>
                    <a:pt x="272" y="117"/>
                    <a:pt x="272" y="117"/>
                    <a:pt x="289" y="117"/>
                  </a:cubicBezTo>
                  <a:cubicBezTo>
                    <a:pt x="289" y="117"/>
                    <a:pt x="289" y="117"/>
                    <a:pt x="289" y="315"/>
                  </a:cubicBezTo>
                  <a:cubicBezTo>
                    <a:pt x="289" y="314"/>
                    <a:pt x="289" y="314"/>
                    <a:pt x="289" y="314"/>
                  </a:cubicBezTo>
                  <a:cubicBezTo>
                    <a:pt x="289" y="323"/>
                    <a:pt x="289" y="323"/>
                    <a:pt x="289" y="323"/>
                  </a:cubicBezTo>
                  <a:cubicBezTo>
                    <a:pt x="289" y="330"/>
                    <a:pt x="291" y="337"/>
                    <a:pt x="294" y="342"/>
                  </a:cubicBezTo>
                  <a:cubicBezTo>
                    <a:pt x="300" y="350"/>
                    <a:pt x="310" y="356"/>
                    <a:pt x="321" y="356"/>
                  </a:cubicBezTo>
                  <a:cubicBezTo>
                    <a:pt x="338" y="356"/>
                    <a:pt x="352" y="342"/>
                    <a:pt x="353" y="325"/>
                  </a:cubicBezTo>
                  <a:cubicBezTo>
                    <a:pt x="353" y="324"/>
                    <a:pt x="353" y="324"/>
                    <a:pt x="353" y="323"/>
                  </a:cubicBezTo>
                  <a:cubicBezTo>
                    <a:pt x="353" y="323"/>
                    <a:pt x="353" y="323"/>
                    <a:pt x="353" y="323"/>
                  </a:cubicBezTo>
                  <a:cubicBezTo>
                    <a:pt x="353" y="298"/>
                    <a:pt x="353" y="298"/>
                    <a:pt x="353" y="298"/>
                  </a:cubicBezTo>
                  <a:cubicBezTo>
                    <a:pt x="353" y="270"/>
                    <a:pt x="353" y="213"/>
                    <a:pt x="353" y="95"/>
                  </a:cubicBezTo>
                  <a:cubicBezTo>
                    <a:pt x="353" y="70"/>
                    <a:pt x="343" y="47"/>
                    <a:pt x="327" y="3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pPr defTabSz="914363"/>
              <a:endParaRPr lang="en-US" sz="1800" dirty="0">
                <a:solidFill>
                  <a:srgbClr val="292929"/>
                </a:solidFill>
              </a:endParaRPr>
            </a:p>
          </p:txBody>
        </p:sp>
      </p:grpSp>
    </p:spTree>
    <p:extLst>
      <p:ext uri="{BB962C8B-B14F-4D97-AF65-F5344CB8AC3E}">
        <p14:creationId xmlns:p14="http://schemas.microsoft.com/office/powerpoint/2010/main" val="3836257374"/>
      </p:ext>
    </p:extLst>
  </p:cSld>
  <p:clrMapOvr>
    <a:masterClrMapping/>
  </p:clrMapOvr>
  <p:transition>
    <p:fade/>
  </p:transition>
  <p:timing>
    <p:tnLst>
      <p:par>
        <p:cTn id="1" dur="indefinite" restart="never" nodeType="tmRoot"/>
      </p:par>
    </p:tnLst>
  </p:timing>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userDrawn="1">
  <p:cSld name="1_Section Divider">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7" name="Text Placeholder 6"/>
          <p:cNvSpPr>
            <a:spLocks noGrp="1"/>
          </p:cNvSpPr>
          <p:nvPr>
            <p:ph type="body" sz="quarter" idx="10"/>
          </p:nvPr>
        </p:nvSpPr>
        <p:spPr>
          <a:xfrm>
            <a:off x="521344" y="3467676"/>
            <a:ext cx="10696186" cy="1378644"/>
          </a:xfrm>
        </p:spPr>
        <p:txBody>
          <a:bodyPr anchor="ctr" anchorCtr="0">
            <a:noAutofit/>
            <a:scene3d>
              <a:camera prst="orthographicFront"/>
              <a:lightRig rig="flat" dir="t"/>
            </a:scene3d>
            <a:sp3d>
              <a:contourClr>
                <a:schemeClr val="bg2"/>
              </a:contourClr>
            </a:sp3d>
          </a:bodyPr>
          <a:lstStyle>
            <a:lvl1pPr marL="0" indent="0" algn="l">
              <a:buFont typeface="Arial" pitchFamily="34" charset="0"/>
              <a:buNone/>
              <a:defRPr kumimoji="0" lang="en-US" sz="8800" b="0" i="0" u="none" strike="noStrike" kern="1200" cap="none" spc="-120" normalizeH="0" baseline="0" dirty="0" smtClean="0">
                <a:ln w="3175">
                  <a:noFill/>
                </a:ln>
                <a:solidFill>
                  <a:schemeClr val="bg1">
                    <a:alpha val="99000"/>
                  </a:schemeClr>
                </a:solidFill>
                <a:effectLst/>
                <a:uLnTx/>
                <a:uFillTx/>
                <a:latin typeface="Segoe UI Light"/>
                <a:ea typeface="+mn-ea"/>
                <a:cs typeface="Arial" charset="0"/>
              </a:defRPr>
            </a:lvl1pPr>
          </a:lstStyle>
          <a:p>
            <a:pPr lvl="0"/>
            <a:r>
              <a:rPr lang="en-US" smtClean="0"/>
              <a:t>Click to edit Master text styles</a:t>
            </a:r>
          </a:p>
        </p:txBody>
      </p:sp>
      <p:pic>
        <p:nvPicPr>
          <p:cNvPr id="8" name="Picture 7"/>
          <p:cNvPicPr>
            <a:picLocks noChangeAspect="1"/>
          </p:cNvPicPr>
          <p:nvPr userDrawn="1"/>
        </p:nvPicPr>
        <p:blipFill>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9163951" y="6338048"/>
            <a:ext cx="2507214" cy="291353"/>
          </a:xfrm>
          <a:prstGeom prst="rect">
            <a:avLst/>
          </a:prstGeom>
        </p:spPr>
      </p:pic>
    </p:spTree>
    <p:extLst>
      <p:ext uri="{BB962C8B-B14F-4D97-AF65-F5344CB8AC3E}">
        <p14:creationId xmlns:p14="http://schemas.microsoft.com/office/powerpoint/2010/main" val="2478641419"/>
      </p:ext>
    </p:extLst>
  </p:cSld>
  <p:clrMapOvr>
    <a:masterClrMapping/>
  </p:clrMapOvr>
  <p:transition>
    <p:fade/>
  </p:transition>
  <p:timing>
    <p:tnLst>
      <p:par>
        <p:cTn id="1" dur="indefinite" restart="never" nodeType="tmRoot"/>
      </p:par>
    </p:tnLst>
  </p:timing>
</p:sldLayout>
</file>

<file path=ppt/slideLayouts/slideLayout43.xml><?xml version="1.0" encoding="utf-8"?>
<p:sldLayout xmlns:a="http://schemas.openxmlformats.org/drawingml/2006/main" xmlns:r="http://schemas.openxmlformats.org/officeDocument/2006/relationships" xmlns:p="http://schemas.openxmlformats.org/presentationml/2006/main" type="blank" preserve="1">
  <p:cSld name="Branding">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Picture 2"/>
          <p:cNvPicPr>
            <a:picLocks noChangeAspect="1" noChangeArrowheads="1"/>
          </p:cNvPicPr>
          <p:nvPr userDrawn="1"/>
        </p:nvPicPr>
        <p:blipFill>
          <a:blip r:embed="rId3">
            <a:extLst>
              <a:ext uri="{28A0092B-C50C-407E-A947-70E740481C1C}">
                <a14:useLocalDpi xmlns:a14="http://schemas.microsoft.com/office/drawing/2010/main" val="0"/>
              </a:ext>
            </a:extLst>
          </a:blip>
          <a:stretch>
            <a:fillRect/>
          </a:stretch>
        </p:blipFill>
        <p:spPr bwMode="black">
          <a:xfrm>
            <a:off x="4322299" y="3140274"/>
            <a:ext cx="3547400" cy="577452"/>
          </a:xfrm>
          <a:prstGeom prst="rect">
            <a:avLst/>
          </a:prstGeom>
          <a:noFill/>
          <a:ln>
            <a:noFill/>
          </a:ln>
        </p:spPr>
      </p:pic>
      <p:sp>
        <p:nvSpPr>
          <p:cNvPr id="3" name="Text Box 3"/>
          <p:cNvSpPr txBox="1">
            <a:spLocks noChangeArrowheads="1"/>
          </p:cNvSpPr>
          <p:nvPr userDrawn="1"/>
        </p:nvSpPr>
        <p:spPr bwMode="blackWhite">
          <a:xfrm>
            <a:off x="508001" y="6083573"/>
            <a:ext cx="11176000" cy="415484"/>
          </a:xfrm>
          <a:prstGeom prst="rect">
            <a:avLst/>
          </a:prstGeom>
          <a:noFill/>
          <a:ln w="12700">
            <a:noFill/>
            <a:miter lim="800000"/>
            <a:headEnd type="none" w="sm" len="sm"/>
            <a:tailEnd type="none" w="sm" len="sm"/>
          </a:ln>
          <a:effectLst/>
        </p:spPr>
        <p:txBody>
          <a:bodyPr vert="horz" wrap="square" lIns="91425" tIns="45713" rIns="91425" bIns="45713" numCol="1" anchor="t" anchorCtr="0" compatLnSpc="1">
            <a:prstTxWarp prst="textNoShape">
              <a:avLst/>
            </a:prstTxWarp>
            <a:spAutoFit/>
          </a:bodyPr>
          <a:lstStyle/>
          <a:p>
            <a:pPr algn="ctr" defTabSz="914099" eaLnBrk="0" hangingPunct="0"/>
            <a:r>
              <a:rPr lang="en-US" sz="700" dirty="0">
                <a:solidFill>
                  <a:srgbClr val="FFFFFF">
                    <a:alpha val="99000"/>
                  </a:srgbClr>
                </a:solidFill>
                <a:cs typeface="Arial" charset="0"/>
              </a:rPr>
              <a:t>© </a:t>
            </a:r>
            <a:r>
              <a:rPr lang="en-US" sz="700" dirty="0" smtClean="0">
                <a:solidFill>
                  <a:srgbClr val="FFFFFF">
                    <a:alpha val="99000"/>
                  </a:srgbClr>
                </a:solidFill>
                <a:cs typeface="Arial" charset="0"/>
              </a:rPr>
              <a:t>2011 Microsoft </a:t>
            </a:r>
            <a:r>
              <a:rPr lang="en-US" sz="700" dirty="0">
                <a:solidFill>
                  <a:srgbClr val="FFFFFF">
                    <a:alpha val="99000"/>
                  </a:srgbClr>
                </a:solidFill>
                <a:cs typeface="Arial" charset="0"/>
              </a:rPr>
              <a:t>Corporation. All rights reserved. Microsoft, Windows, Windows Vista and other product names are or may be registered trademarks and/or trademarks in the U.S. and/or other countries.</a:t>
            </a:r>
          </a:p>
          <a:p>
            <a:pPr algn="ctr" defTabSz="914099" eaLnBrk="0" hangingPunct="0"/>
            <a:r>
              <a:rPr lang="en-US" sz="700" dirty="0">
                <a:solidFill>
                  <a:srgbClr val="FFFFFF">
                    <a:alpha val="99000"/>
                  </a:srgbClr>
                </a:solidFill>
                <a:cs typeface="Arial" charset="0"/>
              </a:rPr>
              <a:t>The information herein is for informational purposes only and represents the current view of Microsoft Corporation as of the date of this presentation.  Because Microsoft must respond to changing market conditions, it should not be interpreted to be a commitment on the part of Microsoft, and Microsoft cannot guarantee the accuracy of any information provided after the date of this presentation.  </a:t>
            </a:r>
            <a:r>
              <a:rPr lang="en-US" sz="700" dirty="0" smtClean="0">
                <a:solidFill>
                  <a:srgbClr val="FFFFFF">
                    <a:alpha val="99000"/>
                  </a:srgbClr>
                </a:solidFill>
                <a:cs typeface="Arial" charset="0"/>
              </a:rPr>
              <a:t>MICROSOFT </a:t>
            </a:r>
            <a:r>
              <a:rPr lang="en-US" sz="700" dirty="0">
                <a:solidFill>
                  <a:srgbClr val="FFFFFF">
                    <a:alpha val="99000"/>
                  </a:srgbClr>
                </a:solidFill>
                <a:cs typeface="Arial" charset="0"/>
              </a:rPr>
              <a:t>MAKES NO WARRANTIES, EXPRESS, IMPLIED OR STATUTORY, AS TO THE INFORMATION IN THIS PRESENTATION.</a:t>
            </a:r>
          </a:p>
        </p:txBody>
      </p:sp>
    </p:spTree>
    <p:extLst>
      <p:ext uri="{BB962C8B-B14F-4D97-AF65-F5344CB8AC3E}">
        <p14:creationId xmlns:p14="http://schemas.microsoft.com/office/powerpoint/2010/main" val="1031120023"/>
      </p:ext>
    </p:extLst>
  </p:cSld>
  <p:clrMapOvr>
    <a:masterClrMapping/>
  </p:clrMapOvr>
  <p:transition>
    <p:fade/>
  </p:transition>
  <p:timing>
    <p:tnLst>
      <p:par>
        <p:cTn id="1" dur="indefinite" restart="never" nodeType="tmRoot"/>
      </p:par>
    </p:tnLst>
  </p:timing>
</p:sldLayout>
</file>

<file path=ppt/slideLayouts/slideLayout44.xml><?xml version="1.0" encoding="utf-8"?>
<p:sldLayout xmlns:a="http://schemas.openxmlformats.org/drawingml/2006/main" xmlns:r="http://schemas.openxmlformats.org/officeDocument/2006/relationships" xmlns:p="http://schemas.openxmlformats.org/presentationml/2006/main" preserve="1" userDrawn="1">
  <p:cSld name="WALKIN - Prints in GRAYSCALE">
    <p:bg bwMode="ltGray">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4" name="Text Placeholder 5"/>
          <p:cNvSpPr>
            <a:spLocks noGrp="1"/>
          </p:cNvSpPr>
          <p:nvPr userDrawn="1">
            <p:ph type="body" sz="quarter" idx="10" hasCustomPrompt="1"/>
          </p:nvPr>
        </p:nvSpPr>
        <p:spPr>
          <a:xfrm>
            <a:off x="512897" y="2892711"/>
            <a:ext cx="11231365" cy="1218795"/>
          </a:xfrm>
        </p:spPr>
        <p:txBody>
          <a:bodyPr/>
          <a:lstStyle>
            <a:lvl1pPr marL="0" indent="0">
              <a:buNone/>
              <a:defRPr lang="en-US" sz="8800" i="0" kern="1200" spc="-100" baseline="0" dirty="0" smtClean="0">
                <a:solidFill>
                  <a:schemeClr val="bg1">
                    <a:alpha val="99000"/>
                  </a:schemeClr>
                </a:solidFill>
                <a:latin typeface="Segoe UI Light" pitchFamily="34" charset="0"/>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smtClean="0"/>
              <a:t>Click to edit title style</a:t>
            </a:r>
          </a:p>
        </p:txBody>
      </p:sp>
      <p:sp>
        <p:nvSpPr>
          <p:cNvPr id="25" name="Text Placeholder 8"/>
          <p:cNvSpPr>
            <a:spLocks noGrp="1"/>
          </p:cNvSpPr>
          <p:nvPr userDrawn="1">
            <p:ph type="body" sz="quarter" idx="11" hasCustomPrompt="1"/>
          </p:nvPr>
        </p:nvSpPr>
        <p:spPr>
          <a:xfrm>
            <a:off x="512897" y="4343400"/>
            <a:ext cx="7515594" cy="443198"/>
          </a:xfrm>
        </p:spPr>
        <p:txBody>
          <a:bodyPr/>
          <a:lstStyle>
            <a:lvl1pPr marL="0" indent="0">
              <a:buNone/>
              <a:defRPr lang="en-US" sz="3200" kern="1200" spc="-100" baseline="0" dirty="0">
                <a:solidFill>
                  <a:schemeClr val="bg1">
                    <a:alpha val="99000"/>
                  </a:schemeClr>
                </a:solidFill>
                <a:latin typeface="+mj-lt"/>
                <a:ea typeface="+mn-ea"/>
                <a:cs typeface="+mn-cs"/>
              </a:defRPr>
            </a:lvl1pPr>
          </a:lstStyle>
          <a:p>
            <a:pPr marL="0" lvl="0" indent="0" algn="l" defTabSz="914363" rtl="0" eaLnBrk="1" latinLnBrk="0" hangingPunct="1">
              <a:lnSpc>
                <a:spcPct val="90000"/>
              </a:lnSpc>
              <a:spcBef>
                <a:spcPct val="20000"/>
              </a:spcBef>
              <a:buSzPct val="90000"/>
              <a:buFont typeface="Arial" pitchFamily="34" charset="0"/>
              <a:buNone/>
            </a:pPr>
            <a:r>
              <a:rPr lang="en-US" dirty="0" smtClean="0"/>
              <a:t>Speaker Name</a:t>
            </a:r>
            <a:endParaRPr lang="en-US" dirty="0"/>
          </a:p>
        </p:txBody>
      </p:sp>
      <p:pic>
        <p:nvPicPr>
          <p:cNvPr id="26" name="Picture 25" descr="Microsoft logo and tagline"/>
          <p:cNvPicPr>
            <a:picLocks noChangeAspect="1" noChangeArrowheads="1"/>
          </p:cNvPicPr>
          <p:nvPr userDrawn="1"/>
        </p:nvPicPr>
        <p:blipFill rotWithShape="1">
          <a:blip r:embed="rId3">
            <a:extLst>
              <a:ext uri="{BEBA8EAE-BF5A-486C-A8C5-ECC9F3942E4B}">
                <a14:imgProps xmlns:a14="http://schemas.microsoft.com/office/drawing/2010/main">
                  <a14:imgLayer r:embed="rId4">
                    <a14:imgEffect>
                      <a14:brightnessContrast bright="100000"/>
                    </a14:imgEffect>
                  </a14:imgLayer>
                </a14:imgProps>
              </a:ext>
              <a:ext uri="{28A0092B-C50C-407E-A947-70E740481C1C}">
                <a14:useLocalDpi xmlns:a14="http://schemas.microsoft.com/office/drawing/2010/main" val="0"/>
              </a:ext>
            </a:extLst>
          </a:blip>
          <a:srcRect/>
          <a:stretch/>
        </p:blipFill>
        <p:spPr bwMode="black">
          <a:xfrm>
            <a:off x="534847" y="6364651"/>
            <a:ext cx="1596068" cy="268366"/>
          </a:xfrm>
          <a:prstGeom prst="rect">
            <a:avLst/>
          </a:prstGeom>
          <a:noFill/>
          <a:ln>
            <a:noFill/>
          </a:ln>
        </p:spPr>
      </p:pic>
      <p:pic>
        <p:nvPicPr>
          <p:cNvPr id="7" name="Picture 6"/>
          <p:cNvPicPr>
            <a:picLocks noChangeAspect="1"/>
          </p:cNvPicPr>
          <p:nvPr userDrawn="1"/>
        </p:nvPicPr>
        <p:blipFill>
          <a:blip r:embed="rId5">
            <a:extLst>
              <a:ext uri="{BEBA8EAE-BF5A-486C-A8C5-ECC9F3942E4B}">
                <a14:imgProps xmlns:a14="http://schemas.microsoft.com/office/drawing/2010/main">
                  <a14:imgLayer r:embed="rId6">
                    <a14:imgEffect>
                      <a14:brightnessContrast bright="100000"/>
                    </a14:imgEffect>
                  </a14:imgLayer>
                </a14:imgProps>
              </a:ext>
              <a:ext uri="{28A0092B-C50C-407E-A947-70E740481C1C}">
                <a14:useLocalDpi xmlns:a14="http://schemas.microsoft.com/office/drawing/2010/main" val="0"/>
              </a:ext>
            </a:extLst>
          </a:blip>
          <a:stretch>
            <a:fillRect/>
          </a:stretch>
        </p:blipFill>
        <p:spPr>
          <a:xfrm>
            <a:off x="519249" y="228600"/>
            <a:ext cx="2498478" cy="290338"/>
          </a:xfrm>
          <a:prstGeom prst="rect">
            <a:avLst/>
          </a:prstGeom>
        </p:spPr>
      </p:pic>
    </p:spTree>
    <p:extLst>
      <p:ext uri="{BB962C8B-B14F-4D97-AF65-F5344CB8AC3E}">
        <p14:creationId xmlns:p14="http://schemas.microsoft.com/office/powerpoint/2010/main" val="1817412221"/>
      </p:ext>
    </p:extLst>
  </p:cSld>
  <p:clrMapOvr>
    <a:masterClrMapping/>
  </p:clrMapOvr>
  <p:transition>
    <p:fade/>
  </p:transition>
  <p:timing>
    <p:tnLst>
      <p:par>
        <p:cTn id="1" dur="indefinite" restart="never" nodeType="tmRoot"/>
      </p:par>
    </p:tnLst>
  </p:timing>
</p:sldLayout>
</file>

<file path=ppt/slideLayouts/slideLayout45.xml><?xml version="1.0" encoding="utf-8"?>
<p:sldLayout xmlns:a="http://schemas.openxmlformats.org/drawingml/2006/main" xmlns:r="http://schemas.openxmlformats.org/officeDocument/2006/relationships" xmlns:p="http://schemas.openxmlformats.org/presentationml/2006/main" preserve="1">
  <p:cSld name="Black Layout - Title and Conten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248" y="1447799"/>
            <a:ext cx="11151917"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4112933488"/>
      </p:ext>
    </p:extLst>
  </p:cSld>
  <p:clrMapOvr>
    <a:masterClrMapping/>
  </p:clrMapOvr>
  <p:transition>
    <p:fade/>
  </p:transition>
  <p:timing>
    <p:tnLst>
      <p:par>
        <p:cTn id="1" dur="indefinite" restart="never" nodeType="tmRoot"/>
      </p:par>
    </p:tnLst>
  </p:timing>
</p:sldLayout>
</file>

<file path=ppt/slideLayouts/slideLayout46.xml><?xml version="1.0" encoding="utf-8"?>
<p:sldLayout xmlns:a="http://schemas.openxmlformats.org/drawingml/2006/main" xmlns:r="http://schemas.openxmlformats.org/officeDocument/2006/relationships" xmlns:p="http://schemas.openxmlformats.org/presentationml/2006/main" preserve="1">
  <p:cSld name="Black Notes slide Layout">
    <p:bg bwMode="black">
      <p:bgPr>
        <a:solidFill>
          <a:srgbClr val="000000"/>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bwMode="white"/>
        <p:txBody>
          <a:bodyPr/>
          <a:lstStyle>
            <a:lvl1pPr>
              <a:defRPr>
                <a:gradFill>
                  <a:gsLst>
                    <a:gs pos="0">
                      <a:srgbClr val="FFFFFF"/>
                    </a:gs>
                    <a:gs pos="100000">
                      <a:srgbClr val="FFFFFF"/>
                    </a:gs>
                  </a:gsLst>
                  <a:lin ang="5400000" scaled="0"/>
                </a:gradFill>
              </a:defRPr>
            </a:lvl1pPr>
          </a:lstStyle>
          <a:p>
            <a:r>
              <a:rPr lang="en-US" smtClean="0"/>
              <a:t>Click to edit Master title style</a:t>
            </a:r>
            <a:endParaRPr lang="en-US" dirty="0"/>
          </a:p>
        </p:txBody>
      </p:sp>
      <p:sp>
        <p:nvSpPr>
          <p:cNvPr id="6" name="Text Placeholder 5"/>
          <p:cNvSpPr>
            <a:spLocks noGrp="1"/>
          </p:cNvSpPr>
          <p:nvPr>
            <p:ph type="body" sz="quarter" idx="10"/>
          </p:nvPr>
        </p:nvSpPr>
        <p:spPr bwMode="white">
          <a:xfrm>
            <a:off x="519248" y="1447799"/>
            <a:ext cx="11151917" cy="2000548"/>
          </a:xfrm>
        </p:spPr>
        <p:txBody>
          <a:bodyPr/>
          <a:lstStyle>
            <a:lvl1pPr marL="460375" indent="-460375">
              <a:buClr>
                <a:srgbClr val="FFFFFF"/>
              </a:buClr>
              <a:buSzPct val="70000"/>
              <a:buFontTx/>
              <a:buBlip>
                <a:blip r:embed="rId2"/>
              </a:buBlip>
              <a:defRPr>
                <a:gradFill>
                  <a:gsLst>
                    <a:gs pos="0">
                      <a:srgbClr val="FFFFFF"/>
                    </a:gs>
                    <a:gs pos="86000">
                      <a:srgbClr val="FFFFFF"/>
                    </a:gs>
                  </a:gsLst>
                  <a:lin ang="5400000" scaled="0"/>
                </a:gradFill>
              </a:defRPr>
            </a:lvl1pPr>
            <a:lvl2pPr marL="855663" indent="-395288">
              <a:buClr>
                <a:srgbClr val="FFFFFF"/>
              </a:buClr>
              <a:buSzPct val="70000"/>
              <a:buFontTx/>
              <a:buBlip>
                <a:blip r:embed="rId2"/>
              </a:buBlip>
              <a:defRPr>
                <a:gradFill>
                  <a:gsLst>
                    <a:gs pos="0">
                      <a:srgbClr val="FFFFFF"/>
                    </a:gs>
                    <a:gs pos="86000">
                      <a:srgbClr val="FFFFFF"/>
                    </a:gs>
                  </a:gsLst>
                  <a:lin ang="5400000" scaled="0"/>
                </a:gradFill>
              </a:defRPr>
            </a:lvl2pPr>
            <a:lvl3pPr marL="1258888" indent="-403225">
              <a:buClr>
                <a:srgbClr val="FFFFFF"/>
              </a:buClr>
              <a:buSzPct val="70000"/>
              <a:buFontTx/>
              <a:buBlip>
                <a:blip r:embed="rId2"/>
              </a:buBlip>
              <a:defRPr>
                <a:gradFill>
                  <a:gsLst>
                    <a:gs pos="0">
                      <a:srgbClr val="FFFFFF"/>
                    </a:gs>
                    <a:gs pos="86000">
                      <a:srgbClr val="FFFFFF"/>
                    </a:gs>
                  </a:gsLst>
                  <a:lin ang="5400000" scaled="0"/>
                </a:gradFill>
              </a:defRPr>
            </a:lvl3pPr>
            <a:lvl4pPr marL="1604963" indent="-346075">
              <a:buClr>
                <a:srgbClr val="FFFFFF"/>
              </a:buClr>
              <a:buSzPct val="70000"/>
              <a:buFontTx/>
              <a:buBlip>
                <a:blip r:embed="rId2"/>
              </a:buBlip>
              <a:defRPr>
                <a:gradFill>
                  <a:gsLst>
                    <a:gs pos="0">
                      <a:srgbClr val="FFFFFF"/>
                    </a:gs>
                    <a:gs pos="86000">
                      <a:srgbClr val="FFFFFF"/>
                    </a:gs>
                  </a:gsLst>
                  <a:lin ang="5400000" scaled="0"/>
                </a:gradFill>
              </a:defRPr>
            </a:lvl4pPr>
            <a:lvl5pPr marL="1941513" indent="-336550">
              <a:buClr>
                <a:srgbClr val="FFFFFF"/>
              </a:buClr>
              <a:buSzPct val="70000"/>
              <a:buFontTx/>
              <a:buBlip>
                <a:blip r:embed="rId2"/>
              </a:buBlip>
              <a:defRPr>
                <a:gradFill>
                  <a:gsLst>
                    <a:gs pos="0">
                      <a:srgbClr val="FFFFFF"/>
                    </a:gs>
                    <a:gs pos="86000">
                      <a:srgbClr val="FFFFFF"/>
                    </a:gs>
                  </a:gsLst>
                  <a:lin ang="5400000" scaled="0"/>
                </a:gradFill>
              </a:defRPr>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6"/>
          <p:cNvSpPr>
            <a:spLocks noGrp="1"/>
          </p:cNvSpPr>
          <p:nvPr>
            <p:ph type="body" sz="quarter" idx="11"/>
          </p:nvPr>
        </p:nvSpPr>
        <p:spPr>
          <a:xfrm>
            <a:off x="1" y="6238877"/>
            <a:ext cx="12192001" cy="619125"/>
          </a:xfrm>
          <a:solidFill>
            <a:srgbClr val="FFFF99"/>
          </a:solidFill>
        </p:spPr>
        <p:txBody>
          <a:bodyPr wrap="square" lIns="152394" tIns="76197" rIns="152394" bIns="76197" anchor="b" anchorCtr="0">
            <a:noAutofit/>
          </a:bodyPr>
          <a:lstStyle>
            <a:lvl1pPr algn="r">
              <a:buFont typeface="Arial" pitchFamily="34" charset="0"/>
              <a:buNone/>
              <a:defRPr spc="-50" baseline="0">
                <a:gradFill>
                  <a:gsLst>
                    <a:gs pos="0">
                      <a:srgbClr val="000000"/>
                    </a:gs>
                    <a:gs pos="100000">
                      <a:srgbClr val="000000"/>
                    </a:gs>
                  </a:gsLst>
                  <a:lin ang="5400000" scaled="0"/>
                </a:gradFill>
                <a:effectLst/>
                <a:latin typeface="Segoe UI" pitchFamily="34" charset="0"/>
              </a:defRPr>
            </a:lvl1pPr>
          </a:lstStyle>
          <a:p>
            <a:pPr lvl="0"/>
            <a:r>
              <a:rPr lang="en-US" smtClean="0"/>
              <a:t>Click to edit Master text styles</a:t>
            </a:r>
          </a:p>
        </p:txBody>
      </p:sp>
    </p:spTree>
    <p:extLst>
      <p:ext uri="{BB962C8B-B14F-4D97-AF65-F5344CB8AC3E}">
        <p14:creationId xmlns:p14="http://schemas.microsoft.com/office/powerpoint/2010/main" val="3494378039"/>
      </p:ext>
    </p:extLst>
  </p:cSld>
  <p:clrMapOvr>
    <a:masterClrMapping/>
  </p:clrMapOvr>
  <p:transition>
    <p:fade/>
  </p:transition>
  <p:timing>
    <p:tnLst>
      <p:par>
        <p:cTn id="1" dur="indefinite" restart="never" nodeType="tmRoot"/>
      </p:par>
    </p:tnLst>
  </p:timing>
</p:sldLayout>
</file>

<file path=ppt/slideLayouts/slideLayout47.xml><?xml version="1.0" encoding="utf-8"?>
<p:sldLayout xmlns:a="http://schemas.openxmlformats.org/drawingml/2006/main" xmlns:r="http://schemas.openxmlformats.org/officeDocument/2006/relationships" xmlns:p="http://schemas.openxmlformats.org/presentationml/2006/main" preserve="1" userDrawn="1">
  <p:cSld name="Title Slide 1">
    <p:bg>
      <p:bgPr>
        <a:solidFill>
          <a:schemeClr val="accent1"/>
        </a:solidFill>
        <a:effectLst/>
      </p:bgPr>
    </p:bg>
    <p:spTree>
      <p:nvGrpSpPr>
        <p:cNvPr id="1" name=""/>
        <p:cNvGrpSpPr/>
        <p:nvPr/>
      </p:nvGrpSpPr>
      <p:grpSpPr>
        <a:xfrm>
          <a:off x="0" y="0"/>
          <a:ext cx="0" cy="0"/>
          <a:chOff x="0" y="0"/>
          <a:chExt cx="0" cy="0"/>
        </a:xfrm>
      </p:grpSpPr>
      <p:sp>
        <p:nvSpPr>
          <p:cNvPr id="9" name="Title 1"/>
          <p:cNvSpPr>
            <a:spLocks noGrp="1"/>
          </p:cNvSpPr>
          <p:nvPr>
            <p:ph type="title" hasCustomPrompt="1"/>
          </p:nvPr>
        </p:nvSpPr>
        <p:spPr>
          <a:xfrm>
            <a:off x="269302" y="2084187"/>
            <a:ext cx="8964185" cy="1793090"/>
          </a:xfrm>
          <a:noFill/>
        </p:spPr>
        <p:txBody>
          <a:bodyPr lIns="146304" tIns="91440" rIns="146304" bIns="91440" anchor="t" anchorCtr="0"/>
          <a:lstStyle>
            <a:lvl1pPr>
              <a:defRPr sz="5882" spc="-98" baseline="0">
                <a:gradFill>
                  <a:gsLst>
                    <a:gs pos="5833">
                      <a:schemeClr val="tx1"/>
                    </a:gs>
                    <a:gs pos="53000">
                      <a:schemeClr val="tx1"/>
                    </a:gs>
                  </a:gsLst>
                  <a:lin ang="5400000" scaled="0"/>
                </a:gradFill>
              </a:defRPr>
            </a:lvl1pPr>
          </a:lstStyle>
          <a:p>
            <a:r>
              <a:rPr lang="en-US" dirty="0" smtClean="0"/>
              <a:t>Presentation title</a:t>
            </a:r>
            <a:endParaRPr lang="en-US" dirty="0"/>
          </a:p>
        </p:txBody>
      </p:sp>
      <p:sp>
        <p:nvSpPr>
          <p:cNvPr id="5" name="Text Placeholder 4"/>
          <p:cNvSpPr>
            <a:spLocks noGrp="1"/>
          </p:cNvSpPr>
          <p:nvPr>
            <p:ph type="body" sz="quarter" idx="12" hasCustomPrompt="1"/>
          </p:nvPr>
        </p:nvSpPr>
        <p:spPr>
          <a:xfrm>
            <a:off x="269302" y="3878574"/>
            <a:ext cx="8964186" cy="1792326"/>
          </a:xfrm>
          <a:noFill/>
        </p:spPr>
        <p:txBody>
          <a:bodyPr lIns="182880" tIns="146304" rIns="182880" bIns="146304">
            <a:noAutofit/>
          </a:bodyPr>
          <a:lstStyle>
            <a:lvl1pPr marL="0" indent="0">
              <a:spcBef>
                <a:spcPts val="0"/>
              </a:spcBef>
              <a:buNone/>
              <a:defRPr sz="3529" spc="0" baseline="0">
                <a:gradFill>
                  <a:gsLst>
                    <a:gs pos="5833">
                      <a:schemeClr val="tx1"/>
                    </a:gs>
                    <a:gs pos="53000">
                      <a:schemeClr val="tx1"/>
                    </a:gs>
                  </a:gsLst>
                  <a:lin ang="5400000" scaled="0"/>
                </a:gradFill>
                <a:latin typeface="+mj-lt"/>
              </a:defRPr>
            </a:lvl1pPr>
          </a:lstStyle>
          <a:p>
            <a:pPr lvl="0"/>
            <a:r>
              <a:rPr lang="en-US" dirty="0" smtClean="0"/>
              <a:t>Speaker Name</a:t>
            </a:r>
          </a:p>
        </p:txBody>
      </p:sp>
      <p:sp>
        <p:nvSpPr>
          <p:cNvPr id="2" name="Footer Placeholder 1"/>
          <p:cNvSpPr>
            <a:spLocks noGrp="1"/>
          </p:cNvSpPr>
          <p:nvPr>
            <p:ph type="ftr" sz="quarter" idx="13"/>
          </p:nvPr>
        </p:nvSpPr>
        <p:spPr/>
        <p:txBody>
          <a:bodyPr/>
          <a:lstStyle/>
          <a:p>
            <a:r>
              <a:rPr smtClean="0">
                <a:gradFill>
                  <a:gsLst>
                    <a:gs pos="2239">
                      <a:srgbClr val="FFFFFF"/>
                    </a:gs>
                    <a:gs pos="11940">
                      <a:srgbClr val="FFFFFF"/>
                    </a:gs>
                  </a:gsLst>
                  <a:lin ang="5400000" scaled="0"/>
                </a:gradFill>
              </a:rPr>
              <a:t>Microsoft Confidential</a:t>
            </a:r>
            <a:endParaRPr>
              <a:gradFill>
                <a:gsLst>
                  <a:gs pos="2239">
                    <a:srgbClr val="FFFFFF"/>
                  </a:gs>
                  <a:gs pos="11940">
                    <a:srgbClr val="FFFFFF"/>
                  </a:gs>
                </a:gsLst>
                <a:lin ang="5400000" scaled="0"/>
              </a:gradFill>
            </a:endParaRPr>
          </a:p>
        </p:txBody>
      </p:sp>
      <p:sp>
        <p:nvSpPr>
          <p:cNvPr id="3" name="Slide Number Placeholder 2"/>
          <p:cNvSpPr>
            <a:spLocks noGrp="1"/>
          </p:cNvSpPr>
          <p:nvPr>
            <p:ph type="sldNum" sz="quarter" idx="14"/>
          </p:nvPr>
        </p:nvSpPr>
        <p:spPr/>
        <p:txBody>
          <a:bodyPr/>
          <a:lstStyle/>
          <a:p>
            <a:fld id="{27258FFF-F925-446B-8502-81C933981705}" type="slidenum">
              <a:rPr>
                <a:gradFill>
                  <a:gsLst>
                    <a:gs pos="2239">
                      <a:srgbClr val="FFFFFF"/>
                    </a:gs>
                    <a:gs pos="11940">
                      <a:srgbClr val="FFFFFF"/>
                    </a:gs>
                  </a:gsLst>
                  <a:lin ang="5400000" scaled="0"/>
                </a:gradFill>
              </a:rPr>
              <a:pPr/>
              <a:t>‹#›</a:t>
            </a:fld>
            <a:endParaRPr>
              <a:gradFill>
                <a:gsLst>
                  <a:gs pos="2239">
                    <a:srgbClr val="FFFFFF"/>
                  </a:gs>
                  <a:gs pos="11940">
                    <a:srgbClr val="FFFFFF"/>
                  </a:gs>
                </a:gsLst>
                <a:lin ang="5400000" scaled="0"/>
              </a:gradFill>
            </a:endParaRPr>
          </a:p>
        </p:txBody>
      </p:sp>
      <p:pic>
        <p:nvPicPr>
          <p:cNvPr id="7" name="Picture 6"/>
          <p:cNvPicPr>
            <a:picLocks noChangeAspect="1"/>
          </p:cNvPicPr>
          <p:nvPr userDrawn="1"/>
        </p:nvPicPr>
        <p:blipFill>
          <a:blip r:embed="rId2" cstate="screen">
            <a:extLst>
              <a:ext uri="{28A0092B-C50C-407E-A947-70E740481C1C}">
                <a14:useLocalDpi xmlns:a14="http://schemas.microsoft.com/office/drawing/2010/main" val="0"/>
              </a:ext>
            </a:extLst>
          </a:blip>
          <a:stretch>
            <a:fillRect/>
          </a:stretch>
        </p:blipFill>
        <p:spPr bwMode="invGray">
          <a:xfrm>
            <a:off x="455226" y="470410"/>
            <a:ext cx="1606863" cy="352152"/>
          </a:xfrm>
          <a:prstGeom prst="rect">
            <a:avLst/>
          </a:prstGeom>
        </p:spPr>
      </p:pic>
    </p:spTree>
    <p:extLst>
      <p:ext uri="{BB962C8B-B14F-4D97-AF65-F5344CB8AC3E}">
        <p14:creationId xmlns:p14="http://schemas.microsoft.com/office/powerpoint/2010/main" val="2275426116"/>
      </p:ext>
    </p:extLst>
  </p:cSld>
  <p:clrMapOvr>
    <a:overrideClrMapping bg1="dk1" tx1="lt1" bg2="dk2" tx2="lt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pos="288">
          <p15:clr>
            <a:srgbClr val="C35EA4"/>
          </p15:clr>
        </p15:guide>
        <p15:guide id="2" pos="7546">
          <p15:clr>
            <a:srgbClr val="C35EA4"/>
          </p15:clr>
        </p15:guide>
        <p15:guide id="3" orient="horz" pos="302">
          <p15:clr>
            <a:srgbClr val="C35EA4"/>
          </p15:clr>
        </p15:guide>
        <p15:guide id="4" orient="horz" pos="4104">
          <p15:clr>
            <a:srgbClr val="C35EA4"/>
          </p15:clr>
        </p15:guide>
      </p15:sldGuideLst>
    </p:ext>
  </p:extLst>
</p:sldLayout>
</file>

<file path=ppt/slideLayouts/slideLayout48.xml><?xml version="1.0" encoding="utf-8"?>
<p:sldLayout xmlns:a="http://schemas.openxmlformats.org/drawingml/2006/main" xmlns:r="http://schemas.openxmlformats.org/officeDocument/2006/relationships" xmlns:p="http://schemas.openxmlformats.org/presentationml/2006/main" preserve="1" userDrawn="1">
  <p:cSld name="Title Slide 3">
    <p:bg bwMode="gray">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3"/>
          </p:nvPr>
        </p:nvSpPr>
        <p:spPr>
          <a:xfrm>
            <a:off x="0" y="0"/>
            <a:ext cx="12192000" cy="727700"/>
          </a:xfrm>
        </p:spPr>
        <p:txBody>
          <a:bodyPr/>
          <a:lstStyle>
            <a:lvl1pPr marL="0" indent="0">
              <a:buNone/>
              <a:defRPr/>
            </a:lvl1pPr>
          </a:lstStyle>
          <a:p>
            <a:r>
              <a:rPr lang="en-US" smtClean="0"/>
              <a:t>Click icon to add picture</a:t>
            </a:r>
            <a:endParaRPr lang="en-US"/>
          </a:p>
        </p:txBody>
      </p:sp>
      <p:pic>
        <p:nvPicPr>
          <p:cNvPr id="7" name="Picture 6"/>
          <p:cNvPicPr>
            <a:picLocks noChangeAspect="1"/>
          </p:cNvPicPr>
          <p:nvPr userDrawn="1"/>
        </p:nvPicPr>
        <p:blipFill rotWithShape="1">
          <a:blip r:embed="rId2">
            <a:extLst>
              <a:ext uri="{28A0092B-C50C-407E-A947-70E740481C1C}">
                <a14:useLocalDpi xmlns:a14="http://schemas.microsoft.com/office/drawing/2010/main" val="0"/>
              </a:ext>
            </a:extLst>
          </a:blip>
          <a:srcRect/>
          <a:stretch/>
        </p:blipFill>
        <p:spPr>
          <a:xfrm>
            <a:off x="257768" y="816708"/>
            <a:ext cx="11676463" cy="5761918"/>
          </a:xfrm>
          <a:prstGeom prst="rect">
            <a:avLst/>
          </a:prstGeom>
          <a:noFill/>
          <a:ln>
            <a:noFill/>
          </a:ln>
        </p:spPr>
      </p:pic>
      <p:sp>
        <p:nvSpPr>
          <p:cNvPr id="5" name="Text Placeholder 4"/>
          <p:cNvSpPr>
            <a:spLocks noGrp="1"/>
          </p:cNvSpPr>
          <p:nvPr>
            <p:ph type="body" sz="quarter" idx="12" hasCustomPrompt="1"/>
          </p:nvPr>
        </p:nvSpPr>
        <p:spPr>
          <a:xfrm>
            <a:off x="271105" y="3877271"/>
            <a:ext cx="5095209" cy="999080"/>
          </a:xfrm>
          <a:noFill/>
        </p:spPr>
        <p:txBody>
          <a:bodyPr lIns="182880" tIns="146304" rIns="182880" bIns="146304">
            <a:noAutofit/>
          </a:bodyPr>
          <a:lstStyle>
            <a:lvl1pPr marL="0" indent="0">
              <a:spcBef>
                <a:spcPts val="0"/>
              </a:spcBef>
              <a:buNone/>
              <a:defRPr sz="3529" spc="0" baseline="0">
                <a:gradFill>
                  <a:gsLst>
                    <a:gs pos="7965">
                      <a:schemeClr val="tx1"/>
                    </a:gs>
                    <a:gs pos="8000">
                      <a:schemeClr val="tx1"/>
                    </a:gs>
                  </a:gsLst>
                  <a:lin ang="5400000" scaled="0"/>
                </a:gradFill>
                <a:latin typeface="+mj-lt"/>
              </a:defRPr>
            </a:lvl1pPr>
          </a:lstStyle>
          <a:p>
            <a:pPr lvl="0"/>
            <a:r>
              <a:rPr lang="en-US" dirty="0" smtClean="0"/>
              <a:t>Speaker Name</a:t>
            </a:r>
          </a:p>
        </p:txBody>
      </p:sp>
      <p:sp>
        <p:nvSpPr>
          <p:cNvPr id="9" name="Title 1"/>
          <p:cNvSpPr>
            <a:spLocks noGrp="1"/>
          </p:cNvSpPr>
          <p:nvPr>
            <p:ph type="title" hasCustomPrompt="1"/>
          </p:nvPr>
        </p:nvSpPr>
        <p:spPr>
          <a:xfrm>
            <a:off x="269303" y="2084186"/>
            <a:ext cx="5085476" cy="1793104"/>
          </a:xfrm>
          <a:noFill/>
        </p:spPr>
        <p:txBody>
          <a:bodyPr lIns="146304" tIns="91440" rIns="146304" bIns="91440" anchor="t" anchorCtr="0"/>
          <a:lstStyle>
            <a:lvl1pPr>
              <a:defRPr sz="5882" spc="-98" baseline="0">
                <a:gradFill>
                  <a:gsLst>
                    <a:gs pos="7965">
                      <a:schemeClr val="tx1"/>
                    </a:gs>
                    <a:gs pos="8000">
                      <a:schemeClr val="tx1"/>
                    </a:gs>
                  </a:gsLst>
                  <a:lin ang="5400000" scaled="0"/>
                </a:gradFill>
              </a:defRPr>
            </a:lvl1pPr>
          </a:lstStyle>
          <a:p>
            <a:r>
              <a:rPr lang="en-US" dirty="0" smtClean="0"/>
              <a:t>Presentation title</a:t>
            </a:r>
            <a:endParaRPr lang="en-US" dirty="0"/>
          </a:p>
        </p:txBody>
      </p:sp>
      <p:pic>
        <p:nvPicPr>
          <p:cNvPr id="12" name="Picture 11"/>
          <p:cNvPicPr>
            <a:picLocks noChangeAspect="1"/>
          </p:cNvPicPr>
          <p:nvPr userDrawn="1"/>
        </p:nvPicPr>
        <p:blipFill rotWithShape="1">
          <a:blip r:embed="rId3">
            <a:extLst>
              <a:ext uri="{28A0092B-C50C-407E-A947-70E740481C1C}">
                <a14:useLocalDpi xmlns:a14="http://schemas.microsoft.com/office/drawing/2010/main" val="0"/>
              </a:ext>
            </a:extLst>
          </a:blip>
          <a:srcRect/>
          <a:stretch/>
        </p:blipFill>
        <p:spPr>
          <a:xfrm>
            <a:off x="2213414" y="322490"/>
            <a:ext cx="9720817" cy="6256136"/>
          </a:xfrm>
          <a:prstGeom prst="rect">
            <a:avLst/>
          </a:prstGeom>
          <a:noFill/>
          <a:ln>
            <a:noFill/>
          </a:ln>
        </p:spPr>
      </p:pic>
    </p:spTree>
    <p:extLst>
      <p:ext uri="{BB962C8B-B14F-4D97-AF65-F5344CB8AC3E}">
        <p14:creationId xmlns:p14="http://schemas.microsoft.com/office/powerpoint/2010/main" val="122344723"/>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302">
          <p15:clr>
            <a:srgbClr val="C35EA4"/>
          </p15:clr>
        </p15:guide>
        <p15:guide id="2" orient="horz" pos="4104">
          <p15:clr>
            <a:srgbClr val="C35EA4"/>
          </p15:clr>
        </p15:guide>
        <p15:guide id="3" pos="288">
          <p15:clr>
            <a:srgbClr val="C35EA4"/>
          </p15:clr>
        </p15:guide>
        <p15:guide id="4" pos="7546">
          <p15:clr>
            <a:srgbClr val="C35EA4"/>
          </p15:clr>
        </p15:guide>
      </p15:sldGuideLst>
    </p:ext>
  </p:extLst>
</p:sldLayout>
</file>

<file path=ppt/slideLayouts/slideLayout49.xml><?xml version="1.0" encoding="utf-8"?>
<p:sldLayout xmlns:a="http://schemas.openxmlformats.org/drawingml/2006/main" xmlns:r="http://schemas.openxmlformats.org/officeDocument/2006/relationships" xmlns:p="http://schemas.openxmlformats.org/presentationml/2006/main" preserve="1" userDrawn="1">
  <p:cSld name="Title Slide 2">
    <p:bg bwMode="gray">
      <p:bgPr>
        <a:solidFill>
          <a:schemeClr val="bg1"/>
        </a:solidFill>
        <a:effectLst/>
      </p:bgPr>
    </p:bg>
    <p:spTree>
      <p:nvGrpSpPr>
        <p:cNvPr id="1" name=""/>
        <p:cNvGrpSpPr/>
        <p:nvPr/>
      </p:nvGrpSpPr>
      <p:grpSpPr>
        <a:xfrm>
          <a:off x="0" y="0"/>
          <a:ext cx="0" cy="0"/>
          <a:chOff x="0" y="0"/>
          <a:chExt cx="0" cy="0"/>
        </a:xfrm>
      </p:grpSpPr>
      <p:sp>
        <p:nvSpPr>
          <p:cNvPr id="5" name="Picture Placeholder 4"/>
          <p:cNvSpPr>
            <a:spLocks noGrp="1"/>
          </p:cNvSpPr>
          <p:nvPr>
            <p:ph type="pic" sz="quarter" idx="15"/>
          </p:nvPr>
        </p:nvSpPr>
        <p:spPr>
          <a:xfrm>
            <a:off x="0" y="0"/>
            <a:ext cx="12192000" cy="727700"/>
          </a:xfrm>
        </p:spPr>
        <p:txBody>
          <a:bodyPr/>
          <a:lstStyle>
            <a:lvl1pPr marL="0" indent="0">
              <a:buNone/>
              <a:defRPr/>
            </a:lvl1pPr>
          </a:lstStyle>
          <a:p>
            <a:r>
              <a:rPr lang="en-US" smtClean="0"/>
              <a:t>Click icon to add picture</a:t>
            </a:r>
            <a:endParaRPr lang="en-US"/>
          </a:p>
        </p:txBody>
      </p:sp>
      <p:sp>
        <p:nvSpPr>
          <p:cNvPr id="2" name="Footer Placeholder 1"/>
          <p:cNvSpPr>
            <a:spLocks noGrp="1"/>
          </p:cNvSpPr>
          <p:nvPr>
            <p:ph type="ftr" sz="quarter" idx="13"/>
          </p:nvPr>
        </p:nvSpPr>
        <p:spPr/>
        <p:txBody>
          <a:bodyPr/>
          <a:lstStyle/>
          <a:p>
            <a:r>
              <a:rPr smtClean="0">
                <a:gradFill>
                  <a:gsLst>
                    <a:gs pos="2239">
                      <a:srgbClr val="505050"/>
                    </a:gs>
                    <a:gs pos="11940">
                      <a:srgbClr val="505050"/>
                    </a:gs>
                  </a:gsLst>
                  <a:lin ang="5400000" scaled="0"/>
                </a:gradFill>
              </a:rPr>
              <a:t>Microsoft Confidential</a:t>
            </a:r>
            <a:endParaRPr>
              <a:gradFill>
                <a:gsLst>
                  <a:gs pos="2239">
                    <a:srgbClr val="505050"/>
                  </a:gs>
                  <a:gs pos="11940">
                    <a:srgbClr val="505050"/>
                  </a:gs>
                </a:gsLst>
                <a:lin ang="5400000" scaled="0"/>
              </a:gradFill>
            </a:endParaRPr>
          </a:p>
        </p:txBody>
      </p:sp>
      <p:sp>
        <p:nvSpPr>
          <p:cNvPr id="3" name="Slide Number Placeholder 2"/>
          <p:cNvSpPr>
            <a:spLocks noGrp="1"/>
          </p:cNvSpPr>
          <p:nvPr>
            <p:ph type="sldNum" sz="quarter" idx="14"/>
          </p:nvPr>
        </p:nvSpPr>
        <p:spPr/>
        <p:txBody>
          <a:bodyPr/>
          <a:lstStyle/>
          <a:p>
            <a:fld id="{27258FFF-F925-446B-8502-81C933981705}" type="slidenum">
              <a:rPr>
                <a:gradFill>
                  <a:gsLst>
                    <a:gs pos="2239">
                      <a:srgbClr val="505050"/>
                    </a:gs>
                    <a:gs pos="11940">
                      <a:srgbClr val="505050"/>
                    </a:gs>
                  </a:gsLst>
                  <a:lin ang="5400000" scaled="0"/>
                </a:gradFill>
              </a:rPr>
              <a:pPr/>
              <a:t>‹#›</a:t>
            </a:fld>
            <a:endParaRPr>
              <a:gradFill>
                <a:gsLst>
                  <a:gs pos="2239">
                    <a:srgbClr val="505050"/>
                  </a:gs>
                  <a:gs pos="11940">
                    <a:srgbClr val="505050"/>
                  </a:gs>
                </a:gsLst>
                <a:lin ang="5400000" scaled="0"/>
              </a:gradFill>
            </a:endParaRPr>
          </a:p>
        </p:txBody>
      </p:sp>
      <p:sp>
        <p:nvSpPr>
          <p:cNvPr id="7" name="Text Placeholder 4"/>
          <p:cNvSpPr>
            <a:spLocks noGrp="1"/>
          </p:cNvSpPr>
          <p:nvPr>
            <p:ph type="body" sz="quarter" idx="12" hasCustomPrompt="1"/>
          </p:nvPr>
        </p:nvSpPr>
        <p:spPr>
          <a:xfrm>
            <a:off x="271105" y="3877271"/>
            <a:ext cx="5095209" cy="999080"/>
          </a:xfrm>
          <a:noFill/>
        </p:spPr>
        <p:txBody>
          <a:bodyPr lIns="182880" tIns="146304" rIns="182880" bIns="146304">
            <a:noAutofit/>
          </a:bodyPr>
          <a:lstStyle>
            <a:lvl1pPr marL="0" indent="0">
              <a:spcBef>
                <a:spcPts val="0"/>
              </a:spcBef>
              <a:buNone/>
              <a:defRPr sz="3529" spc="0" baseline="0">
                <a:gradFill>
                  <a:gsLst>
                    <a:gs pos="7965">
                      <a:schemeClr val="tx1"/>
                    </a:gs>
                    <a:gs pos="8000">
                      <a:schemeClr val="tx1"/>
                    </a:gs>
                  </a:gsLst>
                  <a:lin ang="5400000" scaled="0"/>
                </a:gradFill>
                <a:latin typeface="+mj-lt"/>
              </a:defRPr>
            </a:lvl1pPr>
          </a:lstStyle>
          <a:p>
            <a:pPr lvl="0"/>
            <a:r>
              <a:rPr lang="en-US" dirty="0" smtClean="0"/>
              <a:t>Speaker Name</a:t>
            </a:r>
          </a:p>
        </p:txBody>
      </p:sp>
      <p:sp>
        <p:nvSpPr>
          <p:cNvPr id="8" name="Title 1"/>
          <p:cNvSpPr>
            <a:spLocks noGrp="1"/>
          </p:cNvSpPr>
          <p:nvPr>
            <p:ph type="title" hasCustomPrompt="1"/>
          </p:nvPr>
        </p:nvSpPr>
        <p:spPr>
          <a:xfrm>
            <a:off x="269303" y="2084186"/>
            <a:ext cx="5085476" cy="1793104"/>
          </a:xfrm>
          <a:noFill/>
        </p:spPr>
        <p:txBody>
          <a:bodyPr lIns="146304" tIns="91440" rIns="146304" bIns="91440" anchor="t" anchorCtr="0"/>
          <a:lstStyle>
            <a:lvl1pPr>
              <a:defRPr sz="5882" spc="-98" baseline="0">
                <a:gradFill>
                  <a:gsLst>
                    <a:gs pos="7965">
                      <a:schemeClr val="tx1"/>
                    </a:gs>
                    <a:gs pos="8000">
                      <a:schemeClr val="tx1"/>
                    </a:gs>
                  </a:gsLst>
                  <a:lin ang="5400000" scaled="0"/>
                </a:gradFill>
              </a:defRPr>
            </a:lvl1pPr>
          </a:lstStyle>
          <a:p>
            <a:r>
              <a:rPr lang="en-US" dirty="0" smtClean="0"/>
              <a:t>Presentation title</a:t>
            </a:r>
            <a:endParaRPr lang="en-US" dirty="0"/>
          </a:p>
        </p:txBody>
      </p:sp>
    </p:spTree>
    <p:extLst>
      <p:ext uri="{BB962C8B-B14F-4D97-AF65-F5344CB8AC3E}">
        <p14:creationId xmlns:p14="http://schemas.microsoft.com/office/powerpoint/2010/main" val="2454481271"/>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302">
          <p15:clr>
            <a:srgbClr val="C35EA4"/>
          </p15:clr>
        </p15:guide>
        <p15:guide id="2" orient="horz" pos="4104">
          <p15:clr>
            <a:srgbClr val="C35EA4"/>
          </p15:clr>
        </p15:guide>
        <p15:guide id="3" pos="288">
          <p15:clr>
            <a:srgbClr val="C35EA4"/>
          </p15:clr>
        </p15:guide>
        <p15:guide id="4" pos="7546">
          <p15:clr>
            <a:srgbClr val="C35EA4"/>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reserve="1" userDrawn="1">
  <p:cSld name="Title Slide 4">
    <p:bg bwMode="gray">
      <p:bgPr>
        <a:solidFill>
          <a:schemeClr val="bg1"/>
        </a:solidFill>
        <a:effectLst/>
      </p:bgPr>
    </p:bg>
    <p:spTree>
      <p:nvGrpSpPr>
        <p:cNvPr id="1" name=""/>
        <p:cNvGrpSpPr/>
        <p:nvPr/>
      </p:nvGrpSpPr>
      <p:grpSpPr>
        <a:xfrm>
          <a:off x="0" y="0"/>
          <a:ext cx="0" cy="0"/>
          <a:chOff x="0" y="0"/>
          <a:chExt cx="0" cy="0"/>
        </a:xfrm>
      </p:grpSpPr>
      <p:sp>
        <p:nvSpPr>
          <p:cNvPr id="4" name="Picture Placeholder 3"/>
          <p:cNvSpPr>
            <a:spLocks noGrp="1"/>
          </p:cNvSpPr>
          <p:nvPr>
            <p:ph type="pic" sz="quarter" idx="13"/>
          </p:nvPr>
        </p:nvSpPr>
        <p:spPr>
          <a:xfrm>
            <a:off x="0" y="0"/>
            <a:ext cx="12192000" cy="727700"/>
          </a:xfrm>
        </p:spPr>
        <p:txBody>
          <a:bodyPr/>
          <a:lstStyle>
            <a:lvl1pPr marL="0" indent="0">
              <a:buNone/>
              <a:defRPr/>
            </a:lvl1pPr>
          </a:lstStyle>
          <a:p>
            <a:r>
              <a:rPr lang="en-US" smtClean="0"/>
              <a:t>Click icon to add picture</a:t>
            </a:r>
            <a:endParaRPr lang="en-US"/>
          </a:p>
        </p:txBody>
      </p:sp>
      <p:sp>
        <p:nvSpPr>
          <p:cNvPr id="5" name="Text Placeholder 4"/>
          <p:cNvSpPr>
            <a:spLocks noGrp="1"/>
          </p:cNvSpPr>
          <p:nvPr>
            <p:ph type="body" sz="quarter" idx="12" hasCustomPrompt="1"/>
          </p:nvPr>
        </p:nvSpPr>
        <p:spPr>
          <a:xfrm>
            <a:off x="271105" y="2084172"/>
            <a:ext cx="5376684" cy="1793110"/>
          </a:xfrm>
          <a:noFill/>
        </p:spPr>
        <p:txBody>
          <a:bodyPr lIns="182880" tIns="146304" rIns="182880" bIns="146304">
            <a:noAutofit/>
          </a:bodyPr>
          <a:lstStyle>
            <a:lvl1pPr marL="0" indent="0">
              <a:spcBef>
                <a:spcPts val="0"/>
              </a:spcBef>
              <a:buNone/>
              <a:defRPr sz="3529" spc="0" baseline="0">
                <a:gradFill>
                  <a:gsLst>
                    <a:gs pos="46903">
                      <a:srgbClr val="FFFFFF"/>
                    </a:gs>
                    <a:gs pos="83000">
                      <a:srgbClr val="FFFFFF"/>
                    </a:gs>
                  </a:gsLst>
                  <a:lin ang="5400000" scaled="1"/>
                </a:gradFill>
                <a:latin typeface="+mj-lt"/>
              </a:defRPr>
            </a:lvl1pPr>
          </a:lstStyle>
          <a:p>
            <a:pPr lvl="0"/>
            <a:r>
              <a:rPr lang="en-US" dirty="0" smtClean="0"/>
              <a:t>Speaker Name</a:t>
            </a:r>
          </a:p>
        </p:txBody>
      </p:sp>
      <p:sp>
        <p:nvSpPr>
          <p:cNvPr id="9" name="Title 1"/>
          <p:cNvSpPr>
            <a:spLocks noGrp="1"/>
          </p:cNvSpPr>
          <p:nvPr>
            <p:ph type="title" hasCustomPrompt="1"/>
          </p:nvPr>
        </p:nvSpPr>
        <p:spPr>
          <a:xfrm>
            <a:off x="269303" y="291069"/>
            <a:ext cx="5378485" cy="1793104"/>
          </a:xfrm>
          <a:noFill/>
        </p:spPr>
        <p:txBody>
          <a:bodyPr lIns="146304" tIns="91440" rIns="146304" bIns="91440" anchor="t" anchorCtr="0"/>
          <a:lstStyle>
            <a:lvl1pPr>
              <a:defRPr sz="5882" spc="-98" baseline="0">
                <a:gradFill>
                  <a:gsLst>
                    <a:gs pos="46903">
                      <a:srgbClr val="FFFFFF"/>
                    </a:gs>
                    <a:gs pos="83000">
                      <a:srgbClr val="FFFFFF"/>
                    </a:gs>
                  </a:gsLst>
                  <a:lin ang="5400000" scaled="1"/>
                </a:gradFill>
              </a:defRPr>
            </a:lvl1pPr>
          </a:lstStyle>
          <a:p>
            <a:r>
              <a:rPr lang="en-US" dirty="0" smtClean="0"/>
              <a:t>Presentation title</a:t>
            </a:r>
            <a:endParaRPr lang="en-US" dirty="0"/>
          </a:p>
        </p:txBody>
      </p:sp>
    </p:spTree>
    <p:extLst>
      <p:ext uri="{BB962C8B-B14F-4D97-AF65-F5344CB8AC3E}">
        <p14:creationId xmlns:p14="http://schemas.microsoft.com/office/powerpoint/2010/main" val="630521344"/>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302">
          <p15:clr>
            <a:srgbClr val="C35EA4"/>
          </p15:clr>
        </p15:guide>
        <p15:guide id="2" orient="horz" pos="4104">
          <p15:clr>
            <a:srgbClr val="C35EA4"/>
          </p15:clr>
        </p15:guide>
        <p15:guide id="3" pos="288">
          <p15:clr>
            <a:srgbClr val="C35EA4"/>
          </p15:clr>
        </p15:guide>
        <p15:guide id="4" pos="7546">
          <p15:clr>
            <a:srgbClr val="C35EA4"/>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userDrawn="1">
  <p:cSld name="Pull Quote 1">
    <p:bg bwMode="gray">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0"/>
          </p:nvPr>
        </p:nvSpPr>
        <p:spPr>
          <a:xfrm>
            <a:off x="0" y="0"/>
            <a:ext cx="12192000" cy="727700"/>
          </a:xfrm>
        </p:spPr>
        <p:txBody>
          <a:bodyPr/>
          <a:lstStyle>
            <a:lvl1pPr marL="0" indent="0">
              <a:buNone/>
              <a:defRPr/>
            </a:lvl1pPr>
          </a:lstStyle>
          <a:p>
            <a:r>
              <a:rPr lang="en-US" smtClean="0"/>
              <a:t>Click icon to add picture</a:t>
            </a:r>
            <a:endParaRPr lang="en-US"/>
          </a:p>
        </p:txBody>
      </p:sp>
      <p:sp>
        <p:nvSpPr>
          <p:cNvPr id="9" name="Title 1"/>
          <p:cNvSpPr>
            <a:spLocks noGrp="1"/>
          </p:cNvSpPr>
          <p:nvPr>
            <p:ph type="title" hasCustomPrompt="1"/>
          </p:nvPr>
        </p:nvSpPr>
        <p:spPr>
          <a:xfrm>
            <a:off x="269303" y="2084172"/>
            <a:ext cx="5378485" cy="3586208"/>
          </a:xfrm>
          <a:noFill/>
        </p:spPr>
        <p:txBody>
          <a:bodyPr lIns="146304" tIns="91440" rIns="146304" bIns="91440" anchor="t" anchorCtr="0"/>
          <a:lstStyle>
            <a:lvl1pPr>
              <a:defRPr sz="5882" spc="-98" baseline="0">
                <a:gradFill>
                  <a:gsLst>
                    <a:gs pos="46903">
                      <a:schemeClr val="tx1"/>
                    </a:gs>
                    <a:gs pos="83000">
                      <a:schemeClr val="tx1"/>
                    </a:gs>
                  </a:gsLst>
                  <a:lin ang="5400000" scaled="1"/>
                </a:gradFill>
              </a:defRPr>
            </a:lvl1pPr>
          </a:lstStyle>
          <a:p>
            <a:r>
              <a:rPr lang="en-US" dirty="0" smtClean="0"/>
              <a:t>Pull quote</a:t>
            </a:r>
            <a:endParaRPr lang="en-US" dirty="0"/>
          </a:p>
        </p:txBody>
      </p:sp>
    </p:spTree>
    <p:extLst>
      <p:ext uri="{BB962C8B-B14F-4D97-AF65-F5344CB8AC3E}">
        <p14:creationId xmlns:p14="http://schemas.microsoft.com/office/powerpoint/2010/main" val="765495870"/>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par>
    </p:tnLst>
  </p:timing>
  <p:extLst mod="1">
    <p:ext uri="{DCECCB84-F9BA-43D5-87BE-67443E8EF086}">
      <p15:sldGuideLst xmlns:p15="http://schemas.microsoft.com/office/powerpoint/2012/main">
        <p15:guide id="1" orient="horz" pos="302">
          <p15:clr>
            <a:srgbClr val="C35EA4"/>
          </p15:clr>
        </p15:guide>
        <p15:guide id="2" orient="horz" pos="4104">
          <p15:clr>
            <a:srgbClr val="C35EA4"/>
          </p15:clr>
        </p15:guide>
        <p15:guide id="3" pos="288">
          <p15:clr>
            <a:srgbClr val="C35EA4"/>
          </p15:clr>
        </p15:guide>
        <p15:guide id="4" pos="7546">
          <p15:clr>
            <a:srgbClr val="C35EA4"/>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userDrawn="1">
  <p:cSld name="Pull Quote 2">
    <p:bg bwMode="gray">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8"/>
          </p:nvPr>
        </p:nvSpPr>
        <p:spPr>
          <a:xfrm>
            <a:off x="0" y="0"/>
            <a:ext cx="12192000" cy="727700"/>
          </a:xfrm>
        </p:spPr>
        <p:txBody>
          <a:bodyPr/>
          <a:lstStyle>
            <a:lvl1pPr marL="0" indent="0">
              <a:buNone/>
              <a:defRPr/>
            </a:lvl1pPr>
          </a:lstStyle>
          <a:p>
            <a:r>
              <a:rPr lang="en-US" smtClean="0"/>
              <a:t>Click icon to add picture</a:t>
            </a:r>
            <a:endParaRPr lang="en-US"/>
          </a:p>
        </p:txBody>
      </p:sp>
      <p:sp>
        <p:nvSpPr>
          <p:cNvPr id="13" name="Text Placeholder 5"/>
          <p:cNvSpPr>
            <a:spLocks noGrp="1"/>
          </p:cNvSpPr>
          <p:nvPr>
            <p:ph type="body" sz="quarter" idx="15" hasCustomPrompt="1"/>
          </p:nvPr>
        </p:nvSpPr>
        <p:spPr>
          <a:xfrm>
            <a:off x="5914482" y="708900"/>
            <a:ext cx="627497" cy="627586"/>
          </a:xfrm>
          <a:solidFill>
            <a:srgbClr val="68217A"/>
          </a:solidFill>
        </p:spPr>
        <p:txBody>
          <a:bodyPr anchor="ctr">
            <a:noAutofit/>
          </a:bodyPr>
          <a:lstStyle>
            <a:lvl1pPr marL="0" indent="0">
              <a:lnSpc>
                <a:spcPts val="588"/>
              </a:lnSpc>
              <a:spcBef>
                <a:spcPts val="0"/>
              </a:spcBef>
              <a:buNone/>
              <a:defRPr sz="588">
                <a:solidFill>
                  <a:schemeClr val="bg1"/>
                </a:solidFill>
              </a:defRPr>
            </a:lvl1pPr>
            <a:lvl2pPr marL="336145" indent="0">
              <a:buNone/>
              <a:defRPr sz="3137"/>
            </a:lvl2pPr>
            <a:lvl3pPr marL="560241" indent="0">
              <a:buNone/>
              <a:defRPr sz="3137"/>
            </a:lvl3pPr>
            <a:lvl4pPr marL="784338" indent="0">
              <a:buNone/>
              <a:defRPr sz="3137"/>
            </a:lvl4pPr>
            <a:lvl5pPr marL="1008435" indent="0">
              <a:buNone/>
              <a:defRPr sz="3137"/>
            </a:lvl5pPr>
          </a:lstStyle>
          <a:p>
            <a:pPr lvl="0"/>
            <a:r>
              <a:rPr lang="en-US" smtClean="0"/>
              <a:t> </a:t>
            </a:r>
            <a:endParaRPr lang="en-US"/>
          </a:p>
        </p:txBody>
      </p:sp>
      <p:sp>
        <p:nvSpPr>
          <p:cNvPr id="14" name="Text Placeholder 5"/>
          <p:cNvSpPr>
            <a:spLocks noGrp="1"/>
          </p:cNvSpPr>
          <p:nvPr>
            <p:ph type="body" sz="quarter" idx="16" hasCustomPrompt="1"/>
          </p:nvPr>
        </p:nvSpPr>
        <p:spPr>
          <a:xfrm>
            <a:off x="9233488" y="891888"/>
            <a:ext cx="627497" cy="261610"/>
          </a:xfrm>
          <a:solidFill>
            <a:srgbClr val="68217A"/>
          </a:solidFill>
        </p:spPr>
        <p:txBody>
          <a:bodyPr anchor="ctr"/>
          <a:lstStyle>
            <a:lvl1pPr marL="0" indent="0">
              <a:lnSpc>
                <a:spcPts val="588"/>
              </a:lnSpc>
              <a:spcBef>
                <a:spcPts val="0"/>
              </a:spcBef>
              <a:buNone/>
              <a:defRPr sz="588">
                <a:solidFill>
                  <a:schemeClr val="bg1"/>
                </a:solidFill>
              </a:defRPr>
            </a:lvl1pPr>
            <a:lvl2pPr marL="336145" indent="0">
              <a:buNone/>
              <a:defRPr sz="3137"/>
            </a:lvl2pPr>
            <a:lvl3pPr marL="560241" indent="0">
              <a:buNone/>
              <a:defRPr sz="3137"/>
            </a:lvl3pPr>
            <a:lvl4pPr marL="784338" indent="0">
              <a:buNone/>
              <a:defRPr sz="3137"/>
            </a:lvl4pPr>
            <a:lvl5pPr marL="1008435" indent="0">
              <a:buNone/>
              <a:defRPr sz="3137"/>
            </a:lvl5pPr>
          </a:lstStyle>
          <a:p>
            <a:pPr lvl="0"/>
            <a:r>
              <a:rPr lang="en-US" smtClean="0"/>
              <a:t> </a:t>
            </a:r>
            <a:endParaRPr lang="en-US"/>
          </a:p>
        </p:txBody>
      </p:sp>
      <p:sp>
        <p:nvSpPr>
          <p:cNvPr id="15" name="Text Placeholder 5"/>
          <p:cNvSpPr>
            <a:spLocks noGrp="1"/>
          </p:cNvSpPr>
          <p:nvPr>
            <p:ph type="body" sz="quarter" idx="17" hasCustomPrompt="1"/>
          </p:nvPr>
        </p:nvSpPr>
        <p:spPr>
          <a:xfrm>
            <a:off x="9233488" y="3743932"/>
            <a:ext cx="627497" cy="261610"/>
          </a:xfrm>
          <a:solidFill>
            <a:srgbClr val="68217A"/>
          </a:solidFill>
        </p:spPr>
        <p:txBody>
          <a:bodyPr anchor="ctr"/>
          <a:lstStyle>
            <a:lvl1pPr marL="0" indent="0">
              <a:lnSpc>
                <a:spcPts val="588"/>
              </a:lnSpc>
              <a:spcBef>
                <a:spcPts val="0"/>
              </a:spcBef>
              <a:buNone/>
              <a:defRPr sz="588">
                <a:solidFill>
                  <a:schemeClr val="bg1"/>
                </a:solidFill>
              </a:defRPr>
            </a:lvl1pPr>
            <a:lvl2pPr marL="336145" indent="0">
              <a:buNone/>
              <a:defRPr sz="3137"/>
            </a:lvl2pPr>
            <a:lvl3pPr marL="560241" indent="0">
              <a:buNone/>
              <a:defRPr sz="3137"/>
            </a:lvl3pPr>
            <a:lvl4pPr marL="784338" indent="0">
              <a:buNone/>
              <a:defRPr sz="3137"/>
            </a:lvl4pPr>
            <a:lvl5pPr marL="1008435" indent="0">
              <a:buNone/>
              <a:defRPr sz="3137"/>
            </a:lvl5pPr>
          </a:lstStyle>
          <a:p>
            <a:pPr lvl="0"/>
            <a:r>
              <a:rPr lang="en-US" smtClean="0"/>
              <a:t> </a:t>
            </a:r>
            <a:endParaRPr lang="en-US"/>
          </a:p>
        </p:txBody>
      </p:sp>
      <p:sp>
        <p:nvSpPr>
          <p:cNvPr id="17" name="Title 16"/>
          <p:cNvSpPr>
            <a:spLocks noGrp="1"/>
          </p:cNvSpPr>
          <p:nvPr>
            <p:ph type="title"/>
          </p:nvPr>
        </p:nvSpPr>
        <p:spPr>
          <a:xfrm>
            <a:off x="4307819" y="3557465"/>
            <a:ext cx="2234160" cy="2228097"/>
          </a:xfrm>
          <a:solidFill>
            <a:srgbClr val="68217A"/>
          </a:solidFill>
        </p:spPr>
        <p:txBody>
          <a:bodyPr lIns="182880" tIns="146304" rIns="182880" bIns="146304"/>
          <a:lstStyle>
            <a:lvl1pPr>
              <a:defRPr sz="3137">
                <a:gradFill>
                  <a:gsLst>
                    <a:gs pos="14159">
                      <a:schemeClr val="bg1"/>
                    </a:gs>
                    <a:gs pos="37000">
                      <a:schemeClr val="bg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40447045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slow" p14:dur="3400">
        <p14:reveal/>
      </p:transition>
    </mc:Choice>
    <mc:Fallback xmlns="">
      <p:transition spd="slow">
        <p:fade/>
      </p:transition>
    </mc:Fallback>
  </mc:AlternateContent>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53" presetClass="entr" presetSubtype="528" fill="hold" grpId="0" nodeType="withEffect">
                                  <p:stCondLst>
                                    <p:cond delay="0"/>
                                  </p:stCondLst>
                                  <p:childTnLst>
                                    <p:set>
                                      <p:cBhvr>
                                        <p:cTn id="6" dur="1" fill="hold">
                                          <p:stCondLst>
                                            <p:cond delay="0"/>
                                          </p:stCondLst>
                                        </p:cTn>
                                        <p:tgtEl>
                                          <p:spTgt spid="13">
                                            <p:bg/>
                                          </p:spTgt>
                                        </p:tgtEl>
                                        <p:attrNameLst>
                                          <p:attrName>style.visibility</p:attrName>
                                        </p:attrNameLst>
                                      </p:cBhvr>
                                      <p:to>
                                        <p:strVal val="visible"/>
                                      </p:to>
                                    </p:set>
                                    <p:anim calcmode="lin" valueType="num">
                                      <p:cBhvr>
                                        <p:cTn id="7" dur="500" fill="hold"/>
                                        <p:tgtEl>
                                          <p:spTgt spid="13">
                                            <p:bg/>
                                          </p:spTgt>
                                        </p:tgtEl>
                                        <p:attrNameLst>
                                          <p:attrName>ppt_w</p:attrName>
                                        </p:attrNameLst>
                                      </p:cBhvr>
                                      <p:tavLst>
                                        <p:tav tm="0">
                                          <p:val>
                                            <p:fltVal val="0"/>
                                          </p:val>
                                        </p:tav>
                                        <p:tav tm="100000">
                                          <p:val>
                                            <p:strVal val="#ppt_w"/>
                                          </p:val>
                                        </p:tav>
                                      </p:tavLst>
                                    </p:anim>
                                    <p:anim calcmode="lin" valueType="num">
                                      <p:cBhvr>
                                        <p:cTn id="8" dur="500" fill="hold"/>
                                        <p:tgtEl>
                                          <p:spTgt spid="13">
                                            <p:bg/>
                                          </p:spTgt>
                                        </p:tgtEl>
                                        <p:attrNameLst>
                                          <p:attrName>ppt_h</p:attrName>
                                        </p:attrNameLst>
                                      </p:cBhvr>
                                      <p:tavLst>
                                        <p:tav tm="0">
                                          <p:val>
                                            <p:fltVal val="0"/>
                                          </p:val>
                                        </p:tav>
                                        <p:tav tm="100000">
                                          <p:val>
                                            <p:strVal val="#ppt_h"/>
                                          </p:val>
                                        </p:tav>
                                      </p:tavLst>
                                    </p:anim>
                                    <p:animEffect transition="in" filter="fade">
                                      <p:cBhvr>
                                        <p:cTn id="9" dur="500"/>
                                        <p:tgtEl>
                                          <p:spTgt spid="13">
                                            <p:bg/>
                                          </p:spTgt>
                                        </p:tgtEl>
                                      </p:cBhvr>
                                    </p:animEffect>
                                    <p:anim calcmode="lin" valueType="num">
                                      <p:cBhvr>
                                        <p:cTn id="10" dur="500" fill="hold"/>
                                        <p:tgtEl>
                                          <p:spTgt spid="13">
                                            <p:bg/>
                                          </p:spTgt>
                                        </p:tgtEl>
                                        <p:attrNameLst>
                                          <p:attrName>ppt_x</p:attrName>
                                        </p:attrNameLst>
                                      </p:cBhvr>
                                      <p:tavLst>
                                        <p:tav tm="0">
                                          <p:val>
                                            <p:fltVal val="0.5"/>
                                          </p:val>
                                        </p:tav>
                                        <p:tav tm="100000">
                                          <p:val>
                                            <p:strVal val="#ppt_x"/>
                                          </p:val>
                                        </p:tav>
                                      </p:tavLst>
                                    </p:anim>
                                    <p:anim calcmode="lin" valueType="num">
                                      <p:cBhvr>
                                        <p:cTn id="11" dur="500" fill="hold"/>
                                        <p:tgtEl>
                                          <p:spTgt spid="13">
                                            <p:bg/>
                                          </p:spTgt>
                                        </p:tgtEl>
                                        <p:attrNameLst>
                                          <p:attrName>ppt_y</p:attrName>
                                        </p:attrNameLst>
                                      </p:cBhvr>
                                      <p:tavLst>
                                        <p:tav tm="0">
                                          <p:val>
                                            <p:fltVal val="0.5"/>
                                          </p:val>
                                        </p:tav>
                                        <p:tav tm="100000">
                                          <p:val>
                                            <p:strVal val="#ppt_y"/>
                                          </p:val>
                                        </p:tav>
                                      </p:tavLst>
                                    </p:anim>
                                  </p:childTnLst>
                                </p:cTn>
                              </p:par>
                              <p:par>
                                <p:cTn id="12" presetID="53" presetClass="entr" presetSubtype="528" fill="hold" grpId="0" nodeType="withEffect">
                                  <p:stCondLst>
                                    <p:cond delay="0"/>
                                  </p:stCondLst>
                                  <p:childTnLst>
                                    <p:set>
                                      <p:cBhvr>
                                        <p:cTn id="13" dur="1" fill="hold">
                                          <p:stCondLst>
                                            <p:cond delay="0"/>
                                          </p:stCondLst>
                                        </p:cTn>
                                        <p:tgtEl>
                                          <p:spTgt spid="13">
                                            <p:txEl>
                                              <p:pRg st="0" end="0"/>
                                            </p:txEl>
                                          </p:spTgt>
                                        </p:tgtEl>
                                        <p:attrNameLst>
                                          <p:attrName>style.visibility</p:attrName>
                                        </p:attrNameLst>
                                      </p:cBhvr>
                                      <p:to>
                                        <p:strVal val="visible"/>
                                      </p:to>
                                    </p:set>
                                    <p:anim calcmode="lin" valueType="num">
                                      <p:cBhvr>
                                        <p:cTn id="14" dur="500" fill="hold"/>
                                        <p:tgtEl>
                                          <p:spTgt spid="13">
                                            <p:txEl>
                                              <p:pRg st="0" end="0"/>
                                            </p:txEl>
                                          </p:spTgt>
                                        </p:tgtEl>
                                        <p:attrNameLst>
                                          <p:attrName>ppt_w</p:attrName>
                                        </p:attrNameLst>
                                      </p:cBhvr>
                                      <p:tavLst>
                                        <p:tav tm="0">
                                          <p:val>
                                            <p:fltVal val="0"/>
                                          </p:val>
                                        </p:tav>
                                        <p:tav tm="100000">
                                          <p:val>
                                            <p:strVal val="#ppt_w"/>
                                          </p:val>
                                        </p:tav>
                                      </p:tavLst>
                                    </p:anim>
                                    <p:anim calcmode="lin" valueType="num">
                                      <p:cBhvr>
                                        <p:cTn id="15" dur="500" fill="hold"/>
                                        <p:tgtEl>
                                          <p:spTgt spid="13">
                                            <p:txEl>
                                              <p:pRg st="0" end="0"/>
                                            </p:txEl>
                                          </p:spTgt>
                                        </p:tgtEl>
                                        <p:attrNameLst>
                                          <p:attrName>ppt_h</p:attrName>
                                        </p:attrNameLst>
                                      </p:cBhvr>
                                      <p:tavLst>
                                        <p:tav tm="0">
                                          <p:val>
                                            <p:fltVal val="0"/>
                                          </p:val>
                                        </p:tav>
                                        <p:tav tm="100000">
                                          <p:val>
                                            <p:strVal val="#ppt_h"/>
                                          </p:val>
                                        </p:tav>
                                      </p:tavLst>
                                    </p:anim>
                                    <p:animEffect transition="in" filter="fade">
                                      <p:cBhvr>
                                        <p:cTn id="16" dur="500"/>
                                        <p:tgtEl>
                                          <p:spTgt spid="13">
                                            <p:txEl>
                                              <p:pRg st="0" end="0"/>
                                            </p:txEl>
                                          </p:spTgt>
                                        </p:tgtEl>
                                      </p:cBhvr>
                                    </p:animEffect>
                                    <p:anim calcmode="lin" valueType="num">
                                      <p:cBhvr>
                                        <p:cTn id="17" dur="500" fill="hold"/>
                                        <p:tgtEl>
                                          <p:spTgt spid="13">
                                            <p:txEl>
                                              <p:pRg st="0" end="0"/>
                                            </p:txEl>
                                          </p:spTgt>
                                        </p:tgtEl>
                                        <p:attrNameLst>
                                          <p:attrName>ppt_x</p:attrName>
                                        </p:attrNameLst>
                                      </p:cBhvr>
                                      <p:tavLst>
                                        <p:tav tm="0">
                                          <p:val>
                                            <p:fltVal val="0.5"/>
                                          </p:val>
                                        </p:tav>
                                        <p:tav tm="100000">
                                          <p:val>
                                            <p:strVal val="#ppt_x"/>
                                          </p:val>
                                        </p:tav>
                                      </p:tavLst>
                                    </p:anim>
                                    <p:anim calcmode="lin" valueType="num">
                                      <p:cBhvr>
                                        <p:cTn id="18" dur="500" fill="hold"/>
                                        <p:tgtEl>
                                          <p:spTgt spid="13">
                                            <p:txEl>
                                              <p:pRg st="0" end="0"/>
                                            </p:txEl>
                                          </p:spTgt>
                                        </p:tgtEl>
                                        <p:attrNameLst>
                                          <p:attrName>ppt_y</p:attrName>
                                        </p:attrNameLst>
                                      </p:cBhvr>
                                      <p:tavLst>
                                        <p:tav tm="0">
                                          <p:val>
                                            <p:fltVal val="0.5"/>
                                          </p:val>
                                        </p:tav>
                                        <p:tav tm="100000">
                                          <p:val>
                                            <p:strVal val="#ppt_y"/>
                                          </p:val>
                                        </p:tav>
                                      </p:tavLst>
                                    </p:anim>
                                  </p:childTnLst>
                                </p:cTn>
                              </p:par>
                              <p:par>
                                <p:cTn id="19" presetID="53" presetClass="entr" presetSubtype="528" fill="hold" grpId="0" nodeType="withEffect">
                                  <p:stCondLst>
                                    <p:cond delay="0"/>
                                  </p:stCondLst>
                                  <p:childTnLst>
                                    <p:set>
                                      <p:cBhvr>
                                        <p:cTn id="20" dur="1" fill="hold">
                                          <p:stCondLst>
                                            <p:cond delay="0"/>
                                          </p:stCondLst>
                                        </p:cTn>
                                        <p:tgtEl>
                                          <p:spTgt spid="14">
                                            <p:bg/>
                                          </p:spTgt>
                                        </p:tgtEl>
                                        <p:attrNameLst>
                                          <p:attrName>style.visibility</p:attrName>
                                        </p:attrNameLst>
                                      </p:cBhvr>
                                      <p:to>
                                        <p:strVal val="visible"/>
                                      </p:to>
                                    </p:set>
                                    <p:anim calcmode="lin" valueType="num">
                                      <p:cBhvr>
                                        <p:cTn id="21" dur="500" fill="hold"/>
                                        <p:tgtEl>
                                          <p:spTgt spid="14">
                                            <p:bg/>
                                          </p:spTgt>
                                        </p:tgtEl>
                                        <p:attrNameLst>
                                          <p:attrName>ppt_w</p:attrName>
                                        </p:attrNameLst>
                                      </p:cBhvr>
                                      <p:tavLst>
                                        <p:tav tm="0">
                                          <p:val>
                                            <p:fltVal val="0"/>
                                          </p:val>
                                        </p:tav>
                                        <p:tav tm="100000">
                                          <p:val>
                                            <p:strVal val="#ppt_w"/>
                                          </p:val>
                                        </p:tav>
                                      </p:tavLst>
                                    </p:anim>
                                    <p:anim calcmode="lin" valueType="num">
                                      <p:cBhvr>
                                        <p:cTn id="22" dur="500" fill="hold"/>
                                        <p:tgtEl>
                                          <p:spTgt spid="14">
                                            <p:bg/>
                                          </p:spTgt>
                                        </p:tgtEl>
                                        <p:attrNameLst>
                                          <p:attrName>ppt_h</p:attrName>
                                        </p:attrNameLst>
                                      </p:cBhvr>
                                      <p:tavLst>
                                        <p:tav tm="0">
                                          <p:val>
                                            <p:fltVal val="0"/>
                                          </p:val>
                                        </p:tav>
                                        <p:tav tm="100000">
                                          <p:val>
                                            <p:strVal val="#ppt_h"/>
                                          </p:val>
                                        </p:tav>
                                      </p:tavLst>
                                    </p:anim>
                                    <p:animEffect transition="in" filter="fade">
                                      <p:cBhvr>
                                        <p:cTn id="23" dur="500"/>
                                        <p:tgtEl>
                                          <p:spTgt spid="14">
                                            <p:bg/>
                                          </p:spTgt>
                                        </p:tgtEl>
                                      </p:cBhvr>
                                    </p:animEffect>
                                    <p:anim calcmode="lin" valueType="num">
                                      <p:cBhvr>
                                        <p:cTn id="24" dur="500" fill="hold"/>
                                        <p:tgtEl>
                                          <p:spTgt spid="14">
                                            <p:bg/>
                                          </p:spTgt>
                                        </p:tgtEl>
                                        <p:attrNameLst>
                                          <p:attrName>ppt_x</p:attrName>
                                        </p:attrNameLst>
                                      </p:cBhvr>
                                      <p:tavLst>
                                        <p:tav tm="0">
                                          <p:val>
                                            <p:fltVal val="0.5"/>
                                          </p:val>
                                        </p:tav>
                                        <p:tav tm="100000">
                                          <p:val>
                                            <p:strVal val="#ppt_x"/>
                                          </p:val>
                                        </p:tav>
                                      </p:tavLst>
                                    </p:anim>
                                    <p:anim calcmode="lin" valueType="num">
                                      <p:cBhvr>
                                        <p:cTn id="25" dur="500" fill="hold"/>
                                        <p:tgtEl>
                                          <p:spTgt spid="14">
                                            <p:bg/>
                                          </p:spTgt>
                                        </p:tgtEl>
                                        <p:attrNameLst>
                                          <p:attrName>ppt_y</p:attrName>
                                        </p:attrNameLst>
                                      </p:cBhvr>
                                      <p:tavLst>
                                        <p:tav tm="0">
                                          <p:val>
                                            <p:fltVal val="0.5"/>
                                          </p:val>
                                        </p:tav>
                                        <p:tav tm="100000">
                                          <p:val>
                                            <p:strVal val="#ppt_y"/>
                                          </p:val>
                                        </p:tav>
                                      </p:tavLst>
                                    </p:anim>
                                  </p:childTnLst>
                                </p:cTn>
                              </p:par>
                              <p:par>
                                <p:cTn id="26" presetID="53" presetClass="entr" presetSubtype="528" fill="hold" grpId="0" nodeType="withEffect">
                                  <p:stCondLst>
                                    <p:cond delay="0"/>
                                  </p:stCondLst>
                                  <p:childTnLst>
                                    <p:set>
                                      <p:cBhvr>
                                        <p:cTn id="27" dur="1" fill="hold">
                                          <p:stCondLst>
                                            <p:cond delay="0"/>
                                          </p:stCondLst>
                                        </p:cTn>
                                        <p:tgtEl>
                                          <p:spTgt spid="14">
                                            <p:txEl>
                                              <p:pRg st="0" end="0"/>
                                            </p:txEl>
                                          </p:spTgt>
                                        </p:tgtEl>
                                        <p:attrNameLst>
                                          <p:attrName>style.visibility</p:attrName>
                                        </p:attrNameLst>
                                      </p:cBhvr>
                                      <p:to>
                                        <p:strVal val="visible"/>
                                      </p:to>
                                    </p:set>
                                    <p:anim calcmode="lin" valueType="num">
                                      <p:cBhvr>
                                        <p:cTn id="28" dur="500" fill="hold"/>
                                        <p:tgtEl>
                                          <p:spTgt spid="14">
                                            <p:txEl>
                                              <p:pRg st="0" end="0"/>
                                            </p:txEl>
                                          </p:spTgt>
                                        </p:tgtEl>
                                        <p:attrNameLst>
                                          <p:attrName>ppt_w</p:attrName>
                                        </p:attrNameLst>
                                      </p:cBhvr>
                                      <p:tavLst>
                                        <p:tav tm="0">
                                          <p:val>
                                            <p:fltVal val="0"/>
                                          </p:val>
                                        </p:tav>
                                        <p:tav tm="100000">
                                          <p:val>
                                            <p:strVal val="#ppt_w"/>
                                          </p:val>
                                        </p:tav>
                                      </p:tavLst>
                                    </p:anim>
                                    <p:anim calcmode="lin" valueType="num">
                                      <p:cBhvr>
                                        <p:cTn id="29" dur="500" fill="hold"/>
                                        <p:tgtEl>
                                          <p:spTgt spid="14">
                                            <p:txEl>
                                              <p:pRg st="0" end="0"/>
                                            </p:txEl>
                                          </p:spTgt>
                                        </p:tgtEl>
                                        <p:attrNameLst>
                                          <p:attrName>ppt_h</p:attrName>
                                        </p:attrNameLst>
                                      </p:cBhvr>
                                      <p:tavLst>
                                        <p:tav tm="0">
                                          <p:val>
                                            <p:fltVal val="0"/>
                                          </p:val>
                                        </p:tav>
                                        <p:tav tm="100000">
                                          <p:val>
                                            <p:strVal val="#ppt_h"/>
                                          </p:val>
                                        </p:tav>
                                      </p:tavLst>
                                    </p:anim>
                                    <p:animEffect transition="in" filter="fade">
                                      <p:cBhvr>
                                        <p:cTn id="30" dur="500"/>
                                        <p:tgtEl>
                                          <p:spTgt spid="14">
                                            <p:txEl>
                                              <p:pRg st="0" end="0"/>
                                            </p:txEl>
                                          </p:spTgt>
                                        </p:tgtEl>
                                      </p:cBhvr>
                                    </p:animEffect>
                                    <p:anim calcmode="lin" valueType="num">
                                      <p:cBhvr>
                                        <p:cTn id="31" dur="500" fill="hold"/>
                                        <p:tgtEl>
                                          <p:spTgt spid="14">
                                            <p:txEl>
                                              <p:pRg st="0" end="0"/>
                                            </p:txEl>
                                          </p:spTgt>
                                        </p:tgtEl>
                                        <p:attrNameLst>
                                          <p:attrName>ppt_x</p:attrName>
                                        </p:attrNameLst>
                                      </p:cBhvr>
                                      <p:tavLst>
                                        <p:tav tm="0">
                                          <p:val>
                                            <p:fltVal val="0.5"/>
                                          </p:val>
                                        </p:tav>
                                        <p:tav tm="100000">
                                          <p:val>
                                            <p:strVal val="#ppt_x"/>
                                          </p:val>
                                        </p:tav>
                                      </p:tavLst>
                                    </p:anim>
                                    <p:anim calcmode="lin" valueType="num">
                                      <p:cBhvr>
                                        <p:cTn id="32" dur="500" fill="hold"/>
                                        <p:tgtEl>
                                          <p:spTgt spid="14">
                                            <p:txEl>
                                              <p:pRg st="0" end="0"/>
                                            </p:txEl>
                                          </p:spTgt>
                                        </p:tgtEl>
                                        <p:attrNameLst>
                                          <p:attrName>ppt_y</p:attrName>
                                        </p:attrNameLst>
                                      </p:cBhvr>
                                      <p:tavLst>
                                        <p:tav tm="0">
                                          <p:val>
                                            <p:fltVal val="0.5"/>
                                          </p:val>
                                        </p:tav>
                                        <p:tav tm="100000">
                                          <p:val>
                                            <p:strVal val="#ppt_y"/>
                                          </p:val>
                                        </p:tav>
                                      </p:tavLst>
                                    </p:anim>
                                  </p:childTnLst>
                                </p:cTn>
                              </p:par>
                              <p:par>
                                <p:cTn id="33" presetID="53" presetClass="entr" presetSubtype="528" fill="hold" grpId="0" nodeType="withEffect">
                                  <p:stCondLst>
                                    <p:cond delay="0"/>
                                  </p:stCondLst>
                                  <p:childTnLst>
                                    <p:set>
                                      <p:cBhvr>
                                        <p:cTn id="34" dur="1" fill="hold">
                                          <p:stCondLst>
                                            <p:cond delay="0"/>
                                          </p:stCondLst>
                                        </p:cTn>
                                        <p:tgtEl>
                                          <p:spTgt spid="15">
                                            <p:bg/>
                                          </p:spTgt>
                                        </p:tgtEl>
                                        <p:attrNameLst>
                                          <p:attrName>style.visibility</p:attrName>
                                        </p:attrNameLst>
                                      </p:cBhvr>
                                      <p:to>
                                        <p:strVal val="visible"/>
                                      </p:to>
                                    </p:set>
                                    <p:anim calcmode="lin" valueType="num">
                                      <p:cBhvr>
                                        <p:cTn id="35" dur="500" fill="hold"/>
                                        <p:tgtEl>
                                          <p:spTgt spid="15">
                                            <p:bg/>
                                          </p:spTgt>
                                        </p:tgtEl>
                                        <p:attrNameLst>
                                          <p:attrName>ppt_w</p:attrName>
                                        </p:attrNameLst>
                                      </p:cBhvr>
                                      <p:tavLst>
                                        <p:tav tm="0">
                                          <p:val>
                                            <p:fltVal val="0"/>
                                          </p:val>
                                        </p:tav>
                                        <p:tav tm="100000">
                                          <p:val>
                                            <p:strVal val="#ppt_w"/>
                                          </p:val>
                                        </p:tav>
                                      </p:tavLst>
                                    </p:anim>
                                    <p:anim calcmode="lin" valueType="num">
                                      <p:cBhvr>
                                        <p:cTn id="36" dur="500" fill="hold"/>
                                        <p:tgtEl>
                                          <p:spTgt spid="15">
                                            <p:bg/>
                                          </p:spTgt>
                                        </p:tgtEl>
                                        <p:attrNameLst>
                                          <p:attrName>ppt_h</p:attrName>
                                        </p:attrNameLst>
                                      </p:cBhvr>
                                      <p:tavLst>
                                        <p:tav tm="0">
                                          <p:val>
                                            <p:fltVal val="0"/>
                                          </p:val>
                                        </p:tav>
                                        <p:tav tm="100000">
                                          <p:val>
                                            <p:strVal val="#ppt_h"/>
                                          </p:val>
                                        </p:tav>
                                      </p:tavLst>
                                    </p:anim>
                                    <p:animEffect transition="in" filter="fade">
                                      <p:cBhvr>
                                        <p:cTn id="37" dur="500"/>
                                        <p:tgtEl>
                                          <p:spTgt spid="15">
                                            <p:bg/>
                                          </p:spTgt>
                                        </p:tgtEl>
                                      </p:cBhvr>
                                    </p:animEffect>
                                    <p:anim calcmode="lin" valueType="num">
                                      <p:cBhvr>
                                        <p:cTn id="38" dur="500" fill="hold"/>
                                        <p:tgtEl>
                                          <p:spTgt spid="15">
                                            <p:bg/>
                                          </p:spTgt>
                                        </p:tgtEl>
                                        <p:attrNameLst>
                                          <p:attrName>ppt_x</p:attrName>
                                        </p:attrNameLst>
                                      </p:cBhvr>
                                      <p:tavLst>
                                        <p:tav tm="0">
                                          <p:val>
                                            <p:fltVal val="0.5"/>
                                          </p:val>
                                        </p:tav>
                                        <p:tav tm="100000">
                                          <p:val>
                                            <p:strVal val="#ppt_x"/>
                                          </p:val>
                                        </p:tav>
                                      </p:tavLst>
                                    </p:anim>
                                    <p:anim calcmode="lin" valueType="num">
                                      <p:cBhvr>
                                        <p:cTn id="39" dur="500" fill="hold"/>
                                        <p:tgtEl>
                                          <p:spTgt spid="15">
                                            <p:bg/>
                                          </p:spTgt>
                                        </p:tgtEl>
                                        <p:attrNameLst>
                                          <p:attrName>ppt_y</p:attrName>
                                        </p:attrNameLst>
                                      </p:cBhvr>
                                      <p:tavLst>
                                        <p:tav tm="0">
                                          <p:val>
                                            <p:fltVal val="0.5"/>
                                          </p:val>
                                        </p:tav>
                                        <p:tav tm="100000">
                                          <p:val>
                                            <p:strVal val="#ppt_y"/>
                                          </p:val>
                                        </p:tav>
                                      </p:tavLst>
                                    </p:anim>
                                  </p:childTnLst>
                                </p:cTn>
                              </p:par>
                              <p:par>
                                <p:cTn id="40" presetID="53" presetClass="entr" presetSubtype="528" fill="hold" grpId="0" nodeType="withEffect">
                                  <p:stCondLst>
                                    <p:cond delay="0"/>
                                  </p:stCondLst>
                                  <p:childTnLst>
                                    <p:set>
                                      <p:cBhvr>
                                        <p:cTn id="41" dur="1" fill="hold">
                                          <p:stCondLst>
                                            <p:cond delay="0"/>
                                          </p:stCondLst>
                                        </p:cTn>
                                        <p:tgtEl>
                                          <p:spTgt spid="15">
                                            <p:txEl>
                                              <p:pRg st="0" end="0"/>
                                            </p:txEl>
                                          </p:spTgt>
                                        </p:tgtEl>
                                        <p:attrNameLst>
                                          <p:attrName>style.visibility</p:attrName>
                                        </p:attrNameLst>
                                      </p:cBhvr>
                                      <p:to>
                                        <p:strVal val="visible"/>
                                      </p:to>
                                    </p:set>
                                    <p:anim calcmode="lin" valueType="num">
                                      <p:cBhvr>
                                        <p:cTn id="42" dur="500" fill="hold"/>
                                        <p:tgtEl>
                                          <p:spTgt spid="15">
                                            <p:txEl>
                                              <p:pRg st="0" end="0"/>
                                            </p:txEl>
                                          </p:spTgt>
                                        </p:tgtEl>
                                        <p:attrNameLst>
                                          <p:attrName>ppt_w</p:attrName>
                                        </p:attrNameLst>
                                      </p:cBhvr>
                                      <p:tavLst>
                                        <p:tav tm="0">
                                          <p:val>
                                            <p:fltVal val="0"/>
                                          </p:val>
                                        </p:tav>
                                        <p:tav tm="100000">
                                          <p:val>
                                            <p:strVal val="#ppt_w"/>
                                          </p:val>
                                        </p:tav>
                                      </p:tavLst>
                                    </p:anim>
                                    <p:anim calcmode="lin" valueType="num">
                                      <p:cBhvr>
                                        <p:cTn id="43" dur="500" fill="hold"/>
                                        <p:tgtEl>
                                          <p:spTgt spid="15">
                                            <p:txEl>
                                              <p:pRg st="0" end="0"/>
                                            </p:txEl>
                                          </p:spTgt>
                                        </p:tgtEl>
                                        <p:attrNameLst>
                                          <p:attrName>ppt_h</p:attrName>
                                        </p:attrNameLst>
                                      </p:cBhvr>
                                      <p:tavLst>
                                        <p:tav tm="0">
                                          <p:val>
                                            <p:fltVal val="0"/>
                                          </p:val>
                                        </p:tav>
                                        <p:tav tm="100000">
                                          <p:val>
                                            <p:strVal val="#ppt_h"/>
                                          </p:val>
                                        </p:tav>
                                      </p:tavLst>
                                    </p:anim>
                                    <p:animEffect transition="in" filter="fade">
                                      <p:cBhvr>
                                        <p:cTn id="44" dur="500"/>
                                        <p:tgtEl>
                                          <p:spTgt spid="15">
                                            <p:txEl>
                                              <p:pRg st="0" end="0"/>
                                            </p:txEl>
                                          </p:spTgt>
                                        </p:tgtEl>
                                      </p:cBhvr>
                                    </p:animEffect>
                                    <p:anim calcmode="lin" valueType="num">
                                      <p:cBhvr>
                                        <p:cTn id="45" dur="500" fill="hold"/>
                                        <p:tgtEl>
                                          <p:spTgt spid="15">
                                            <p:txEl>
                                              <p:pRg st="0" end="0"/>
                                            </p:txEl>
                                          </p:spTgt>
                                        </p:tgtEl>
                                        <p:attrNameLst>
                                          <p:attrName>ppt_x</p:attrName>
                                        </p:attrNameLst>
                                      </p:cBhvr>
                                      <p:tavLst>
                                        <p:tav tm="0">
                                          <p:val>
                                            <p:fltVal val="0.5"/>
                                          </p:val>
                                        </p:tav>
                                        <p:tav tm="100000">
                                          <p:val>
                                            <p:strVal val="#ppt_x"/>
                                          </p:val>
                                        </p:tav>
                                      </p:tavLst>
                                    </p:anim>
                                    <p:anim calcmode="lin" valueType="num">
                                      <p:cBhvr>
                                        <p:cTn id="46" dur="500" fill="hold"/>
                                        <p:tgtEl>
                                          <p:spTgt spid="15">
                                            <p:txEl>
                                              <p:pRg st="0" end="0"/>
                                            </p:txEl>
                                          </p:spTgt>
                                        </p:tgtEl>
                                        <p:attrNameLst>
                                          <p:attrName>ppt_y</p:attrName>
                                        </p:attrNameLst>
                                      </p:cBhvr>
                                      <p:tavLst>
                                        <p:tav tm="0">
                                          <p:val>
                                            <p:fltVal val="0.5"/>
                                          </p:val>
                                        </p:tav>
                                        <p:tav tm="100000">
                                          <p:val>
                                            <p:strVal val="#ppt_y"/>
                                          </p:val>
                                        </p:tav>
                                      </p:tavLst>
                                    </p:anim>
                                  </p:childTnLst>
                                </p:cTn>
                              </p:par>
                              <p:par>
                                <p:cTn id="47" presetID="53" presetClass="entr" presetSubtype="528" fill="hold" grpId="0" nodeType="withEffect">
                                  <p:stCondLst>
                                    <p:cond delay="0"/>
                                  </p:stCondLst>
                                  <p:childTnLst>
                                    <p:set>
                                      <p:cBhvr>
                                        <p:cTn id="48" dur="1" fill="hold">
                                          <p:stCondLst>
                                            <p:cond delay="0"/>
                                          </p:stCondLst>
                                        </p:cTn>
                                        <p:tgtEl>
                                          <p:spTgt spid="17"/>
                                        </p:tgtEl>
                                        <p:attrNameLst>
                                          <p:attrName>style.visibility</p:attrName>
                                        </p:attrNameLst>
                                      </p:cBhvr>
                                      <p:to>
                                        <p:strVal val="visible"/>
                                      </p:to>
                                    </p:set>
                                    <p:anim calcmode="lin" valueType="num">
                                      <p:cBhvr>
                                        <p:cTn id="49" dur="500" fill="hold"/>
                                        <p:tgtEl>
                                          <p:spTgt spid="17"/>
                                        </p:tgtEl>
                                        <p:attrNameLst>
                                          <p:attrName>ppt_w</p:attrName>
                                        </p:attrNameLst>
                                      </p:cBhvr>
                                      <p:tavLst>
                                        <p:tav tm="0">
                                          <p:val>
                                            <p:fltVal val="0"/>
                                          </p:val>
                                        </p:tav>
                                        <p:tav tm="100000">
                                          <p:val>
                                            <p:strVal val="#ppt_w"/>
                                          </p:val>
                                        </p:tav>
                                      </p:tavLst>
                                    </p:anim>
                                    <p:anim calcmode="lin" valueType="num">
                                      <p:cBhvr>
                                        <p:cTn id="50" dur="500" fill="hold"/>
                                        <p:tgtEl>
                                          <p:spTgt spid="17"/>
                                        </p:tgtEl>
                                        <p:attrNameLst>
                                          <p:attrName>ppt_h</p:attrName>
                                        </p:attrNameLst>
                                      </p:cBhvr>
                                      <p:tavLst>
                                        <p:tav tm="0">
                                          <p:val>
                                            <p:fltVal val="0"/>
                                          </p:val>
                                        </p:tav>
                                        <p:tav tm="100000">
                                          <p:val>
                                            <p:strVal val="#ppt_h"/>
                                          </p:val>
                                        </p:tav>
                                      </p:tavLst>
                                    </p:anim>
                                    <p:animEffect transition="in" filter="fade">
                                      <p:cBhvr>
                                        <p:cTn id="51" dur="500"/>
                                        <p:tgtEl>
                                          <p:spTgt spid="17"/>
                                        </p:tgtEl>
                                      </p:cBhvr>
                                    </p:animEffect>
                                    <p:anim calcmode="lin" valueType="num">
                                      <p:cBhvr>
                                        <p:cTn id="52" dur="500" fill="hold"/>
                                        <p:tgtEl>
                                          <p:spTgt spid="17"/>
                                        </p:tgtEl>
                                        <p:attrNameLst>
                                          <p:attrName>ppt_x</p:attrName>
                                        </p:attrNameLst>
                                      </p:cBhvr>
                                      <p:tavLst>
                                        <p:tav tm="0">
                                          <p:val>
                                            <p:fltVal val="0.5"/>
                                          </p:val>
                                        </p:tav>
                                        <p:tav tm="100000">
                                          <p:val>
                                            <p:strVal val="#ppt_x"/>
                                          </p:val>
                                        </p:tav>
                                      </p:tavLst>
                                    </p:anim>
                                    <p:anim calcmode="lin" valueType="num">
                                      <p:cBhvr>
                                        <p:cTn id="53" dur="500" fill="hold"/>
                                        <p:tgtEl>
                                          <p:spTgt spid="17"/>
                                        </p:tgtEl>
                                        <p:attrNameLst>
                                          <p:attrName>ppt_y</p:attrName>
                                        </p:attrNameLst>
                                      </p:cBhvr>
                                      <p:tavLst>
                                        <p:tav tm="0">
                                          <p:val>
                                            <p:fltVal val="0.5"/>
                                          </p:val>
                                        </p:tav>
                                        <p:tav tm="100000">
                                          <p:val>
                                            <p:strVal val="#ppt_y"/>
                                          </p:val>
                                        </p:tav>
                                      </p:tavLst>
                                    </p:anim>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build="p" animBg="1">
        <p:tmplLst>
          <p:tmpl>
            <p:tnLst>
              <p:par>
                <p:cTn presetID="53" presetClass="entr" presetSubtype="528" fill="hold" nodeType="with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p:cTn dur="500" fill="hold"/>
                        <p:tgtEl>
                          <p:spTgt spid="13"/>
                        </p:tgtEl>
                        <p:attrNameLst>
                          <p:attrName>ppt_w</p:attrName>
                        </p:attrNameLst>
                      </p:cBhvr>
                      <p:tavLst>
                        <p:tav tm="0">
                          <p:val>
                            <p:fltVal val="0"/>
                          </p:val>
                        </p:tav>
                        <p:tav tm="100000">
                          <p:val>
                            <p:strVal val="#ppt_w"/>
                          </p:val>
                        </p:tav>
                      </p:tavLst>
                    </p:anim>
                    <p:anim calcmode="lin" valueType="num">
                      <p:cBhvr>
                        <p:cTn dur="500" fill="hold"/>
                        <p:tgtEl>
                          <p:spTgt spid="13"/>
                        </p:tgtEl>
                        <p:attrNameLst>
                          <p:attrName>ppt_h</p:attrName>
                        </p:attrNameLst>
                      </p:cBhvr>
                      <p:tavLst>
                        <p:tav tm="0">
                          <p:val>
                            <p:fltVal val="0"/>
                          </p:val>
                        </p:tav>
                        <p:tav tm="100000">
                          <p:val>
                            <p:strVal val="#ppt_h"/>
                          </p:val>
                        </p:tav>
                      </p:tavLst>
                    </p:anim>
                    <p:animEffect transition="in" filter="fade">
                      <p:cBhvr>
                        <p:cTn dur="500"/>
                        <p:tgtEl>
                          <p:spTgt spid="13"/>
                        </p:tgtEl>
                      </p:cBhvr>
                    </p:animEffect>
                    <p:anim calcmode="lin" valueType="num">
                      <p:cBhvr>
                        <p:cTn dur="500" fill="hold"/>
                        <p:tgtEl>
                          <p:spTgt spid="13"/>
                        </p:tgtEl>
                        <p:attrNameLst>
                          <p:attrName>ppt_x</p:attrName>
                        </p:attrNameLst>
                      </p:cBhvr>
                      <p:tavLst>
                        <p:tav tm="0">
                          <p:val>
                            <p:fltVal val="0.5"/>
                          </p:val>
                        </p:tav>
                        <p:tav tm="100000">
                          <p:val>
                            <p:strVal val="#ppt_x"/>
                          </p:val>
                        </p:tav>
                      </p:tavLst>
                    </p:anim>
                    <p:anim calcmode="lin" valueType="num">
                      <p:cBhvr>
                        <p:cTn dur="500" fill="hold"/>
                        <p:tgtEl>
                          <p:spTgt spid="13"/>
                        </p:tgtEl>
                        <p:attrNameLst>
                          <p:attrName>ppt_y</p:attrName>
                        </p:attrNameLst>
                      </p:cBhvr>
                      <p:tavLst>
                        <p:tav tm="0">
                          <p:val>
                            <p:fltVal val="0.5"/>
                          </p:val>
                        </p:tav>
                        <p:tav tm="100000">
                          <p:val>
                            <p:strVal val="#ppt_y"/>
                          </p:val>
                        </p:tav>
                      </p:tavLst>
                    </p:anim>
                  </p:childTnLst>
                </p:cTn>
              </p:par>
            </p:tnLst>
          </p:tmpl>
          <p:tmpl lvl="1">
            <p:tnLst>
              <p:par>
                <p:cTn presetID="53" presetClass="entr" presetSubtype="528" fill="hold" nodeType="withEffect">
                  <p:stCondLst>
                    <p:cond delay="0"/>
                  </p:stCondLst>
                  <p:childTnLst>
                    <p:set>
                      <p:cBhvr>
                        <p:cTn dur="1" fill="hold">
                          <p:stCondLst>
                            <p:cond delay="0"/>
                          </p:stCondLst>
                        </p:cTn>
                        <p:tgtEl>
                          <p:spTgt spid="13"/>
                        </p:tgtEl>
                        <p:attrNameLst>
                          <p:attrName>style.visibility</p:attrName>
                        </p:attrNameLst>
                      </p:cBhvr>
                      <p:to>
                        <p:strVal val="visible"/>
                      </p:to>
                    </p:set>
                    <p:anim calcmode="lin" valueType="num">
                      <p:cBhvr>
                        <p:cTn dur="500" fill="hold"/>
                        <p:tgtEl>
                          <p:spTgt spid="13"/>
                        </p:tgtEl>
                        <p:attrNameLst>
                          <p:attrName>ppt_w</p:attrName>
                        </p:attrNameLst>
                      </p:cBhvr>
                      <p:tavLst>
                        <p:tav tm="0">
                          <p:val>
                            <p:fltVal val="0"/>
                          </p:val>
                        </p:tav>
                        <p:tav tm="100000">
                          <p:val>
                            <p:strVal val="#ppt_w"/>
                          </p:val>
                        </p:tav>
                      </p:tavLst>
                    </p:anim>
                    <p:anim calcmode="lin" valueType="num">
                      <p:cBhvr>
                        <p:cTn dur="500" fill="hold"/>
                        <p:tgtEl>
                          <p:spTgt spid="13"/>
                        </p:tgtEl>
                        <p:attrNameLst>
                          <p:attrName>ppt_h</p:attrName>
                        </p:attrNameLst>
                      </p:cBhvr>
                      <p:tavLst>
                        <p:tav tm="0">
                          <p:val>
                            <p:fltVal val="0"/>
                          </p:val>
                        </p:tav>
                        <p:tav tm="100000">
                          <p:val>
                            <p:strVal val="#ppt_h"/>
                          </p:val>
                        </p:tav>
                      </p:tavLst>
                    </p:anim>
                    <p:animEffect transition="in" filter="fade">
                      <p:cBhvr>
                        <p:cTn dur="500"/>
                        <p:tgtEl>
                          <p:spTgt spid="13"/>
                        </p:tgtEl>
                      </p:cBhvr>
                    </p:animEffect>
                    <p:anim calcmode="lin" valueType="num">
                      <p:cBhvr>
                        <p:cTn dur="500" fill="hold"/>
                        <p:tgtEl>
                          <p:spTgt spid="13"/>
                        </p:tgtEl>
                        <p:attrNameLst>
                          <p:attrName>ppt_x</p:attrName>
                        </p:attrNameLst>
                      </p:cBhvr>
                      <p:tavLst>
                        <p:tav tm="0">
                          <p:val>
                            <p:fltVal val="0.5"/>
                          </p:val>
                        </p:tav>
                        <p:tav tm="100000">
                          <p:val>
                            <p:strVal val="#ppt_x"/>
                          </p:val>
                        </p:tav>
                      </p:tavLst>
                    </p:anim>
                    <p:anim calcmode="lin" valueType="num">
                      <p:cBhvr>
                        <p:cTn dur="500" fill="hold"/>
                        <p:tgtEl>
                          <p:spTgt spid="13"/>
                        </p:tgtEl>
                        <p:attrNameLst>
                          <p:attrName>ppt_y</p:attrName>
                        </p:attrNameLst>
                      </p:cBhvr>
                      <p:tavLst>
                        <p:tav tm="0">
                          <p:val>
                            <p:fltVal val="0.5"/>
                          </p:val>
                        </p:tav>
                        <p:tav tm="100000">
                          <p:val>
                            <p:strVal val="#ppt_y"/>
                          </p:val>
                        </p:tav>
                      </p:tavLst>
                    </p:anim>
                  </p:childTnLst>
                </p:cTn>
              </p:par>
            </p:tnLst>
          </p:tmpl>
        </p:tmplLst>
      </p:bldP>
      <p:bldP spid="14" grpId="0" build="p" animBg="1">
        <p:tmplLst>
          <p:tmpl>
            <p:tnLst>
              <p:par>
                <p:cTn presetID="53" presetClass="entr" presetSubtype="528" fill="hold" nodeType="with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p:cTn dur="500" fill="hold"/>
                        <p:tgtEl>
                          <p:spTgt spid="14"/>
                        </p:tgtEl>
                        <p:attrNameLst>
                          <p:attrName>ppt_w</p:attrName>
                        </p:attrNameLst>
                      </p:cBhvr>
                      <p:tavLst>
                        <p:tav tm="0">
                          <p:val>
                            <p:fltVal val="0"/>
                          </p:val>
                        </p:tav>
                        <p:tav tm="100000">
                          <p:val>
                            <p:strVal val="#ppt_w"/>
                          </p:val>
                        </p:tav>
                      </p:tavLst>
                    </p:anim>
                    <p:anim calcmode="lin" valueType="num">
                      <p:cBhvr>
                        <p:cTn dur="500" fill="hold"/>
                        <p:tgtEl>
                          <p:spTgt spid="14"/>
                        </p:tgtEl>
                        <p:attrNameLst>
                          <p:attrName>ppt_h</p:attrName>
                        </p:attrNameLst>
                      </p:cBhvr>
                      <p:tavLst>
                        <p:tav tm="0">
                          <p:val>
                            <p:fltVal val="0"/>
                          </p:val>
                        </p:tav>
                        <p:tav tm="100000">
                          <p:val>
                            <p:strVal val="#ppt_h"/>
                          </p:val>
                        </p:tav>
                      </p:tavLst>
                    </p:anim>
                    <p:animEffect transition="in" filter="fade">
                      <p:cBhvr>
                        <p:cTn dur="500"/>
                        <p:tgtEl>
                          <p:spTgt spid="14"/>
                        </p:tgtEl>
                      </p:cBhvr>
                    </p:animEffect>
                    <p:anim calcmode="lin" valueType="num">
                      <p:cBhvr>
                        <p:cTn dur="500" fill="hold"/>
                        <p:tgtEl>
                          <p:spTgt spid="14"/>
                        </p:tgtEl>
                        <p:attrNameLst>
                          <p:attrName>ppt_x</p:attrName>
                        </p:attrNameLst>
                      </p:cBhvr>
                      <p:tavLst>
                        <p:tav tm="0">
                          <p:val>
                            <p:fltVal val="0.5"/>
                          </p:val>
                        </p:tav>
                        <p:tav tm="100000">
                          <p:val>
                            <p:strVal val="#ppt_x"/>
                          </p:val>
                        </p:tav>
                      </p:tavLst>
                    </p:anim>
                    <p:anim calcmode="lin" valueType="num">
                      <p:cBhvr>
                        <p:cTn dur="500" fill="hold"/>
                        <p:tgtEl>
                          <p:spTgt spid="14"/>
                        </p:tgtEl>
                        <p:attrNameLst>
                          <p:attrName>ppt_y</p:attrName>
                        </p:attrNameLst>
                      </p:cBhvr>
                      <p:tavLst>
                        <p:tav tm="0">
                          <p:val>
                            <p:fltVal val="0.5"/>
                          </p:val>
                        </p:tav>
                        <p:tav tm="100000">
                          <p:val>
                            <p:strVal val="#ppt_y"/>
                          </p:val>
                        </p:tav>
                      </p:tavLst>
                    </p:anim>
                  </p:childTnLst>
                </p:cTn>
              </p:par>
            </p:tnLst>
          </p:tmpl>
          <p:tmpl lvl="1">
            <p:tnLst>
              <p:par>
                <p:cTn presetID="53" presetClass="entr" presetSubtype="528" fill="hold" nodeType="withEffect">
                  <p:stCondLst>
                    <p:cond delay="0"/>
                  </p:stCondLst>
                  <p:childTnLst>
                    <p:set>
                      <p:cBhvr>
                        <p:cTn dur="1" fill="hold">
                          <p:stCondLst>
                            <p:cond delay="0"/>
                          </p:stCondLst>
                        </p:cTn>
                        <p:tgtEl>
                          <p:spTgt spid="14"/>
                        </p:tgtEl>
                        <p:attrNameLst>
                          <p:attrName>style.visibility</p:attrName>
                        </p:attrNameLst>
                      </p:cBhvr>
                      <p:to>
                        <p:strVal val="visible"/>
                      </p:to>
                    </p:set>
                    <p:anim calcmode="lin" valueType="num">
                      <p:cBhvr>
                        <p:cTn dur="500" fill="hold"/>
                        <p:tgtEl>
                          <p:spTgt spid="14"/>
                        </p:tgtEl>
                        <p:attrNameLst>
                          <p:attrName>ppt_w</p:attrName>
                        </p:attrNameLst>
                      </p:cBhvr>
                      <p:tavLst>
                        <p:tav tm="0">
                          <p:val>
                            <p:fltVal val="0"/>
                          </p:val>
                        </p:tav>
                        <p:tav tm="100000">
                          <p:val>
                            <p:strVal val="#ppt_w"/>
                          </p:val>
                        </p:tav>
                      </p:tavLst>
                    </p:anim>
                    <p:anim calcmode="lin" valueType="num">
                      <p:cBhvr>
                        <p:cTn dur="500" fill="hold"/>
                        <p:tgtEl>
                          <p:spTgt spid="14"/>
                        </p:tgtEl>
                        <p:attrNameLst>
                          <p:attrName>ppt_h</p:attrName>
                        </p:attrNameLst>
                      </p:cBhvr>
                      <p:tavLst>
                        <p:tav tm="0">
                          <p:val>
                            <p:fltVal val="0"/>
                          </p:val>
                        </p:tav>
                        <p:tav tm="100000">
                          <p:val>
                            <p:strVal val="#ppt_h"/>
                          </p:val>
                        </p:tav>
                      </p:tavLst>
                    </p:anim>
                    <p:animEffect transition="in" filter="fade">
                      <p:cBhvr>
                        <p:cTn dur="500"/>
                        <p:tgtEl>
                          <p:spTgt spid="14"/>
                        </p:tgtEl>
                      </p:cBhvr>
                    </p:animEffect>
                    <p:anim calcmode="lin" valueType="num">
                      <p:cBhvr>
                        <p:cTn dur="500" fill="hold"/>
                        <p:tgtEl>
                          <p:spTgt spid="14"/>
                        </p:tgtEl>
                        <p:attrNameLst>
                          <p:attrName>ppt_x</p:attrName>
                        </p:attrNameLst>
                      </p:cBhvr>
                      <p:tavLst>
                        <p:tav tm="0">
                          <p:val>
                            <p:fltVal val="0.5"/>
                          </p:val>
                        </p:tav>
                        <p:tav tm="100000">
                          <p:val>
                            <p:strVal val="#ppt_x"/>
                          </p:val>
                        </p:tav>
                      </p:tavLst>
                    </p:anim>
                    <p:anim calcmode="lin" valueType="num">
                      <p:cBhvr>
                        <p:cTn dur="500" fill="hold"/>
                        <p:tgtEl>
                          <p:spTgt spid="14"/>
                        </p:tgtEl>
                        <p:attrNameLst>
                          <p:attrName>ppt_y</p:attrName>
                        </p:attrNameLst>
                      </p:cBhvr>
                      <p:tavLst>
                        <p:tav tm="0">
                          <p:val>
                            <p:fltVal val="0.5"/>
                          </p:val>
                        </p:tav>
                        <p:tav tm="100000">
                          <p:val>
                            <p:strVal val="#ppt_y"/>
                          </p:val>
                        </p:tav>
                      </p:tavLst>
                    </p:anim>
                  </p:childTnLst>
                </p:cTn>
              </p:par>
            </p:tnLst>
          </p:tmpl>
        </p:tmplLst>
      </p:bldP>
      <p:bldP spid="15" grpId="0" build="p" animBg="1">
        <p:tmplLst>
          <p:tmpl>
            <p:tnLst>
              <p:par>
                <p:cTn presetID="53" presetClass="entr" presetSubtype="528" fill="hold" nodeType="with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p:cTn dur="500" fill="hold"/>
                        <p:tgtEl>
                          <p:spTgt spid="15"/>
                        </p:tgtEl>
                        <p:attrNameLst>
                          <p:attrName>ppt_w</p:attrName>
                        </p:attrNameLst>
                      </p:cBhvr>
                      <p:tavLst>
                        <p:tav tm="0">
                          <p:val>
                            <p:fltVal val="0"/>
                          </p:val>
                        </p:tav>
                        <p:tav tm="100000">
                          <p:val>
                            <p:strVal val="#ppt_w"/>
                          </p:val>
                        </p:tav>
                      </p:tavLst>
                    </p:anim>
                    <p:anim calcmode="lin" valueType="num">
                      <p:cBhvr>
                        <p:cTn dur="500" fill="hold"/>
                        <p:tgtEl>
                          <p:spTgt spid="15"/>
                        </p:tgtEl>
                        <p:attrNameLst>
                          <p:attrName>ppt_h</p:attrName>
                        </p:attrNameLst>
                      </p:cBhvr>
                      <p:tavLst>
                        <p:tav tm="0">
                          <p:val>
                            <p:fltVal val="0"/>
                          </p:val>
                        </p:tav>
                        <p:tav tm="100000">
                          <p:val>
                            <p:strVal val="#ppt_h"/>
                          </p:val>
                        </p:tav>
                      </p:tavLst>
                    </p:anim>
                    <p:animEffect transition="in" filter="fade">
                      <p:cBhvr>
                        <p:cTn dur="500"/>
                        <p:tgtEl>
                          <p:spTgt spid="15"/>
                        </p:tgtEl>
                      </p:cBhvr>
                    </p:animEffect>
                    <p:anim calcmode="lin" valueType="num">
                      <p:cBhvr>
                        <p:cTn dur="500" fill="hold"/>
                        <p:tgtEl>
                          <p:spTgt spid="15"/>
                        </p:tgtEl>
                        <p:attrNameLst>
                          <p:attrName>ppt_x</p:attrName>
                        </p:attrNameLst>
                      </p:cBhvr>
                      <p:tavLst>
                        <p:tav tm="0">
                          <p:val>
                            <p:fltVal val="0.5"/>
                          </p:val>
                        </p:tav>
                        <p:tav tm="100000">
                          <p:val>
                            <p:strVal val="#ppt_x"/>
                          </p:val>
                        </p:tav>
                      </p:tavLst>
                    </p:anim>
                    <p:anim calcmode="lin" valueType="num">
                      <p:cBhvr>
                        <p:cTn dur="500" fill="hold"/>
                        <p:tgtEl>
                          <p:spTgt spid="15"/>
                        </p:tgtEl>
                        <p:attrNameLst>
                          <p:attrName>ppt_y</p:attrName>
                        </p:attrNameLst>
                      </p:cBhvr>
                      <p:tavLst>
                        <p:tav tm="0">
                          <p:val>
                            <p:fltVal val="0.5"/>
                          </p:val>
                        </p:tav>
                        <p:tav tm="100000">
                          <p:val>
                            <p:strVal val="#ppt_y"/>
                          </p:val>
                        </p:tav>
                      </p:tavLst>
                    </p:anim>
                  </p:childTnLst>
                </p:cTn>
              </p:par>
            </p:tnLst>
          </p:tmpl>
          <p:tmpl lvl="1">
            <p:tnLst>
              <p:par>
                <p:cTn presetID="53" presetClass="entr" presetSubtype="528" fill="hold" nodeType="withEffect">
                  <p:stCondLst>
                    <p:cond delay="0"/>
                  </p:stCondLst>
                  <p:childTnLst>
                    <p:set>
                      <p:cBhvr>
                        <p:cTn dur="1" fill="hold">
                          <p:stCondLst>
                            <p:cond delay="0"/>
                          </p:stCondLst>
                        </p:cTn>
                        <p:tgtEl>
                          <p:spTgt spid="15"/>
                        </p:tgtEl>
                        <p:attrNameLst>
                          <p:attrName>style.visibility</p:attrName>
                        </p:attrNameLst>
                      </p:cBhvr>
                      <p:to>
                        <p:strVal val="visible"/>
                      </p:to>
                    </p:set>
                    <p:anim calcmode="lin" valueType="num">
                      <p:cBhvr>
                        <p:cTn dur="500" fill="hold"/>
                        <p:tgtEl>
                          <p:spTgt spid="15"/>
                        </p:tgtEl>
                        <p:attrNameLst>
                          <p:attrName>ppt_w</p:attrName>
                        </p:attrNameLst>
                      </p:cBhvr>
                      <p:tavLst>
                        <p:tav tm="0">
                          <p:val>
                            <p:fltVal val="0"/>
                          </p:val>
                        </p:tav>
                        <p:tav tm="100000">
                          <p:val>
                            <p:strVal val="#ppt_w"/>
                          </p:val>
                        </p:tav>
                      </p:tavLst>
                    </p:anim>
                    <p:anim calcmode="lin" valueType="num">
                      <p:cBhvr>
                        <p:cTn dur="500" fill="hold"/>
                        <p:tgtEl>
                          <p:spTgt spid="15"/>
                        </p:tgtEl>
                        <p:attrNameLst>
                          <p:attrName>ppt_h</p:attrName>
                        </p:attrNameLst>
                      </p:cBhvr>
                      <p:tavLst>
                        <p:tav tm="0">
                          <p:val>
                            <p:fltVal val="0"/>
                          </p:val>
                        </p:tav>
                        <p:tav tm="100000">
                          <p:val>
                            <p:strVal val="#ppt_h"/>
                          </p:val>
                        </p:tav>
                      </p:tavLst>
                    </p:anim>
                    <p:animEffect transition="in" filter="fade">
                      <p:cBhvr>
                        <p:cTn dur="500"/>
                        <p:tgtEl>
                          <p:spTgt spid="15"/>
                        </p:tgtEl>
                      </p:cBhvr>
                    </p:animEffect>
                    <p:anim calcmode="lin" valueType="num">
                      <p:cBhvr>
                        <p:cTn dur="500" fill="hold"/>
                        <p:tgtEl>
                          <p:spTgt spid="15"/>
                        </p:tgtEl>
                        <p:attrNameLst>
                          <p:attrName>ppt_x</p:attrName>
                        </p:attrNameLst>
                      </p:cBhvr>
                      <p:tavLst>
                        <p:tav tm="0">
                          <p:val>
                            <p:fltVal val="0.5"/>
                          </p:val>
                        </p:tav>
                        <p:tav tm="100000">
                          <p:val>
                            <p:strVal val="#ppt_x"/>
                          </p:val>
                        </p:tav>
                      </p:tavLst>
                    </p:anim>
                    <p:anim calcmode="lin" valueType="num">
                      <p:cBhvr>
                        <p:cTn dur="500" fill="hold"/>
                        <p:tgtEl>
                          <p:spTgt spid="15"/>
                        </p:tgtEl>
                        <p:attrNameLst>
                          <p:attrName>ppt_y</p:attrName>
                        </p:attrNameLst>
                      </p:cBhvr>
                      <p:tavLst>
                        <p:tav tm="0">
                          <p:val>
                            <p:fltVal val="0.5"/>
                          </p:val>
                        </p:tav>
                        <p:tav tm="100000">
                          <p:val>
                            <p:strVal val="#ppt_y"/>
                          </p:val>
                        </p:tav>
                      </p:tavLst>
                    </p:anim>
                  </p:childTnLst>
                </p:cTn>
              </p:par>
            </p:tnLst>
          </p:tmpl>
        </p:tmplLst>
      </p:bldP>
      <p:bldP spid="17" grpId="0" animBg="1"/>
    </p:bldLst>
  </p:timing>
  <p:extLst mod="1">
    <p:ext uri="{DCECCB84-F9BA-43D5-87BE-67443E8EF086}">
      <p15:sldGuideLst xmlns:p15="http://schemas.microsoft.com/office/powerpoint/2012/main">
        <p15:guide id="1" orient="horz" pos="302">
          <p15:clr>
            <a:srgbClr val="C35EA4"/>
          </p15:clr>
        </p15:guide>
        <p15:guide id="2" orient="horz" pos="4104">
          <p15:clr>
            <a:srgbClr val="C35EA4"/>
          </p15:clr>
        </p15:guide>
        <p15:guide id="3" pos="288">
          <p15:clr>
            <a:srgbClr val="C35EA4"/>
          </p15:clr>
        </p15:guide>
        <p15:guide id="4" pos="7546">
          <p15:clr>
            <a:srgbClr val="C35EA4"/>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userDrawn="1">
  <p:cSld name="Agenda">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68928" y="291102"/>
            <a:ext cx="11653834" cy="3137898"/>
          </a:xfrm>
        </p:spPr>
        <p:txBody>
          <a:bodyPr/>
          <a:lstStyle>
            <a:lvl1pPr>
              <a:defRPr sz="5686">
                <a:gradFill>
                  <a:gsLst>
                    <a:gs pos="6195">
                      <a:schemeClr val="tx1"/>
                    </a:gs>
                    <a:gs pos="39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69239" y="3877276"/>
            <a:ext cx="5378549" cy="401841"/>
          </a:xfrm>
        </p:spPr>
        <p:txBody>
          <a:bodyPr/>
          <a:lstStyle>
            <a:lvl1pPr marL="0" indent="0">
              <a:buNone/>
              <a:defRPr sz="1568">
                <a:gradFill>
                  <a:gsLst>
                    <a:gs pos="1250">
                      <a:schemeClr val="tx1"/>
                    </a:gs>
                    <a:gs pos="100000">
                      <a:schemeClr val="tx1"/>
                    </a:gs>
                  </a:gsLst>
                  <a:lin ang="5400000" scaled="0"/>
                </a:gradFill>
                <a:latin typeface="+mn-lt"/>
              </a:defRPr>
            </a:lvl1pPr>
            <a:lvl2pPr>
              <a:defRPr sz="1568"/>
            </a:lvl2pPr>
            <a:lvl3pPr>
              <a:defRPr sz="1568"/>
            </a:lvl3pPr>
            <a:lvl4pPr>
              <a:defRPr sz="1568"/>
            </a:lvl4pPr>
            <a:lvl5pPr marL="1008435" indent="0">
              <a:buNone/>
              <a:defRPr sz="1568"/>
            </a:lvl5pPr>
          </a:lstStyle>
          <a:p>
            <a:pPr lvl="0"/>
            <a:r>
              <a:rPr lang="en-US" smtClean="0"/>
              <a:t>Click to edit Master text styles</a:t>
            </a:r>
          </a:p>
        </p:txBody>
      </p:sp>
    </p:spTree>
    <p:extLst>
      <p:ext uri="{BB962C8B-B14F-4D97-AF65-F5344CB8AC3E}">
        <p14:creationId xmlns:p14="http://schemas.microsoft.com/office/powerpoint/2010/main" val="3593649270"/>
      </p:ext>
    </p:extLst>
  </p:cSld>
  <p:clrMapOvr>
    <a:masterClrMapping/>
  </p:clrMapOvr>
  <p:transition>
    <p:fade/>
  </p:transition>
  <p:timing>
    <p:tnLst>
      <p:par>
        <p:cTn id="1" dur="indefinite" restart="never" nodeType="tmRoot"/>
      </p:par>
    </p:tnLst>
  </p:timing>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userDrawn="1">
  <p:cSld name="Title and Content Blue">
    <p:bg bwMode="ltGray">
      <p:bgPr>
        <a:solidFill>
          <a:schemeClr val="accent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8928" y="291102"/>
            <a:ext cx="11653834" cy="3137898"/>
          </a:xfrm>
        </p:spPr>
        <p:txBody>
          <a:bodyPr/>
          <a:lstStyle>
            <a:lvl1pPr>
              <a:defRPr sz="5686">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69239" y="3877277"/>
            <a:ext cx="5378549" cy="398335"/>
          </a:xfrm>
        </p:spPr>
        <p:txBody>
          <a:bodyPr/>
          <a:lstStyle>
            <a:lvl1pPr marL="0" indent="0">
              <a:buNone/>
              <a:defRPr sz="1568">
                <a:gradFill>
                  <a:gsLst>
                    <a:gs pos="92035">
                      <a:schemeClr val="tx1"/>
                    </a:gs>
                    <a:gs pos="84000">
                      <a:schemeClr val="tx1"/>
                    </a:gs>
                  </a:gsLst>
                  <a:lin ang="5400000" scaled="0"/>
                </a:gradFill>
                <a:latin typeface="+mn-lt"/>
              </a:defRPr>
            </a:lvl1pPr>
            <a:lvl2pPr>
              <a:defRPr sz="1568">
                <a:gradFill>
                  <a:gsLst>
                    <a:gs pos="94030">
                      <a:srgbClr val="FFFFFF"/>
                    </a:gs>
                    <a:gs pos="68000">
                      <a:srgbClr val="FFFFFF"/>
                    </a:gs>
                  </a:gsLst>
                  <a:lin ang="5400000" scaled="0"/>
                </a:gradFill>
              </a:defRPr>
            </a:lvl2pPr>
            <a:lvl3pPr>
              <a:defRPr sz="1568">
                <a:gradFill>
                  <a:gsLst>
                    <a:gs pos="94030">
                      <a:srgbClr val="FFFFFF"/>
                    </a:gs>
                    <a:gs pos="68000">
                      <a:srgbClr val="FFFFFF"/>
                    </a:gs>
                  </a:gsLst>
                  <a:lin ang="5400000" scaled="0"/>
                </a:gradFill>
              </a:defRPr>
            </a:lvl3pPr>
            <a:lvl4pPr>
              <a:defRPr sz="1568">
                <a:gradFill>
                  <a:gsLst>
                    <a:gs pos="94030">
                      <a:srgbClr val="FFFFFF"/>
                    </a:gs>
                    <a:gs pos="68000">
                      <a:srgbClr val="FFFFFF"/>
                    </a:gs>
                  </a:gsLst>
                  <a:lin ang="5400000" scaled="0"/>
                </a:gradFill>
              </a:defRPr>
            </a:lvl4pPr>
            <a:lvl5pPr>
              <a:defRPr sz="1568">
                <a:gradFill>
                  <a:gsLst>
                    <a:gs pos="94030">
                      <a:srgbClr val="FFFFFF"/>
                    </a:gs>
                    <a:gs pos="68000">
                      <a:srgbClr val="FFFFFF"/>
                    </a:gs>
                  </a:gsLst>
                  <a:lin ang="5400000" scaled="0"/>
                </a:gradFill>
              </a:defRPr>
            </a:lvl5pPr>
          </a:lstStyle>
          <a:p>
            <a:pPr lvl="0"/>
            <a:r>
              <a:rPr lang="en-US" smtClean="0"/>
              <a:t>Click to edit Master text styles</a:t>
            </a:r>
          </a:p>
        </p:txBody>
      </p:sp>
    </p:spTree>
    <p:extLst>
      <p:ext uri="{BB962C8B-B14F-4D97-AF65-F5344CB8AC3E}">
        <p14:creationId xmlns:p14="http://schemas.microsoft.com/office/powerpoint/2010/main" val="1709990441"/>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userDrawn="1">
  <p:cSld name="Title and Content Purple">
    <p:bg bwMode="ltGray">
      <p:bgPr>
        <a:solidFill>
          <a:schemeClr val="accent4"/>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8928" y="291102"/>
            <a:ext cx="11653834" cy="3137898"/>
          </a:xfrm>
        </p:spPr>
        <p:txBody>
          <a:bodyPr/>
          <a:lstStyle>
            <a:lvl1pPr>
              <a:defRPr sz="5686">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69239" y="3877276"/>
            <a:ext cx="5378549" cy="401841"/>
          </a:xfrm>
        </p:spPr>
        <p:txBody>
          <a:bodyPr/>
          <a:lstStyle>
            <a:lvl1pPr marL="0" indent="0">
              <a:buNone/>
              <a:defRPr sz="1568">
                <a:gradFill>
                  <a:gsLst>
                    <a:gs pos="94690">
                      <a:schemeClr val="tx1"/>
                    </a:gs>
                    <a:gs pos="86000">
                      <a:schemeClr val="tx1"/>
                    </a:gs>
                  </a:gsLst>
                  <a:lin ang="5400000" scaled="0"/>
                </a:gradFill>
                <a:latin typeface="+mn-lt"/>
              </a:defRPr>
            </a:lvl1pPr>
            <a:lvl2pPr>
              <a:defRPr sz="1568">
                <a:gradFill>
                  <a:gsLst>
                    <a:gs pos="94030">
                      <a:srgbClr val="FFFFFF"/>
                    </a:gs>
                    <a:gs pos="68000">
                      <a:srgbClr val="FFFFFF"/>
                    </a:gs>
                  </a:gsLst>
                  <a:lin ang="5400000" scaled="0"/>
                </a:gradFill>
              </a:defRPr>
            </a:lvl2pPr>
            <a:lvl3pPr>
              <a:defRPr sz="1568">
                <a:gradFill>
                  <a:gsLst>
                    <a:gs pos="94030">
                      <a:srgbClr val="FFFFFF"/>
                    </a:gs>
                    <a:gs pos="68000">
                      <a:srgbClr val="FFFFFF"/>
                    </a:gs>
                  </a:gsLst>
                  <a:lin ang="5400000" scaled="0"/>
                </a:gradFill>
              </a:defRPr>
            </a:lvl3pPr>
            <a:lvl4pPr>
              <a:defRPr sz="1568">
                <a:gradFill>
                  <a:gsLst>
                    <a:gs pos="94030">
                      <a:srgbClr val="FFFFFF"/>
                    </a:gs>
                    <a:gs pos="68000">
                      <a:srgbClr val="FFFFFF"/>
                    </a:gs>
                  </a:gsLst>
                  <a:lin ang="5400000" scaled="0"/>
                </a:gradFill>
              </a:defRPr>
            </a:lvl4pPr>
            <a:lvl5pPr>
              <a:defRPr sz="1568">
                <a:gradFill>
                  <a:gsLst>
                    <a:gs pos="94030">
                      <a:srgbClr val="FFFFFF"/>
                    </a:gs>
                    <a:gs pos="68000">
                      <a:srgbClr val="FFFFFF"/>
                    </a:gs>
                  </a:gsLst>
                  <a:lin ang="5400000" scaled="0"/>
                </a:gradFill>
              </a:defRPr>
            </a:lvl5pPr>
          </a:lstStyle>
          <a:p>
            <a:pPr lvl="0"/>
            <a:r>
              <a:rPr lang="en-US" smtClean="0"/>
              <a:t>Click to edit Master text styles</a:t>
            </a:r>
          </a:p>
        </p:txBody>
      </p:sp>
    </p:spTree>
    <p:extLst>
      <p:ext uri="{BB962C8B-B14F-4D97-AF65-F5344CB8AC3E}">
        <p14:creationId xmlns:p14="http://schemas.microsoft.com/office/powerpoint/2010/main" val="257825800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userDrawn="1">
  <p:cSld name="Title and Content 2">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68928" y="291103"/>
            <a:ext cx="11653834" cy="1793071"/>
          </a:xfrm>
        </p:spPr>
        <p:txBody>
          <a:bodyPr/>
          <a:lstStyle>
            <a:lvl1pPr>
              <a:defRPr sz="5686">
                <a:gradFill>
                  <a:gsLst>
                    <a:gs pos="56637">
                      <a:schemeClr val="tx1"/>
                    </a:gs>
                    <a:gs pos="33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69239" y="2546469"/>
            <a:ext cx="7171399" cy="510524"/>
          </a:xfrm>
        </p:spPr>
        <p:txBody>
          <a:bodyPr/>
          <a:lstStyle>
            <a:lvl1pPr marL="0" indent="0">
              <a:buNone/>
              <a:defRPr sz="2353">
                <a:gradFill>
                  <a:gsLst>
                    <a:gs pos="1250">
                      <a:schemeClr val="tx1"/>
                    </a:gs>
                    <a:gs pos="100000">
                      <a:schemeClr val="tx1"/>
                    </a:gs>
                  </a:gsLst>
                  <a:lin ang="5400000" scaled="0"/>
                </a:gradFill>
                <a:latin typeface="+mn-lt"/>
              </a:defRPr>
            </a:lvl1pPr>
            <a:lvl2pPr>
              <a:defRPr sz="2353"/>
            </a:lvl2pPr>
            <a:lvl3pPr>
              <a:defRPr sz="2353"/>
            </a:lvl3pPr>
            <a:lvl4pPr>
              <a:defRPr sz="2353"/>
            </a:lvl4pPr>
            <a:lvl5pPr>
              <a:defRPr sz="2353"/>
            </a:lvl5pPr>
          </a:lstStyle>
          <a:p>
            <a:pPr lvl="0"/>
            <a:r>
              <a:rPr lang="en-US" smtClean="0"/>
              <a:t>Click to edit Master text styles</a:t>
            </a:r>
          </a:p>
        </p:txBody>
      </p:sp>
    </p:spTree>
    <p:extLst>
      <p:ext uri="{BB962C8B-B14F-4D97-AF65-F5344CB8AC3E}">
        <p14:creationId xmlns:p14="http://schemas.microsoft.com/office/powerpoint/2010/main" val="341703394"/>
      </p:ext>
    </p:extLst>
  </p:cSld>
  <p:clrMapOvr>
    <a:masterClrMapping/>
  </p:clrMapOvr>
  <p:transition>
    <p:fade/>
  </p:transition>
  <p:timing>
    <p:tnLst>
      <p:par>
        <p:cTn id="1" dur="indefinite" restart="never" nodeType="tmRoot"/>
      </p:par>
    </p:tnLst>
  </p:timing>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userDrawn="1">
  <p:cSld name="Title and Content 2 Gray">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68928" y="291103"/>
            <a:ext cx="11653834" cy="1793071"/>
          </a:xfrm>
        </p:spPr>
        <p:txBody>
          <a:bodyPr/>
          <a:lstStyle>
            <a:lvl1pPr>
              <a:defRPr sz="5686">
                <a:gradFill>
                  <a:gsLst>
                    <a:gs pos="99115">
                      <a:schemeClr val="tx1"/>
                    </a:gs>
                    <a:gs pos="87611">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69239" y="2546469"/>
            <a:ext cx="7171399" cy="506972"/>
          </a:xfrm>
        </p:spPr>
        <p:txBody>
          <a:bodyPr/>
          <a:lstStyle>
            <a:lvl1pPr marL="0" indent="0">
              <a:buNone/>
              <a:defRPr sz="2353">
                <a:gradFill>
                  <a:gsLst>
                    <a:gs pos="14159">
                      <a:schemeClr val="tx1"/>
                    </a:gs>
                    <a:gs pos="31000">
                      <a:schemeClr val="tx1"/>
                    </a:gs>
                  </a:gsLst>
                  <a:lin ang="5400000" scaled="0"/>
                </a:gradFill>
                <a:latin typeface="+mn-lt"/>
              </a:defRPr>
            </a:lvl1pPr>
            <a:lvl2pPr>
              <a:defRPr sz="2353">
                <a:gradFill>
                  <a:gsLst>
                    <a:gs pos="5224">
                      <a:srgbClr val="FFFFFF"/>
                    </a:gs>
                    <a:gs pos="31000">
                      <a:srgbClr val="FFFFFF"/>
                    </a:gs>
                  </a:gsLst>
                  <a:lin ang="5400000" scaled="0"/>
                </a:gradFill>
              </a:defRPr>
            </a:lvl2pPr>
            <a:lvl3pPr>
              <a:defRPr sz="2353">
                <a:gradFill>
                  <a:gsLst>
                    <a:gs pos="5224">
                      <a:srgbClr val="FFFFFF"/>
                    </a:gs>
                    <a:gs pos="31000">
                      <a:srgbClr val="FFFFFF"/>
                    </a:gs>
                  </a:gsLst>
                  <a:lin ang="5400000" scaled="0"/>
                </a:gradFill>
              </a:defRPr>
            </a:lvl3pPr>
            <a:lvl4pPr>
              <a:defRPr sz="2353">
                <a:gradFill>
                  <a:gsLst>
                    <a:gs pos="5224">
                      <a:srgbClr val="FFFFFF"/>
                    </a:gs>
                    <a:gs pos="31000">
                      <a:srgbClr val="FFFFFF"/>
                    </a:gs>
                  </a:gsLst>
                  <a:lin ang="5400000" scaled="0"/>
                </a:gradFill>
              </a:defRPr>
            </a:lvl4pPr>
            <a:lvl5pPr>
              <a:defRPr sz="2353">
                <a:gradFill>
                  <a:gsLst>
                    <a:gs pos="5224">
                      <a:srgbClr val="FFFFFF"/>
                    </a:gs>
                    <a:gs pos="31000">
                      <a:srgbClr val="FFFFFF"/>
                    </a:gs>
                  </a:gsLst>
                  <a:lin ang="5400000" scaled="0"/>
                </a:gradFill>
              </a:defRPr>
            </a:lvl5pPr>
          </a:lstStyle>
          <a:p>
            <a:pPr lvl="0"/>
            <a:r>
              <a:rPr lang="en-US" smtClean="0"/>
              <a:t>Click to edit Master text styles</a:t>
            </a:r>
          </a:p>
        </p:txBody>
      </p:sp>
    </p:spTree>
    <p:extLst>
      <p:ext uri="{BB962C8B-B14F-4D97-AF65-F5344CB8AC3E}">
        <p14:creationId xmlns:p14="http://schemas.microsoft.com/office/powerpoint/2010/main" val="40548497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userDrawn="1">
  <p:cSld name="Title and Content 2 Orange">
    <p:bg bwMode="ltGray">
      <p:bgPr>
        <a:solidFill>
          <a:schemeClr val="accent2"/>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268928" y="291103"/>
            <a:ext cx="11653834" cy="1793071"/>
          </a:xfrm>
        </p:spPr>
        <p:txBody>
          <a:bodyPr/>
          <a:lstStyle>
            <a:lvl1pPr>
              <a:defRPr sz="5686">
                <a:gradFill>
                  <a:gsLst>
                    <a:gs pos="85821">
                      <a:schemeClr val="tx1"/>
                    </a:gs>
                    <a:gs pos="61194">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69239" y="2546469"/>
            <a:ext cx="7171399" cy="506972"/>
          </a:xfrm>
        </p:spPr>
        <p:txBody>
          <a:bodyPr/>
          <a:lstStyle>
            <a:lvl1pPr marL="0" indent="0">
              <a:buNone/>
              <a:defRPr sz="2353">
                <a:gradFill>
                  <a:gsLst>
                    <a:gs pos="54867">
                      <a:schemeClr val="tx1"/>
                    </a:gs>
                    <a:gs pos="31000">
                      <a:schemeClr val="tx1"/>
                    </a:gs>
                  </a:gsLst>
                  <a:lin ang="5400000" scaled="0"/>
                </a:gradFill>
                <a:latin typeface="+mn-lt"/>
              </a:defRPr>
            </a:lvl1pPr>
            <a:lvl2pPr>
              <a:defRPr sz="2353">
                <a:gradFill>
                  <a:gsLst>
                    <a:gs pos="5224">
                      <a:srgbClr val="FFFFFF"/>
                    </a:gs>
                    <a:gs pos="31000">
                      <a:srgbClr val="FFFFFF"/>
                    </a:gs>
                  </a:gsLst>
                  <a:lin ang="5400000" scaled="0"/>
                </a:gradFill>
              </a:defRPr>
            </a:lvl2pPr>
            <a:lvl3pPr>
              <a:defRPr sz="2353">
                <a:gradFill>
                  <a:gsLst>
                    <a:gs pos="5224">
                      <a:srgbClr val="FFFFFF"/>
                    </a:gs>
                    <a:gs pos="31000">
                      <a:srgbClr val="FFFFFF"/>
                    </a:gs>
                  </a:gsLst>
                  <a:lin ang="5400000" scaled="0"/>
                </a:gradFill>
              </a:defRPr>
            </a:lvl3pPr>
            <a:lvl4pPr>
              <a:defRPr sz="2353">
                <a:gradFill>
                  <a:gsLst>
                    <a:gs pos="5224">
                      <a:srgbClr val="FFFFFF"/>
                    </a:gs>
                    <a:gs pos="31000">
                      <a:srgbClr val="FFFFFF"/>
                    </a:gs>
                  </a:gsLst>
                  <a:lin ang="5400000" scaled="0"/>
                </a:gradFill>
              </a:defRPr>
            </a:lvl4pPr>
            <a:lvl5pPr>
              <a:defRPr sz="2353">
                <a:gradFill>
                  <a:gsLst>
                    <a:gs pos="5224">
                      <a:srgbClr val="FFFFFF"/>
                    </a:gs>
                    <a:gs pos="31000">
                      <a:srgbClr val="FFFFFF"/>
                    </a:gs>
                  </a:gsLst>
                  <a:lin ang="5400000" scaled="0"/>
                </a:gradFill>
              </a:defRPr>
            </a:lvl5pPr>
          </a:lstStyle>
          <a:p>
            <a:pPr lvl="0"/>
            <a:r>
              <a:rPr lang="en-US" smtClean="0"/>
              <a:t>Click to edit Master text styles</a:t>
            </a:r>
          </a:p>
        </p:txBody>
      </p:sp>
    </p:spTree>
    <p:extLst>
      <p:ext uri="{BB962C8B-B14F-4D97-AF65-F5344CB8AC3E}">
        <p14:creationId xmlns:p14="http://schemas.microsoft.com/office/powerpoint/2010/main" val="162486516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userDrawn="1">
  <p:cSld name="Title &amp; Content Bulleted Tex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68928" y="291103"/>
            <a:ext cx="11653834" cy="896518"/>
          </a:xfrm>
        </p:spPr>
        <p:txBody>
          <a:bodyPr/>
          <a:lstStyle>
            <a:lvl1pPr>
              <a:defRPr sz="5686">
                <a:gradFill>
                  <a:gsLst>
                    <a:gs pos="6195">
                      <a:schemeClr val="tx1"/>
                    </a:gs>
                    <a:gs pos="26000">
                      <a:schemeClr val="tx1"/>
                    </a:gs>
                  </a:gsLst>
                  <a:lin ang="5400000" scaled="0"/>
                </a:gradFill>
              </a:defRPr>
            </a:lvl1pPr>
          </a:lstStyle>
          <a:p>
            <a:r>
              <a:rPr lang="en-US" smtClean="0"/>
              <a:t>Click to edit Master title style</a:t>
            </a:r>
            <a:endParaRPr lang="en-US" dirty="0"/>
          </a:p>
        </p:txBody>
      </p:sp>
      <p:sp>
        <p:nvSpPr>
          <p:cNvPr id="4" name="Content Placeholder 3"/>
          <p:cNvSpPr>
            <a:spLocks noGrp="1"/>
          </p:cNvSpPr>
          <p:nvPr>
            <p:ph sz="quarter" idx="10"/>
          </p:nvPr>
        </p:nvSpPr>
        <p:spPr>
          <a:xfrm>
            <a:off x="269239" y="1663938"/>
            <a:ext cx="10757098" cy="1865319"/>
          </a:xfrm>
        </p:spPr>
        <p:txBody>
          <a:bodyPr/>
          <a:lstStyle>
            <a:lvl1pPr>
              <a:defRPr sz="2549">
                <a:gradFill>
                  <a:gsLst>
                    <a:gs pos="1250">
                      <a:schemeClr val="tx1"/>
                    </a:gs>
                    <a:gs pos="100000">
                      <a:schemeClr val="tx1"/>
                    </a:gs>
                  </a:gsLst>
                  <a:lin ang="5400000" scaled="0"/>
                </a:gradFill>
                <a:latin typeface="+mn-lt"/>
              </a:defRPr>
            </a:lvl1pPr>
            <a:lvl2pPr>
              <a:defRPr sz="2353"/>
            </a:lvl2pPr>
            <a:lvl3pPr>
              <a:defRPr sz="1961"/>
            </a:lvl3pPr>
            <a:lvl4pPr>
              <a:defRPr sz="1765"/>
            </a:lvl4pPr>
            <a:lvl5pPr>
              <a:defRPr sz="1765"/>
            </a:lvl5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1751797171"/>
      </p:ext>
    </p:extLst>
  </p:cSld>
  <p:clrMapOvr>
    <a:masterClrMapping/>
  </p:clrMapOvr>
  <p:transition>
    <p:fade/>
  </p:transition>
  <p:timing>
    <p:tnLst>
      <p:par>
        <p:cTn id="1" dur="indefinite" restart="never" nodeType="tmRoot"/>
      </p:par>
    </p:tnLst>
  </p:timing>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userDrawn="1">
  <p:cSld name="Photo &amp; Content Only">
    <p:bg bwMode="gray">
      <p:bgPr>
        <a:solidFill>
          <a:schemeClr val="bg1"/>
        </a:solidFill>
        <a:effectLst/>
      </p:bgPr>
    </p:bg>
    <p:spTree>
      <p:nvGrpSpPr>
        <p:cNvPr id="1" name=""/>
        <p:cNvGrpSpPr/>
        <p:nvPr/>
      </p:nvGrpSpPr>
      <p:grpSpPr>
        <a:xfrm>
          <a:off x="0" y="0"/>
          <a:ext cx="0" cy="0"/>
          <a:chOff x="0" y="0"/>
          <a:chExt cx="0" cy="0"/>
        </a:xfrm>
      </p:grpSpPr>
      <p:sp>
        <p:nvSpPr>
          <p:cNvPr id="3" name="Picture Placeholder 2"/>
          <p:cNvSpPr>
            <a:spLocks noGrp="1"/>
          </p:cNvSpPr>
          <p:nvPr>
            <p:ph type="pic" sz="quarter" idx="11"/>
          </p:nvPr>
        </p:nvSpPr>
        <p:spPr>
          <a:xfrm>
            <a:off x="0" y="0"/>
            <a:ext cx="5884345" cy="727700"/>
          </a:xfrm>
        </p:spPr>
        <p:txBody>
          <a:bodyPr/>
          <a:lstStyle>
            <a:lvl1pPr marL="0" indent="0">
              <a:buNone/>
              <a:defRPr/>
            </a:lvl1pPr>
          </a:lstStyle>
          <a:p>
            <a:r>
              <a:rPr lang="en-US" smtClean="0"/>
              <a:t>Click icon to add picture</a:t>
            </a:r>
            <a:endParaRPr lang="en-US" dirty="0"/>
          </a:p>
        </p:txBody>
      </p:sp>
      <p:sp>
        <p:nvSpPr>
          <p:cNvPr id="6" name="Content Placeholder 5"/>
          <p:cNvSpPr>
            <a:spLocks noGrp="1"/>
          </p:cNvSpPr>
          <p:nvPr>
            <p:ph sz="quarter" idx="10"/>
          </p:nvPr>
        </p:nvSpPr>
        <p:spPr>
          <a:xfrm>
            <a:off x="5647788" y="1187621"/>
            <a:ext cx="6274974" cy="588449"/>
          </a:xfrm>
        </p:spPr>
        <p:txBody>
          <a:bodyPr/>
          <a:lstStyle>
            <a:lvl1pPr marL="0" indent="0">
              <a:buNone/>
              <a:defRPr sz="2941"/>
            </a:lvl1pPr>
          </a:lstStyle>
          <a:p>
            <a:pPr lvl="0"/>
            <a:r>
              <a:rPr lang="en-US" smtClean="0"/>
              <a:t>Click to edit Master text styles</a:t>
            </a:r>
          </a:p>
        </p:txBody>
      </p:sp>
    </p:spTree>
    <p:extLst>
      <p:ext uri="{BB962C8B-B14F-4D97-AF65-F5344CB8AC3E}">
        <p14:creationId xmlns:p14="http://schemas.microsoft.com/office/powerpoint/2010/main" val="1746963884"/>
      </p:ext>
    </p:extLst>
  </p:cSld>
  <p:clrMapOvr>
    <a:masterClrMapping/>
  </p:clrMapOvr>
  <p:transition>
    <p:fade/>
  </p:transition>
  <p:timing>
    <p:tnLst>
      <p:par>
        <p:cTn id="1" dur="indefinite" restart="never" nodeType="tmRoot"/>
      </p:par>
    </p:tnLst>
  </p:timing>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userDrawn="1">
  <p:cSld name="Title Only">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gradFill>
                  <a:gsLst>
                    <a:gs pos="2655">
                      <a:schemeClr val="tx1"/>
                    </a:gs>
                    <a:gs pos="31000">
                      <a:schemeClr val="tx1"/>
                    </a:gs>
                  </a:gsLst>
                  <a:lin ang="5400000" scaled="0"/>
                </a:gradFill>
              </a:defRPr>
            </a:lvl1pPr>
          </a:lstStyle>
          <a:p>
            <a:r>
              <a:rPr lang="en-US" smtClean="0"/>
              <a:t>Click to edit Master title style</a:t>
            </a:r>
            <a:endParaRPr lang="en-US" dirty="0"/>
          </a:p>
        </p:txBody>
      </p:sp>
      <p:sp>
        <p:nvSpPr>
          <p:cNvPr id="4" name="Footer Placeholder 2"/>
          <p:cNvSpPr>
            <a:spLocks noGrp="1"/>
          </p:cNvSpPr>
          <p:nvPr>
            <p:ph type="ftr" sz="quarter" idx="3"/>
          </p:nvPr>
        </p:nvSpPr>
        <p:spPr>
          <a:xfrm>
            <a:off x="269239" y="6558796"/>
            <a:ext cx="3859607" cy="134483"/>
          </a:xfrm>
          <a:prstGeom prst="rect">
            <a:avLst/>
          </a:prstGeom>
        </p:spPr>
        <p:txBody>
          <a:bodyPr vert="horz" lIns="0" tIns="0" rIns="91440" bIns="0" rtlCol="0" anchor="ctr"/>
          <a:lstStyle>
            <a:lvl1pPr marL="0" algn="l" defTabSz="914367" rtl="0" eaLnBrk="1" latinLnBrk="0" hangingPunct="1">
              <a:defRPr lang="en-US" sz="882" kern="1200">
                <a:gradFill>
                  <a:gsLst>
                    <a:gs pos="2239">
                      <a:schemeClr val="tx1"/>
                    </a:gs>
                    <a:gs pos="11940">
                      <a:schemeClr val="tx1"/>
                    </a:gs>
                  </a:gsLst>
                  <a:lin ang="5400000" scaled="0"/>
                </a:gradFill>
                <a:latin typeface="+mn-lt"/>
                <a:ea typeface="+mn-ea"/>
                <a:cs typeface="+mn-cs"/>
              </a:defRPr>
            </a:lvl1pPr>
          </a:lstStyle>
          <a:p>
            <a:r>
              <a:rPr smtClean="0">
                <a:gradFill>
                  <a:gsLst>
                    <a:gs pos="2239">
                      <a:srgbClr val="505050"/>
                    </a:gs>
                    <a:gs pos="11940">
                      <a:srgbClr val="505050"/>
                    </a:gs>
                  </a:gsLst>
                  <a:lin ang="5400000" scaled="0"/>
                </a:gradFill>
              </a:rPr>
              <a:t>Microsoft Confidential</a:t>
            </a:r>
            <a:endParaRPr>
              <a:gradFill>
                <a:gsLst>
                  <a:gs pos="2239">
                    <a:srgbClr val="505050"/>
                  </a:gs>
                  <a:gs pos="11940">
                    <a:srgbClr val="505050"/>
                  </a:gs>
                </a:gsLst>
                <a:lin ang="5400000" scaled="0"/>
              </a:gradFill>
            </a:endParaRPr>
          </a:p>
        </p:txBody>
      </p:sp>
      <p:sp>
        <p:nvSpPr>
          <p:cNvPr id="5" name="Slide Number Placeholder 4"/>
          <p:cNvSpPr>
            <a:spLocks noGrp="1"/>
          </p:cNvSpPr>
          <p:nvPr>
            <p:ph type="sldNum" sz="quarter" idx="4"/>
          </p:nvPr>
        </p:nvSpPr>
        <p:spPr>
          <a:xfrm>
            <a:off x="11367166" y="6558796"/>
            <a:ext cx="555596" cy="134483"/>
          </a:xfrm>
          <a:prstGeom prst="rect">
            <a:avLst/>
          </a:prstGeom>
        </p:spPr>
        <p:txBody>
          <a:bodyPr vert="horz" lIns="91440" tIns="0" rIns="0" bIns="0" rtlCol="0" anchor="ctr"/>
          <a:lstStyle>
            <a:lvl1pPr algn="r">
              <a:defRPr lang="en-US" sz="882" b="0" kern="1200" smtClean="0">
                <a:gradFill>
                  <a:gsLst>
                    <a:gs pos="2239">
                      <a:schemeClr val="tx1"/>
                    </a:gs>
                    <a:gs pos="11940">
                      <a:schemeClr val="tx1"/>
                    </a:gs>
                  </a:gsLst>
                  <a:lin ang="5400000" scaled="0"/>
                </a:gradFill>
                <a:latin typeface="+mn-lt"/>
                <a:ea typeface="+mn-ea"/>
                <a:cs typeface="+mn-cs"/>
              </a:defRPr>
            </a:lvl1pPr>
          </a:lstStyle>
          <a:p>
            <a:fld id="{27258FFF-F925-446B-8502-81C933981705}" type="slidenum">
              <a:rPr>
                <a:gradFill>
                  <a:gsLst>
                    <a:gs pos="2239">
                      <a:srgbClr val="505050"/>
                    </a:gs>
                    <a:gs pos="11940">
                      <a:srgbClr val="505050"/>
                    </a:gs>
                  </a:gsLst>
                  <a:lin ang="5400000" scaled="0"/>
                </a:gradFill>
              </a:rPr>
              <a:pPr/>
              <a:t>‹#›</a:t>
            </a:fld>
            <a:endParaRPr>
              <a:gradFill>
                <a:gsLst>
                  <a:gs pos="2239">
                    <a:srgbClr val="505050"/>
                  </a:gs>
                  <a:gs pos="11940">
                    <a:srgbClr val="505050"/>
                  </a:gs>
                </a:gsLst>
                <a:lin ang="5400000" scaled="0"/>
              </a:gradFill>
            </a:endParaRPr>
          </a:p>
        </p:txBody>
      </p:sp>
    </p:spTree>
    <p:extLst>
      <p:ext uri="{BB962C8B-B14F-4D97-AF65-F5344CB8AC3E}">
        <p14:creationId xmlns:p14="http://schemas.microsoft.com/office/powerpoint/2010/main" val="3490760544"/>
      </p:ext>
    </p:extLst>
  </p:cSld>
  <p:clrMapOvr>
    <a:masterClrMapping/>
  </p:clrMapOvr>
  <p:transition>
    <p:fade/>
  </p:transition>
  <p:timing>
    <p:tnLst>
      <p:par>
        <p:cTn id="1" dur="indefinite" restart="never" nodeType="tmRoot"/>
      </p:par>
    </p:tnLst>
  </p:timing>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userDrawn="1">
  <p:cSld name="Small Title &amp; Content">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353"/>
            </a:lvl1pPr>
          </a:lstStyle>
          <a:p>
            <a:r>
              <a:rPr lang="en-US" smtClean="0"/>
              <a:t>Click to edit Master title style</a:t>
            </a:r>
            <a:endParaRPr lang="en-US" dirty="0"/>
          </a:p>
        </p:txBody>
      </p:sp>
      <p:sp>
        <p:nvSpPr>
          <p:cNvPr id="4" name="Content Placeholder 3"/>
          <p:cNvSpPr>
            <a:spLocks noGrp="1"/>
          </p:cNvSpPr>
          <p:nvPr>
            <p:ph sz="quarter" idx="10"/>
          </p:nvPr>
        </p:nvSpPr>
        <p:spPr>
          <a:xfrm>
            <a:off x="269239" y="1663914"/>
            <a:ext cx="8964248" cy="669927"/>
          </a:xfrm>
        </p:spPr>
        <p:txBody>
          <a:bodyPr/>
          <a:lstStyle>
            <a:lvl1pPr marL="0" indent="0">
              <a:buNone/>
              <a:defRPr sz="3529"/>
            </a:lvl1pPr>
            <a:lvl2pPr>
              <a:defRPr sz="3529"/>
            </a:lvl2pPr>
            <a:lvl3pPr>
              <a:defRPr sz="3529"/>
            </a:lvl3pPr>
            <a:lvl4pPr>
              <a:defRPr sz="3529"/>
            </a:lvl4pPr>
            <a:lvl5pPr>
              <a:defRPr sz="3529"/>
            </a:lvl5pPr>
          </a:lstStyle>
          <a:p>
            <a:pPr lvl="0"/>
            <a:r>
              <a:rPr lang="en-US" smtClean="0"/>
              <a:t>Click to edit Master text styles</a:t>
            </a:r>
          </a:p>
        </p:txBody>
      </p:sp>
    </p:spTree>
    <p:extLst>
      <p:ext uri="{BB962C8B-B14F-4D97-AF65-F5344CB8AC3E}">
        <p14:creationId xmlns:p14="http://schemas.microsoft.com/office/powerpoint/2010/main" val="2293563721"/>
      </p:ext>
    </p:extLst>
  </p:cSld>
  <p:clrMapOvr>
    <a:masterClrMapping/>
  </p:clrMapOvr>
  <p:transition>
    <p:fade/>
  </p:transition>
  <p:timing>
    <p:tnLst>
      <p:par>
        <p:cTn id="1" dur="indefinite" restart="never" nodeType="tmRoot"/>
      </p:par>
    </p:tnLst>
  </p:timing>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userDrawn="1">
  <p:cSld name="Title and Content box">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529"/>
            </a:lvl1pPr>
          </a:lstStyle>
          <a:p>
            <a:r>
              <a:rPr lang="en-US" smtClean="0"/>
              <a:t>Click to edit Master title style</a:t>
            </a:r>
            <a:endParaRPr lang="en-US" dirty="0"/>
          </a:p>
        </p:txBody>
      </p:sp>
      <p:sp>
        <p:nvSpPr>
          <p:cNvPr id="4" name="Content Placeholder 3"/>
          <p:cNvSpPr>
            <a:spLocks noGrp="1"/>
          </p:cNvSpPr>
          <p:nvPr>
            <p:ph sz="quarter" idx="10"/>
          </p:nvPr>
        </p:nvSpPr>
        <p:spPr>
          <a:xfrm>
            <a:off x="269239" y="1663938"/>
            <a:ext cx="3585699" cy="425495"/>
          </a:xfrm>
        </p:spPr>
        <p:txBody>
          <a:bodyPr/>
          <a:lstStyle>
            <a:lvl1pPr marL="0" indent="0">
              <a:buNone/>
              <a:defRPr sz="1765">
                <a:latin typeface="+mn-lt"/>
              </a:defRPr>
            </a:lvl1pPr>
            <a:lvl2pPr>
              <a:defRPr sz="1765"/>
            </a:lvl2pPr>
            <a:lvl3pPr>
              <a:defRPr sz="1765"/>
            </a:lvl3pPr>
            <a:lvl4pPr>
              <a:defRPr sz="1765"/>
            </a:lvl4pPr>
            <a:lvl5pPr>
              <a:defRPr sz="1765"/>
            </a:lvl5pPr>
          </a:lstStyle>
          <a:p>
            <a:pPr lvl="0"/>
            <a:r>
              <a:rPr lang="en-US" smtClean="0"/>
              <a:t>Click to edit Master text styles</a:t>
            </a:r>
          </a:p>
        </p:txBody>
      </p:sp>
    </p:spTree>
    <p:extLst>
      <p:ext uri="{BB962C8B-B14F-4D97-AF65-F5344CB8AC3E}">
        <p14:creationId xmlns:p14="http://schemas.microsoft.com/office/powerpoint/2010/main" val="2679053748"/>
      </p:ext>
    </p:extLst>
  </p:cSld>
  <p:clrMapOvr>
    <a:masterClrMapping/>
  </p:clrMapOvr>
  <p:transition>
    <p:fade/>
  </p:transition>
  <p:timing>
    <p:tnLst>
      <p:par>
        <p:cTn id="1" dur="indefinite" restart="never" nodeType="tmRoot"/>
      </p:par>
    </p:tnLst>
  </p:timing>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userDrawn="1">
  <p:cSld name="Title &amp; photo">
    <p:bg bwMode="ltGray">
      <p:bgRef idx="1001">
        <a:schemeClr val="bg1"/>
      </p:bgRef>
    </p:bg>
    <p:spTree>
      <p:nvGrpSpPr>
        <p:cNvPr id="1" name=""/>
        <p:cNvGrpSpPr/>
        <p:nvPr/>
      </p:nvGrpSpPr>
      <p:grpSpPr>
        <a:xfrm>
          <a:off x="0" y="0"/>
          <a:ext cx="0" cy="0"/>
          <a:chOff x="0" y="0"/>
          <a:chExt cx="0" cy="0"/>
        </a:xfrm>
      </p:grpSpPr>
      <p:sp>
        <p:nvSpPr>
          <p:cNvPr id="5" name="Picture Placeholder 4"/>
          <p:cNvSpPr>
            <a:spLocks noGrp="1"/>
          </p:cNvSpPr>
          <p:nvPr>
            <p:ph type="pic" sz="quarter" idx="10"/>
          </p:nvPr>
        </p:nvSpPr>
        <p:spPr>
          <a:xfrm>
            <a:off x="0" y="0"/>
            <a:ext cx="12192000" cy="727700"/>
          </a:xfrm>
        </p:spPr>
        <p:txBody>
          <a:bodyPr/>
          <a:lstStyle/>
          <a:p>
            <a:r>
              <a:rPr lang="en-US" smtClean="0"/>
              <a:t>Click icon to add picture</a:t>
            </a:r>
            <a:endParaRPr lang="en-US" dirty="0"/>
          </a:p>
        </p:txBody>
      </p:sp>
      <p:sp>
        <p:nvSpPr>
          <p:cNvPr id="2" name="Title 1"/>
          <p:cNvSpPr>
            <a:spLocks noGrp="1"/>
          </p:cNvSpPr>
          <p:nvPr>
            <p:ph type="title"/>
          </p:nvPr>
        </p:nvSpPr>
        <p:spPr/>
        <p:txBody>
          <a:bodyPr/>
          <a:lstStyle>
            <a:lvl1pPr>
              <a:defRPr sz="4705">
                <a:gradFill>
                  <a:gsLst>
                    <a:gs pos="69027">
                      <a:schemeClr val="tx1"/>
                    </a:gs>
                    <a:gs pos="22000">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4050185060"/>
      </p:ext>
    </p:extLst>
  </p:cSld>
  <p:clrMapOvr>
    <a:masterClrMapping/>
  </p:clrMapOvr>
  <p:transition>
    <p:fade/>
  </p:transition>
  <p:timing>
    <p:tnLst>
      <p:par>
        <p:cTn id="1" dur="indefinite" restart="never" nodeType="tmRoot"/>
      </p:par>
    </p:tnLst>
  </p:timing>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userDrawn="1">
  <p:cSld name="Title &amp; 4 Categories">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68928" y="291102"/>
            <a:ext cx="11655840" cy="737413"/>
          </a:xfrm>
        </p:spPr>
        <p:txBody>
          <a:bodyPr/>
          <a:lstStyle>
            <a:lvl1pPr>
              <a:defRPr sz="3529"/>
            </a:lvl1pPr>
          </a:lstStyle>
          <a:p>
            <a:r>
              <a:rPr lang="en-US" smtClean="0"/>
              <a:t>Click to edit Master title style</a:t>
            </a:r>
            <a:endParaRPr lang="en-US" dirty="0"/>
          </a:p>
        </p:txBody>
      </p:sp>
      <p:sp>
        <p:nvSpPr>
          <p:cNvPr id="4" name="Content Placeholder 3"/>
          <p:cNvSpPr>
            <a:spLocks noGrp="1"/>
          </p:cNvSpPr>
          <p:nvPr>
            <p:ph sz="quarter" idx="10"/>
          </p:nvPr>
        </p:nvSpPr>
        <p:spPr>
          <a:xfrm>
            <a:off x="269239" y="2980725"/>
            <a:ext cx="11653523" cy="506972"/>
          </a:xfrm>
        </p:spPr>
        <p:txBody>
          <a:bodyPr/>
          <a:lstStyle>
            <a:lvl1pPr marL="0" indent="0">
              <a:buNone/>
              <a:defRPr sz="2353"/>
            </a:lvl1pPr>
          </a:lstStyle>
          <a:p>
            <a:pPr lvl="0"/>
            <a:r>
              <a:rPr lang="en-US" smtClean="0"/>
              <a:t>Click to edit Master text styles</a:t>
            </a:r>
          </a:p>
        </p:txBody>
      </p:sp>
      <p:sp>
        <p:nvSpPr>
          <p:cNvPr id="6" name="Content Placeholder 5"/>
          <p:cNvSpPr>
            <a:spLocks noGrp="1"/>
          </p:cNvSpPr>
          <p:nvPr>
            <p:ph sz="quarter" idx="11"/>
          </p:nvPr>
        </p:nvSpPr>
        <p:spPr>
          <a:xfrm>
            <a:off x="269239" y="3877276"/>
            <a:ext cx="2689274" cy="2689656"/>
          </a:xfrm>
          <a:solidFill>
            <a:schemeClr val="accent1"/>
          </a:solidFill>
        </p:spPr>
        <p:txBody>
          <a:bodyPr lIns="182880" tIns="146304" rIns="182880" bIns="146304">
            <a:noAutofit/>
          </a:bodyPr>
          <a:lstStyle>
            <a:lvl1pPr marL="0" indent="0">
              <a:buNone/>
              <a:defRPr sz="2353">
                <a:gradFill>
                  <a:gsLst>
                    <a:gs pos="2655">
                      <a:schemeClr val="bg1"/>
                    </a:gs>
                    <a:gs pos="29000">
                      <a:schemeClr val="bg1"/>
                    </a:gs>
                  </a:gsLst>
                  <a:lin ang="5400000" scaled="0"/>
                </a:gradFill>
              </a:defRPr>
            </a:lvl1pPr>
            <a:lvl2pPr>
              <a:defRPr sz="2353"/>
            </a:lvl2pPr>
            <a:lvl3pPr>
              <a:defRPr sz="2353"/>
            </a:lvl3pPr>
            <a:lvl4pPr>
              <a:defRPr sz="2353"/>
            </a:lvl4pPr>
            <a:lvl5pPr>
              <a:defRPr sz="2353"/>
            </a:lvl5pPr>
          </a:lstStyle>
          <a:p>
            <a:pPr lvl="0"/>
            <a:r>
              <a:rPr lang="en-US" smtClean="0"/>
              <a:t>Click to edit Master text styles</a:t>
            </a:r>
          </a:p>
        </p:txBody>
      </p:sp>
      <p:sp>
        <p:nvSpPr>
          <p:cNvPr id="7" name="Content Placeholder 5"/>
          <p:cNvSpPr>
            <a:spLocks noGrp="1"/>
          </p:cNvSpPr>
          <p:nvPr>
            <p:ph sz="quarter" idx="12"/>
          </p:nvPr>
        </p:nvSpPr>
        <p:spPr>
          <a:xfrm>
            <a:off x="3256442" y="3877276"/>
            <a:ext cx="2689274" cy="2689656"/>
          </a:xfrm>
          <a:solidFill>
            <a:schemeClr val="accent1"/>
          </a:solidFill>
        </p:spPr>
        <p:txBody>
          <a:bodyPr lIns="182880" tIns="146304" rIns="182880" bIns="146304">
            <a:noAutofit/>
          </a:bodyPr>
          <a:lstStyle>
            <a:lvl1pPr marL="0" indent="0">
              <a:buNone/>
              <a:defRPr sz="2353">
                <a:gradFill>
                  <a:gsLst>
                    <a:gs pos="2655">
                      <a:schemeClr val="bg1"/>
                    </a:gs>
                    <a:gs pos="29000">
                      <a:schemeClr val="bg1"/>
                    </a:gs>
                  </a:gsLst>
                  <a:lin ang="5400000" scaled="0"/>
                </a:gradFill>
              </a:defRPr>
            </a:lvl1pPr>
            <a:lvl2pPr>
              <a:defRPr sz="2353"/>
            </a:lvl2pPr>
            <a:lvl3pPr>
              <a:defRPr sz="2353"/>
            </a:lvl3pPr>
            <a:lvl4pPr>
              <a:defRPr sz="2353"/>
            </a:lvl4pPr>
            <a:lvl5pPr>
              <a:defRPr sz="2353"/>
            </a:lvl5pPr>
          </a:lstStyle>
          <a:p>
            <a:pPr lvl="0"/>
            <a:r>
              <a:rPr lang="en-US" smtClean="0"/>
              <a:t>Click to edit Master text styles</a:t>
            </a:r>
          </a:p>
        </p:txBody>
      </p:sp>
      <p:sp>
        <p:nvSpPr>
          <p:cNvPr id="8" name="Content Placeholder 5"/>
          <p:cNvSpPr>
            <a:spLocks noGrp="1"/>
          </p:cNvSpPr>
          <p:nvPr>
            <p:ph sz="quarter" idx="13"/>
          </p:nvPr>
        </p:nvSpPr>
        <p:spPr>
          <a:xfrm>
            <a:off x="6243644" y="3877276"/>
            <a:ext cx="2689274" cy="2689656"/>
          </a:xfrm>
          <a:solidFill>
            <a:schemeClr val="accent1"/>
          </a:solidFill>
        </p:spPr>
        <p:txBody>
          <a:bodyPr lIns="182880" tIns="146304" rIns="182880" bIns="146304">
            <a:noAutofit/>
          </a:bodyPr>
          <a:lstStyle>
            <a:lvl1pPr marL="0" indent="0">
              <a:buNone/>
              <a:defRPr sz="2353">
                <a:gradFill>
                  <a:gsLst>
                    <a:gs pos="2655">
                      <a:schemeClr val="bg1"/>
                    </a:gs>
                    <a:gs pos="29000">
                      <a:schemeClr val="bg1"/>
                    </a:gs>
                  </a:gsLst>
                  <a:lin ang="5400000" scaled="0"/>
                </a:gradFill>
              </a:defRPr>
            </a:lvl1pPr>
            <a:lvl2pPr>
              <a:defRPr sz="2353"/>
            </a:lvl2pPr>
            <a:lvl3pPr>
              <a:defRPr sz="2353"/>
            </a:lvl3pPr>
            <a:lvl4pPr>
              <a:defRPr sz="2353"/>
            </a:lvl4pPr>
            <a:lvl5pPr>
              <a:defRPr sz="2353"/>
            </a:lvl5pPr>
          </a:lstStyle>
          <a:p>
            <a:pPr lvl="0"/>
            <a:r>
              <a:rPr lang="en-US" smtClean="0"/>
              <a:t>Click to edit Master text styles</a:t>
            </a:r>
          </a:p>
        </p:txBody>
      </p:sp>
      <p:sp>
        <p:nvSpPr>
          <p:cNvPr id="9" name="Content Placeholder 5"/>
          <p:cNvSpPr>
            <a:spLocks noGrp="1"/>
          </p:cNvSpPr>
          <p:nvPr>
            <p:ph sz="quarter" idx="14"/>
          </p:nvPr>
        </p:nvSpPr>
        <p:spPr>
          <a:xfrm>
            <a:off x="9230848" y="3877276"/>
            <a:ext cx="2689274" cy="2689656"/>
          </a:xfrm>
          <a:solidFill>
            <a:schemeClr val="accent1"/>
          </a:solidFill>
        </p:spPr>
        <p:txBody>
          <a:bodyPr lIns="182880" tIns="146304" rIns="182880" bIns="146304">
            <a:noAutofit/>
          </a:bodyPr>
          <a:lstStyle>
            <a:lvl1pPr marL="0" indent="0">
              <a:buNone/>
              <a:defRPr sz="2353">
                <a:gradFill>
                  <a:gsLst>
                    <a:gs pos="2655">
                      <a:schemeClr val="bg1"/>
                    </a:gs>
                    <a:gs pos="29000">
                      <a:schemeClr val="bg1"/>
                    </a:gs>
                  </a:gsLst>
                  <a:lin ang="5400000" scaled="0"/>
                </a:gradFill>
              </a:defRPr>
            </a:lvl1pPr>
            <a:lvl2pPr>
              <a:defRPr sz="2353"/>
            </a:lvl2pPr>
            <a:lvl3pPr>
              <a:defRPr sz="2353"/>
            </a:lvl3pPr>
            <a:lvl4pPr>
              <a:defRPr sz="2353"/>
            </a:lvl4pPr>
            <a:lvl5pPr>
              <a:defRPr sz="2353"/>
            </a:lvl5pPr>
          </a:lstStyle>
          <a:p>
            <a:pPr lvl="0"/>
            <a:r>
              <a:rPr lang="en-US" smtClean="0"/>
              <a:t>Click to edit Master text styles</a:t>
            </a:r>
          </a:p>
        </p:txBody>
      </p:sp>
    </p:spTree>
    <p:extLst>
      <p:ext uri="{BB962C8B-B14F-4D97-AF65-F5344CB8AC3E}">
        <p14:creationId xmlns:p14="http://schemas.microsoft.com/office/powerpoint/2010/main" val="3661031413"/>
      </p:ext>
    </p:extLst>
  </p:cSld>
  <p:clrMapOvr>
    <a:masterClrMapping/>
  </p:clrMapOvr>
  <p:transition>
    <p:fade/>
  </p:transition>
  <p:timing>
    <p:tnLst>
      <p:par>
        <p:cTn id="1" dur="indefinite" restart="never" nodeType="tmRoot"/>
      </p:par>
    </p:tnLst>
  </p:timing>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userDrawn="1">
  <p:cSld name="Title &amp; Dark Content Box">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3529"/>
            </a:lvl1pPr>
          </a:lstStyle>
          <a:p>
            <a:r>
              <a:rPr lang="en-US" smtClean="0"/>
              <a:t>Click to edit Master title style</a:t>
            </a:r>
            <a:endParaRPr lang="en-US" dirty="0"/>
          </a:p>
        </p:txBody>
      </p:sp>
      <p:sp>
        <p:nvSpPr>
          <p:cNvPr id="4" name="Content Placeholder 3"/>
          <p:cNvSpPr>
            <a:spLocks noGrp="1"/>
          </p:cNvSpPr>
          <p:nvPr>
            <p:ph sz="quarter" idx="10"/>
          </p:nvPr>
        </p:nvSpPr>
        <p:spPr>
          <a:xfrm>
            <a:off x="269239" y="1663913"/>
            <a:ext cx="5378549" cy="4903020"/>
          </a:xfrm>
          <a:solidFill>
            <a:schemeClr val="accent1">
              <a:alpha val="90000"/>
            </a:schemeClr>
          </a:solidFill>
        </p:spPr>
        <p:txBody>
          <a:bodyPr lIns="182880" tIns="146304" rIns="182880" bIns="146304">
            <a:noAutofit/>
          </a:bodyPr>
          <a:lstStyle>
            <a:lvl1pPr marL="0" indent="0">
              <a:buNone/>
              <a:defRPr sz="2353">
                <a:gradFill>
                  <a:gsLst>
                    <a:gs pos="10619">
                      <a:schemeClr val="bg1"/>
                    </a:gs>
                    <a:gs pos="33000">
                      <a:schemeClr val="bg1"/>
                    </a:gs>
                  </a:gsLst>
                  <a:lin ang="5400000" scaled="0"/>
                </a:gradFill>
              </a:defRPr>
            </a:lvl1pPr>
            <a:lvl2pPr>
              <a:defRPr sz="1961"/>
            </a:lvl2pPr>
            <a:lvl3pPr>
              <a:defRPr sz="1961"/>
            </a:lvl3pPr>
            <a:lvl4pPr>
              <a:defRPr sz="1765"/>
            </a:lvl4pPr>
            <a:lvl5pPr>
              <a:defRPr sz="1765"/>
            </a:lvl5pPr>
          </a:lstStyle>
          <a:p>
            <a:pPr lvl="0"/>
            <a:r>
              <a:rPr lang="en-US" smtClean="0"/>
              <a:t>Click to edit Master text styles</a:t>
            </a:r>
          </a:p>
        </p:txBody>
      </p:sp>
    </p:spTree>
    <p:extLst>
      <p:ext uri="{BB962C8B-B14F-4D97-AF65-F5344CB8AC3E}">
        <p14:creationId xmlns:p14="http://schemas.microsoft.com/office/powerpoint/2010/main" val="46120432"/>
      </p:ext>
    </p:extLst>
  </p:cSld>
  <p:clrMapOvr>
    <a:masterClrMapping/>
  </p:clrMapOvr>
  <p:transition>
    <p:fade/>
  </p:transition>
  <p:timing>
    <p:tnLst>
      <p:par>
        <p:cTn id="1" dur="indefinite" restart="never" nodeType="tmRoot"/>
      </p:par>
    </p:tnLst>
  </p:timing>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userDrawn="1">
  <p:cSld name="Small Title Only">
    <p:bg bwMode="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sz="2353"/>
            </a:lvl1pPr>
          </a:lstStyle>
          <a:p>
            <a:r>
              <a:rPr lang="en-US" smtClean="0"/>
              <a:t>Click to edit Master title style</a:t>
            </a:r>
            <a:endParaRPr lang="en-US" dirty="0"/>
          </a:p>
        </p:txBody>
      </p:sp>
    </p:spTree>
    <p:extLst>
      <p:ext uri="{BB962C8B-B14F-4D97-AF65-F5344CB8AC3E}">
        <p14:creationId xmlns:p14="http://schemas.microsoft.com/office/powerpoint/2010/main" val="746944409"/>
      </p:ext>
    </p:extLst>
  </p:cSld>
  <p:clrMapOvr>
    <a:masterClrMapping/>
  </p:clrMapOvr>
  <p:transition>
    <p:fade/>
  </p:transition>
  <p:timing>
    <p:tnLst>
      <p:par>
        <p:cTn id="1" dur="indefinite" restart="never" nodeType="tmRoot"/>
      </p:par>
    </p:tnLst>
  </p:timing>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userDrawn="1">
  <p:cSld name="Blank">
    <p:bg bwMode="gray">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803336138"/>
      </p:ext>
    </p:extLst>
  </p:cSld>
  <p:clrMapOvr>
    <a:masterClrMapping/>
  </p:clrMapOvr>
  <p:transition>
    <p:fade/>
  </p:transition>
  <p:timing>
    <p:tnLst>
      <p:par>
        <p:cTn id="1" dur="indefinite" restart="never" nodeType="tmRoot"/>
      </p:par>
    </p:tnLst>
  </p:timing>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userDrawn="1">
  <p:cSld name="Section Title 1">
    <p:bg bwMode="ltGray">
      <p:bgRef idx="1001">
        <a:schemeClr val="bg1"/>
      </p:bgRef>
    </p:bg>
    <p:spTree>
      <p:nvGrpSpPr>
        <p:cNvPr id="1" name=""/>
        <p:cNvGrpSpPr/>
        <p:nvPr/>
      </p:nvGrpSpPr>
      <p:grpSpPr>
        <a:xfrm>
          <a:off x="0" y="0"/>
          <a:ext cx="0" cy="0"/>
          <a:chOff x="0" y="0"/>
          <a:chExt cx="0" cy="0"/>
        </a:xfrm>
      </p:grpSpPr>
      <p:grpSp>
        <p:nvGrpSpPr>
          <p:cNvPr id="3" name="Group 2"/>
          <p:cNvGrpSpPr/>
          <p:nvPr userDrawn="1"/>
        </p:nvGrpSpPr>
        <p:grpSpPr>
          <a:xfrm>
            <a:off x="273131" y="291069"/>
            <a:ext cx="11653523" cy="6125745"/>
            <a:chOff x="274638" y="297107"/>
            <a:chExt cx="11887200" cy="6247693"/>
          </a:xfrm>
        </p:grpSpPr>
        <p:pic>
          <p:nvPicPr>
            <p:cNvPr id="4" name="Picture 3" descr="NewGridTile_8x8.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274638" y="298483"/>
              <a:ext cx="3657356" cy="3657356"/>
            </a:xfrm>
            <a:prstGeom prst="rect">
              <a:avLst/>
            </a:prstGeom>
          </p:spPr>
        </p:pic>
        <p:pic>
          <p:nvPicPr>
            <p:cNvPr id="5" name="Picture 4" descr="NewGridTile_8x8.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7589838" y="298727"/>
              <a:ext cx="3657356" cy="3657356"/>
            </a:xfrm>
            <a:prstGeom prst="rect">
              <a:avLst/>
            </a:prstGeom>
          </p:spPr>
        </p:pic>
        <p:pic>
          <p:nvPicPr>
            <p:cNvPr id="6" name="Picture 5" descr="NewGridTile_8x8.png"/>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3932482" y="298483"/>
              <a:ext cx="3657356" cy="3657356"/>
            </a:xfrm>
            <a:prstGeom prst="rect">
              <a:avLst/>
            </a:prstGeom>
          </p:spPr>
        </p:pic>
        <p:pic>
          <p:nvPicPr>
            <p:cNvPr id="7" name="Picture 6" descr="NewGridTile_8x8.png"/>
            <p:cNvPicPr>
              <a:picLocks noChangeAspect="1"/>
            </p:cNvPicPr>
            <p:nvPr userDrawn="1"/>
          </p:nvPicPr>
          <p:blipFill rotWithShape="1">
            <a:blip r:embed="rId3" cstate="screen">
              <a:extLst>
                <a:ext uri="{28A0092B-C50C-407E-A947-70E740481C1C}">
                  <a14:useLocalDpi xmlns:a14="http://schemas.microsoft.com/office/drawing/2010/main" val="0"/>
                </a:ext>
              </a:extLst>
            </a:blip>
            <a:srcRect/>
            <a:stretch/>
          </p:blipFill>
          <p:spPr>
            <a:xfrm>
              <a:off x="274882" y="3954584"/>
              <a:ext cx="3657356" cy="2583015"/>
            </a:xfrm>
            <a:prstGeom prst="rect">
              <a:avLst/>
            </a:prstGeom>
          </p:spPr>
        </p:pic>
        <p:pic>
          <p:nvPicPr>
            <p:cNvPr id="8" name="Picture 7" descr="NewGridTile_8x8.png"/>
            <p:cNvPicPr>
              <a:picLocks noChangeAspect="1"/>
            </p:cNvPicPr>
            <p:nvPr userDrawn="1"/>
          </p:nvPicPr>
          <p:blipFill rotWithShape="1">
            <a:blip r:embed="rId4" cstate="screen">
              <a:extLst>
                <a:ext uri="{28A0092B-C50C-407E-A947-70E740481C1C}">
                  <a14:useLocalDpi xmlns:a14="http://schemas.microsoft.com/office/drawing/2010/main" val="0"/>
                </a:ext>
              </a:extLst>
            </a:blip>
            <a:srcRect/>
            <a:stretch/>
          </p:blipFill>
          <p:spPr>
            <a:xfrm>
              <a:off x="7589838" y="3954707"/>
              <a:ext cx="3657356" cy="2590093"/>
            </a:xfrm>
            <a:prstGeom prst="rect">
              <a:avLst/>
            </a:prstGeom>
          </p:spPr>
        </p:pic>
        <p:pic>
          <p:nvPicPr>
            <p:cNvPr id="9" name="Picture 8" descr="NewGridTile_8x8.png"/>
            <p:cNvPicPr>
              <a:picLocks noChangeAspect="1"/>
            </p:cNvPicPr>
            <p:nvPr userDrawn="1"/>
          </p:nvPicPr>
          <p:blipFill rotWithShape="1">
            <a:blip r:embed="rId4" cstate="screen">
              <a:extLst>
                <a:ext uri="{28A0092B-C50C-407E-A947-70E740481C1C}">
                  <a14:useLocalDpi xmlns:a14="http://schemas.microsoft.com/office/drawing/2010/main" val="0"/>
                </a:ext>
              </a:extLst>
            </a:blip>
            <a:srcRect/>
            <a:stretch/>
          </p:blipFill>
          <p:spPr>
            <a:xfrm>
              <a:off x="3932482" y="3954463"/>
              <a:ext cx="3657356" cy="2590337"/>
            </a:xfrm>
            <a:prstGeom prst="rect">
              <a:avLst/>
            </a:prstGeom>
          </p:spPr>
        </p:pic>
        <p:pic>
          <p:nvPicPr>
            <p:cNvPr id="10" name="Picture 9" descr="NewGridTile_8x8.png"/>
            <p:cNvPicPr>
              <a:picLocks noChangeAspect="1"/>
            </p:cNvPicPr>
            <p:nvPr userDrawn="1"/>
          </p:nvPicPr>
          <p:blipFill rotWithShape="1">
            <a:blip r:embed="rId5" cstate="screen">
              <a:extLst>
                <a:ext uri="{28A0092B-C50C-407E-A947-70E740481C1C}">
                  <a14:useLocalDpi xmlns:a14="http://schemas.microsoft.com/office/drawing/2010/main" val="0"/>
                </a:ext>
              </a:extLst>
            </a:blip>
            <a:srcRect/>
            <a:stretch/>
          </p:blipFill>
          <p:spPr>
            <a:xfrm>
              <a:off x="11247438" y="297107"/>
              <a:ext cx="914400" cy="3657356"/>
            </a:xfrm>
            <a:prstGeom prst="rect">
              <a:avLst/>
            </a:prstGeom>
          </p:spPr>
        </p:pic>
        <p:pic>
          <p:nvPicPr>
            <p:cNvPr id="11" name="Picture 10" descr="NewGridTile_8x8.png"/>
            <p:cNvPicPr>
              <a:picLocks noChangeAspect="1"/>
            </p:cNvPicPr>
            <p:nvPr userDrawn="1"/>
          </p:nvPicPr>
          <p:blipFill rotWithShape="1">
            <a:blip r:embed="rId6" cstate="screen">
              <a:extLst>
                <a:ext uri="{28A0092B-C50C-407E-A947-70E740481C1C}">
                  <a14:useLocalDpi xmlns:a14="http://schemas.microsoft.com/office/drawing/2010/main" val="0"/>
                </a:ext>
              </a:extLst>
            </a:blip>
            <a:srcRect/>
            <a:stretch/>
          </p:blipFill>
          <p:spPr>
            <a:xfrm>
              <a:off x="11247438" y="3952515"/>
              <a:ext cx="914400" cy="2590093"/>
            </a:xfrm>
            <a:prstGeom prst="rect">
              <a:avLst/>
            </a:prstGeom>
          </p:spPr>
        </p:pic>
      </p:grpSp>
      <p:sp>
        <p:nvSpPr>
          <p:cNvPr id="2" name="Title 1"/>
          <p:cNvSpPr>
            <a:spLocks noGrp="1"/>
          </p:cNvSpPr>
          <p:nvPr>
            <p:ph type="title"/>
          </p:nvPr>
        </p:nvSpPr>
        <p:spPr>
          <a:xfrm>
            <a:off x="268928" y="2081060"/>
            <a:ext cx="11655840" cy="2692769"/>
          </a:xfrm>
        </p:spPr>
        <p:txBody>
          <a:bodyPr/>
          <a:lstStyle>
            <a:lvl1pPr>
              <a:defRPr sz="8627">
                <a:gradFill>
                  <a:gsLst>
                    <a:gs pos="885">
                      <a:schemeClr val="tx1"/>
                    </a:gs>
                    <a:gs pos="11194">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4003404157"/>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userDrawn="1">
  <p:cSld name="Section Title 2">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68928" y="2081060"/>
            <a:ext cx="11655840" cy="2692769"/>
          </a:xfrm>
        </p:spPr>
        <p:txBody>
          <a:bodyPr/>
          <a:lstStyle>
            <a:lvl1pPr>
              <a:defRPr sz="8627">
                <a:gradFill>
                  <a:gsLst>
                    <a:gs pos="0">
                      <a:schemeClr val="tx1"/>
                    </a:gs>
                    <a:gs pos="11194">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2920559508"/>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userDrawn="1">
  <p:cSld name="Section Title 3">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p:nvPr>
        </p:nvSpPr>
        <p:spPr>
          <a:xfrm>
            <a:off x="268928" y="291070"/>
            <a:ext cx="11655840" cy="1793104"/>
          </a:xfrm>
        </p:spPr>
        <p:txBody>
          <a:bodyPr/>
          <a:lstStyle>
            <a:lvl1pPr>
              <a:defRPr sz="5294">
                <a:gradFill>
                  <a:gsLst>
                    <a:gs pos="885">
                      <a:schemeClr val="tx1"/>
                    </a:gs>
                    <a:gs pos="11194">
                      <a:schemeClr val="tx1"/>
                    </a:gs>
                  </a:gsLst>
                  <a:lin ang="5400000" scaled="0"/>
                </a:gradFill>
              </a:defRPr>
            </a:lvl1pPr>
          </a:lstStyle>
          <a:p>
            <a:r>
              <a:rPr lang="en-US" smtClean="0"/>
              <a:t>Click to edit Master title style</a:t>
            </a:r>
            <a:endParaRPr lang="en-US" dirty="0"/>
          </a:p>
        </p:txBody>
      </p:sp>
    </p:spTree>
    <p:extLst>
      <p:ext uri="{BB962C8B-B14F-4D97-AF65-F5344CB8AC3E}">
        <p14:creationId xmlns:p14="http://schemas.microsoft.com/office/powerpoint/2010/main" val="702639693"/>
      </p:ext>
    </p:extLst>
  </p:cSld>
  <p:clrMapOvr>
    <a:overrideClrMapping bg1="dk1" tx1="lt1" bg2="dk2" tx2="lt2" accent1="accent1" accent2="accent2" accent3="accent3" accent4="accent4" accent5="accent5" accent6="accent6" hlink="hlink" folHlink="folHlink"/>
  </p:clrMapOvr>
  <p:transition>
    <p:fade/>
  </p:transition>
  <p:timing>
    <p:tnLst>
      <p:par>
        <p:cTn id="1" dur="indefinite" restart="never" nodeType="tmRoot"/>
      </p:par>
    </p:tnLst>
  </p:timing>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userDrawn="1">
  <p:cSld name="Thank You">
    <p:bg bwMode="ltGray">
      <p:bgRef idx="1001">
        <a:schemeClr val="bg1"/>
      </p:bgRef>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8928" y="2087885"/>
            <a:ext cx="11655840" cy="899665"/>
          </a:xfrm>
        </p:spPr>
        <p:txBody>
          <a:bodyPr/>
          <a:lstStyle>
            <a:lvl1pPr>
              <a:defRPr sz="5882"/>
            </a:lvl1pPr>
          </a:lstStyle>
          <a:p>
            <a:r>
              <a:rPr lang="en-US" dirty="0" smtClean="0"/>
              <a:t>Thank you</a:t>
            </a:r>
            <a:endParaRPr lang="en-US" dirty="0"/>
          </a:p>
        </p:txBody>
      </p:sp>
    </p:spTree>
    <p:extLst>
      <p:ext uri="{BB962C8B-B14F-4D97-AF65-F5344CB8AC3E}">
        <p14:creationId xmlns:p14="http://schemas.microsoft.com/office/powerpoint/2010/main" val="514146065"/>
      </p:ext>
    </p:extLst>
  </p:cSld>
  <p:clrMapOvr>
    <a:masterClrMapping/>
  </p:clrMapOvr>
  <p:transition>
    <p:fade/>
  </p:transition>
  <p:timing>
    <p:tnLst>
      <p:par>
        <p:cTn id="1" dur="indefinite" restart="never" nodeType="tmRoot"/>
      </p:par>
    </p:tnLst>
  </p:timing>
</p:sldLayout>
</file>

<file path=ppt/slideLayouts/slideLayout73.xml><?xml version="1.0" encoding="utf-8"?>
<p:sldLayout xmlns:a="http://schemas.openxmlformats.org/drawingml/2006/main" xmlns:r="http://schemas.openxmlformats.org/officeDocument/2006/relationships" xmlns:p="http://schemas.openxmlformats.org/presentationml/2006/main">
  <p:cSld name="15_Custom Layout">
    <p:bg>
      <p:bgPr>
        <a:solidFill>
          <a:srgbClr val="0054A6"/>
        </a:solid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269244" y="1989448"/>
            <a:ext cx="11655840" cy="2511909"/>
          </a:xfrm>
        </p:spPr>
        <p:txBody>
          <a:bodyPr/>
          <a:lstStyle>
            <a:lvl1pPr>
              <a:defRPr>
                <a:gradFill>
                  <a:gsLst>
                    <a:gs pos="0">
                      <a:schemeClr val="bg1"/>
                    </a:gs>
                    <a:gs pos="100000">
                      <a:schemeClr val="bg1"/>
                    </a:gs>
                  </a:gsLst>
                  <a:lin ang="5400000" scaled="1"/>
                </a:gradFill>
              </a:defRPr>
            </a:lvl1pPr>
          </a:lstStyle>
          <a:p>
            <a:r>
              <a:rPr lang="en-US" dirty="0" smtClean="0"/>
              <a:t>Big statement </a:t>
            </a:r>
            <a:r>
              <a:rPr lang="en-US" dirty="0" err="1" smtClean="0"/>
              <a:t>magnimu</a:t>
            </a:r>
            <a:r>
              <a:rPr lang="en-US" dirty="0" smtClean="0"/>
              <a:t> san </a:t>
            </a:r>
            <a:r>
              <a:rPr lang="en-US" dirty="0" err="1" smtClean="0"/>
              <a:t>ducil</a:t>
            </a:r>
            <a:r>
              <a:rPr lang="en-US" dirty="0" smtClean="0"/>
              <a:t> et et </a:t>
            </a:r>
            <a:r>
              <a:rPr lang="en-US" dirty="0" err="1" smtClean="0"/>
              <a:t>quia</a:t>
            </a:r>
            <a:r>
              <a:rPr lang="en-US" dirty="0" smtClean="0"/>
              <a:t> </a:t>
            </a:r>
            <a:r>
              <a:rPr lang="en-US" dirty="0" err="1" smtClean="0"/>
              <a:t>volo</a:t>
            </a:r>
            <a:r>
              <a:rPr lang="en-US" dirty="0" smtClean="0"/>
              <a:t> </a:t>
            </a:r>
            <a:r>
              <a:rPr lang="en-US" dirty="0" err="1" smtClean="0"/>
              <a:t>exera</a:t>
            </a:r>
            <a:r>
              <a:rPr lang="en-US" dirty="0" smtClean="0"/>
              <a:t> </a:t>
            </a:r>
            <a:r>
              <a:rPr lang="en-US" dirty="0" err="1" smtClean="0"/>
              <a:t>venimos</a:t>
            </a:r>
            <a:r>
              <a:rPr lang="en-US" dirty="0" smtClean="0"/>
              <a:t> am </a:t>
            </a:r>
            <a:r>
              <a:rPr lang="en-US" dirty="0" err="1" smtClean="0"/>
              <a:t>duciderit</a:t>
            </a:r>
            <a:r>
              <a:rPr lang="en-US" dirty="0" smtClean="0"/>
              <a:t> </a:t>
            </a:r>
            <a:r>
              <a:rPr lang="en-US" dirty="0" err="1" smtClean="0"/>
              <a:t>aute</a:t>
            </a:r>
            <a:r>
              <a:rPr lang="en-US" dirty="0" smtClean="0"/>
              <a:t> </a:t>
            </a:r>
            <a:r>
              <a:rPr lang="en-US" dirty="0" err="1" smtClean="0"/>
              <a:t>odior</a:t>
            </a:r>
            <a:r>
              <a:rPr lang="en-US" dirty="0" smtClean="0"/>
              <a:t> </a:t>
            </a:r>
            <a:r>
              <a:rPr lang="en-US" dirty="0" err="1" smtClean="0"/>
              <a:t>sitati</a:t>
            </a:r>
            <a:r>
              <a:rPr lang="en-US" dirty="0" smtClean="0"/>
              <a:t> </a:t>
            </a:r>
            <a:r>
              <a:rPr lang="en-US" dirty="0" err="1" smtClean="0"/>
              <a:t>nulpa</a:t>
            </a:r>
            <a:r>
              <a:rPr lang="en-US" dirty="0" smtClean="0"/>
              <a:t>.</a:t>
            </a:r>
            <a:endParaRPr lang="en-US" dirty="0"/>
          </a:p>
        </p:txBody>
      </p:sp>
    </p:spTree>
    <p:extLst>
      <p:ext uri="{BB962C8B-B14F-4D97-AF65-F5344CB8AC3E}">
        <p14:creationId xmlns:p14="http://schemas.microsoft.com/office/powerpoint/2010/main" val="3947392762"/>
      </p:ext>
    </p:extLst>
  </p:cSld>
  <p:clrMapOvr>
    <a:masterClrMapping/>
  </p:clrMapOvr>
  <p:transition>
    <p:fade/>
  </p:transition>
  <p:timing>
    <p:tnLst>
      <p:par>
        <p:cTn id="1" dur="indefinite" restart="never" nodeType="tmRoot"/>
      </p:par>
    </p:tnLst>
  </p:timing>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5" Type="http://schemas.openxmlformats.org/officeDocument/2006/relationships/slideLayout" Target="../slideLayouts/slideLayout5.xml"/><Relationship Id="rId10"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7.xml"/><Relationship Id="rId13" Type="http://schemas.openxmlformats.org/officeDocument/2006/relationships/slideLayout" Target="../slideLayouts/slideLayout22.xml"/><Relationship Id="rId18" Type="http://schemas.openxmlformats.org/officeDocument/2006/relationships/slideLayout" Target="../slideLayouts/slideLayout27.xml"/><Relationship Id="rId3" Type="http://schemas.openxmlformats.org/officeDocument/2006/relationships/slideLayout" Target="../slideLayouts/slideLayout12.xml"/><Relationship Id="rId7" Type="http://schemas.openxmlformats.org/officeDocument/2006/relationships/slideLayout" Target="../slideLayouts/slideLayout16.xml"/><Relationship Id="rId12" Type="http://schemas.openxmlformats.org/officeDocument/2006/relationships/slideLayout" Target="../slideLayouts/slideLayout21.xml"/><Relationship Id="rId17" Type="http://schemas.openxmlformats.org/officeDocument/2006/relationships/slideLayout" Target="../slideLayouts/slideLayout26.xml"/><Relationship Id="rId2" Type="http://schemas.openxmlformats.org/officeDocument/2006/relationships/slideLayout" Target="../slideLayouts/slideLayout11.xml"/><Relationship Id="rId16" Type="http://schemas.openxmlformats.org/officeDocument/2006/relationships/slideLayout" Target="../slideLayouts/slideLayout25.xml"/><Relationship Id="rId20" Type="http://schemas.openxmlformats.org/officeDocument/2006/relationships/theme" Target="../theme/theme2.xml"/><Relationship Id="rId1" Type="http://schemas.openxmlformats.org/officeDocument/2006/relationships/slideLayout" Target="../slideLayouts/slideLayout10.xml"/><Relationship Id="rId6" Type="http://schemas.openxmlformats.org/officeDocument/2006/relationships/slideLayout" Target="../slideLayouts/slideLayout15.xml"/><Relationship Id="rId11" Type="http://schemas.openxmlformats.org/officeDocument/2006/relationships/slideLayout" Target="../slideLayouts/slideLayout20.xml"/><Relationship Id="rId5" Type="http://schemas.openxmlformats.org/officeDocument/2006/relationships/slideLayout" Target="../slideLayouts/slideLayout14.xml"/><Relationship Id="rId15" Type="http://schemas.openxmlformats.org/officeDocument/2006/relationships/slideLayout" Target="../slideLayouts/slideLayout24.xml"/><Relationship Id="rId10" Type="http://schemas.openxmlformats.org/officeDocument/2006/relationships/slideLayout" Target="../slideLayouts/slideLayout19.xml"/><Relationship Id="rId19" Type="http://schemas.openxmlformats.org/officeDocument/2006/relationships/slideLayout" Target="../slideLayouts/slideLayout28.xml"/><Relationship Id="rId4" Type="http://schemas.openxmlformats.org/officeDocument/2006/relationships/slideLayout" Target="../slideLayouts/slideLayout13.xml"/><Relationship Id="rId9" Type="http://schemas.openxmlformats.org/officeDocument/2006/relationships/slideLayout" Target="../slideLayouts/slideLayout18.xml"/><Relationship Id="rId14" Type="http://schemas.openxmlformats.org/officeDocument/2006/relationships/slideLayout" Target="../slideLayouts/slideLayout23.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6.xml"/><Relationship Id="rId13" Type="http://schemas.openxmlformats.org/officeDocument/2006/relationships/slideLayout" Target="../slideLayouts/slideLayout41.xml"/><Relationship Id="rId18" Type="http://schemas.openxmlformats.org/officeDocument/2006/relationships/slideLayout" Target="../slideLayouts/slideLayout46.xml"/><Relationship Id="rId3" Type="http://schemas.openxmlformats.org/officeDocument/2006/relationships/slideLayout" Target="../slideLayouts/slideLayout31.xml"/><Relationship Id="rId7" Type="http://schemas.openxmlformats.org/officeDocument/2006/relationships/slideLayout" Target="../slideLayouts/slideLayout35.xml"/><Relationship Id="rId12" Type="http://schemas.openxmlformats.org/officeDocument/2006/relationships/slideLayout" Target="../slideLayouts/slideLayout40.xml"/><Relationship Id="rId17" Type="http://schemas.openxmlformats.org/officeDocument/2006/relationships/slideLayout" Target="../slideLayouts/slideLayout45.xml"/><Relationship Id="rId2" Type="http://schemas.openxmlformats.org/officeDocument/2006/relationships/slideLayout" Target="../slideLayouts/slideLayout30.xml"/><Relationship Id="rId16" Type="http://schemas.openxmlformats.org/officeDocument/2006/relationships/slideLayout" Target="../slideLayouts/slideLayout44.xml"/><Relationship Id="rId1" Type="http://schemas.openxmlformats.org/officeDocument/2006/relationships/slideLayout" Target="../slideLayouts/slideLayout29.xml"/><Relationship Id="rId6" Type="http://schemas.openxmlformats.org/officeDocument/2006/relationships/slideLayout" Target="../slideLayouts/slideLayout34.xml"/><Relationship Id="rId11" Type="http://schemas.openxmlformats.org/officeDocument/2006/relationships/slideLayout" Target="../slideLayouts/slideLayout39.xml"/><Relationship Id="rId5" Type="http://schemas.openxmlformats.org/officeDocument/2006/relationships/slideLayout" Target="../slideLayouts/slideLayout33.xml"/><Relationship Id="rId15" Type="http://schemas.openxmlformats.org/officeDocument/2006/relationships/slideLayout" Target="../slideLayouts/slideLayout43.xml"/><Relationship Id="rId10" Type="http://schemas.openxmlformats.org/officeDocument/2006/relationships/slideLayout" Target="../slideLayouts/slideLayout38.xml"/><Relationship Id="rId19" Type="http://schemas.openxmlformats.org/officeDocument/2006/relationships/theme" Target="../theme/theme3.xml"/><Relationship Id="rId4" Type="http://schemas.openxmlformats.org/officeDocument/2006/relationships/slideLayout" Target="../slideLayouts/slideLayout32.xml"/><Relationship Id="rId9" Type="http://schemas.openxmlformats.org/officeDocument/2006/relationships/slideLayout" Target="../slideLayouts/slideLayout37.xml"/><Relationship Id="rId14" Type="http://schemas.openxmlformats.org/officeDocument/2006/relationships/slideLayout" Target="../slideLayouts/slideLayout42.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4.xml"/><Relationship Id="rId13" Type="http://schemas.openxmlformats.org/officeDocument/2006/relationships/slideLayout" Target="../slideLayouts/slideLayout59.xml"/><Relationship Id="rId18" Type="http://schemas.openxmlformats.org/officeDocument/2006/relationships/slideLayout" Target="../slideLayouts/slideLayout64.xml"/><Relationship Id="rId26" Type="http://schemas.openxmlformats.org/officeDocument/2006/relationships/slideLayout" Target="../slideLayouts/slideLayout72.xml"/><Relationship Id="rId3" Type="http://schemas.openxmlformats.org/officeDocument/2006/relationships/slideLayout" Target="../slideLayouts/slideLayout49.xml"/><Relationship Id="rId21" Type="http://schemas.openxmlformats.org/officeDocument/2006/relationships/slideLayout" Target="../slideLayouts/slideLayout67.xml"/><Relationship Id="rId7" Type="http://schemas.openxmlformats.org/officeDocument/2006/relationships/slideLayout" Target="../slideLayouts/slideLayout53.xml"/><Relationship Id="rId12" Type="http://schemas.openxmlformats.org/officeDocument/2006/relationships/slideLayout" Target="../slideLayouts/slideLayout58.xml"/><Relationship Id="rId17" Type="http://schemas.openxmlformats.org/officeDocument/2006/relationships/slideLayout" Target="../slideLayouts/slideLayout63.xml"/><Relationship Id="rId25" Type="http://schemas.openxmlformats.org/officeDocument/2006/relationships/slideLayout" Target="../slideLayouts/slideLayout71.xml"/><Relationship Id="rId2" Type="http://schemas.openxmlformats.org/officeDocument/2006/relationships/slideLayout" Target="../slideLayouts/slideLayout48.xml"/><Relationship Id="rId16" Type="http://schemas.openxmlformats.org/officeDocument/2006/relationships/slideLayout" Target="../slideLayouts/slideLayout62.xml"/><Relationship Id="rId20" Type="http://schemas.openxmlformats.org/officeDocument/2006/relationships/slideLayout" Target="../slideLayouts/slideLayout66.xml"/><Relationship Id="rId1" Type="http://schemas.openxmlformats.org/officeDocument/2006/relationships/slideLayout" Target="../slideLayouts/slideLayout47.xml"/><Relationship Id="rId6" Type="http://schemas.openxmlformats.org/officeDocument/2006/relationships/slideLayout" Target="../slideLayouts/slideLayout52.xml"/><Relationship Id="rId11" Type="http://schemas.openxmlformats.org/officeDocument/2006/relationships/slideLayout" Target="../slideLayouts/slideLayout57.xml"/><Relationship Id="rId24" Type="http://schemas.openxmlformats.org/officeDocument/2006/relationships/slideLayout" Target="../slideLayouts/slideLayout70.xml"/><Relationship Id="rId5" Type="http://schemas.openxmlformats.org/officeDocument/2006/relationships/slideLayout" Target="../slideLayouts/slideLayout51.xml"/><Relationship Id="rId15" Type="http://schemas.openxmlformats.org/officeDocument/2006/relationships/slideLayout" Target="../slideLayouts/slideLayout61.xml"/><Relationship Id="rId23" Type="http://schemas.openxmlformats.org/officeDocument/2006/relationships/slideLayout" Target="../slideLayouts/slideLayout69.xml"/><Relationship Id="rId28" Type="http://schemas.openxmlformats.org/officeDocument/2006/relationships/theme" Target="../theme/theme4.xml"/><Relationship Id="rId10" Type="http://schemas.openxmlformats.org/officeDocument/2006/relationships/slideLayout" Target="../slideLayouts/slideLayout56.xml"/><Relationship Id="rId19" Type="http://schemas.openxmlformats.org/officeDocument/2006/relationships/slideLayout" Target="../slideLayouts/slideLayout65.xml"/><Relationship Id="rId4" Type="http://schemas.openxmlformats.org/officeDocument/2006/relationships/slideLayout" Target="../slideLayouts/slideLayout50.xml"/><Relationship Id="rId9" Type="http://schemas.openxmlformats.org/officeDocument/2006/relationships/slideLayout" Target="../slideLayouts/slideLayout55.xml"/><Relationship Id="rId14" Type="http://schemas.openxmlformats.org/officeDocument/2006/relationships/slideLayout" Target="../slideLayouts/slideLayout60.xml"/><Relationship Id="rId22" Type="http://schemas.openxmlformats.org/officeDocument/2006/relationships/slideLayout" Target="../slideLayouts/slideLayout68.xml"/><Relationship Id="rId27" Type="http://schemas.openxmlformats.org/officeDocument/2006/relationships/slideLayout" Target="../slideLayouts/slideLayout73.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Title Placeholder 9"/>
          <p:cNvSpPr>
            <a:spLocks noGrp="1"/>
          </p:cNvSpPr>
          <p:nvPr>
            <p:ph type="title"/>
          </p:nvPr>
        </p:nvSpPr>
        <p:spPr>
          <a:xfrm>
            <a:off x="379514" y="182215"/>
            <a:ext cx="11524432" cy="1063487"/>
          </a:xfrm>
          <a:prstGeom prst="rect">
            <a:avLst/>
          </a:prstGeom>
        </p:spPr>
        <p:txBody>
          <a:bodyPr vert="horz" lIns="91409" tIns="45705" rIns="91409" bIns="45705" rtlCol="0" anchor="t" anchorCtr="0">
            <a:normAutofit/>
          </a:bodyPr>
          <a:lstStyle/>
          <a:p>
            <a:r>
              <a:rPr lang="en-US" dirty="0" smtClean="0"/>
              <a:t>Click to edit Master title style</a:t>
            </a:r>
            <a:endParaRPr lang="en-US" dirty="0"/>
          </a:p>
        </p:txBody>
      </p:sp>
    </p:spTree>
    <p:extLst>
      <p:ext uri="{BB962C8B-B14F-4D97-AF65-F5344CB8AC3E}">
        <p14:creationId xmlns:p14="http://schemas.microsoft.com/office/powerpoint/2010/main" val="3118783959"/>
      </p:ext>
    </p:extLst>
  </p:cSld>
  <p:clrMap bg1="lt1" tx1="dk1" bg2="lt2" tx2="dk2" accent1="accent1" accent2="accent2" accent3="accent3" accent4="accent4" accent5="accent5" accent6="accent6" hlink="hlink" folHlink="folHlink"/>
  <p:sldLayoutIdLst>
    <p:sldLayoutId id="2147483661" r:id="rId1"/>
    <p:sldLayoutId id="2147483671" r:id="rId2"/>
    <p:sldLayoutId id="2147483667" r:id="rId3"/>
    <p:sldLayoutId id="2147483663" r:id="rId4"/>
    <p:sldLayoutId id="2147483664" r:id="rId5"/>
    <p:sldLayoutId id="2147483665" r:id="rId6"/>
    <p:sldLayoutId id="2147483666" r:id="rId7"/>
    <p:sldLayoutId id="2147483668" r:id="rId8"/>
    <p:sldLayoutId id="2147483669" r:id="rId9"/>
  </p:sldLayoutIdLst>
  <p:timing>
    <p:tnLst>
      <p:par>
        <p:cTn id="1" dur="indefinite" restart="never" nodeType="tmRoot"/>
      </p:par>
    </p:tnLst>
  </p:timing>
  <p:txStyles>
    <p:titleStyle>
      <a:lvl1pPr algn="l" defTabSz="914088" rtl="0" eaLnBrk="1" latinLnBrk="0" hangingPunct="1">
        <a:lnSpc>
          <a:spcPct val="80000"/>
        </a:lnSpc>
        <a:spcBef>
          <a:spcPct val="0"/>
        </a:spcBef>
        <a:buNone/>
        <a:defRPr sz="4400" kern="120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p:titleStyle>
    <p:bodyStyle>
      <a:lvl1pPr marL="342783" indent="-342783" algn="l" defTabSz="914088" rtl="0" eaLnBrk="1" latinLnBrk="0" hangingPunct="1">
        <a:spcBef>
          <a:spcPts val="1200"/>
        </a:spcBef>
        <a:buFont typeface="Arial" pitchFamily="34" charset="0"/>
        <a:buChar char="•"/>
        <a:defRPr sz="3200" b="1"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1pPr>
      <a:lvl2pPr marL="742698" indent="-285652" algn="l" defTabSz="914088" rtl="0" eaLnBrk="1" latinLnBrk="0" hangingPunct="1">
        <a:spcBef>
          <a:spcPts val="300"/>
        </a:spcBef>
        <a:spcAft>
          <a:spcPts val="300"/>
        </a:spcAft>
        <a:buFont typeface="Arial" pitchFamily="34" charset="0"/>
        <a:buChar char="–"/>
        <a:defRPr sz="28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2pPr>
      <a:lvl3pPr marL="1142612" indent="-228522" algn="l" defTabSz="914088" rtl="0" eaLnBrk="1" latinLnBrk="0" hangingPunct="1">
        <a:spcBef>
          <a:spcPts val="200"/>
        </a:spcBef>
        <a:spcAft>
          <a:spcPts val="200"/>
        </a:spcAft>
        <a:buFont typeface="Arial" pitchFamily="34" charset="0"/>
        <a:buChar char="•"/>
        <a:defRPr sz="24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3pPr>
      <a:lvl4pPr marL="1599657"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4pPr>
      <a:lvl5pPr marL="2056700" indent="-228522" algn="l" defTabSz="914088" rtl="0" eaLnBrk="1" latinLnBrk="0" hangingPunct="1">
        <a:spcBef>
          <a:spcPct val="20000"/>
        </a:spcBef>
        <a:buFont typeface="Arial" pitchFamily="34" charset="0"/>
        <a:buChar char="»"/>
        <a:defRPr sz="2000" kern="0" baseline="0">
          <a:solidFill>
            <a:schemeClr val="tx1"/>
          </a:solidFill>
          <a:latin typeface="Segoe UI Light" panose="020B0502040204020203" pitchFamily="34" charset="0"/>
          <a:ea typeface="Segoe UI Light" panose="020B0502040204020203" pitchFamily="34" charset="0"/>
          <a:cs typeface="Segoe UI Light" panose="020B0502040204020203" pitchFamily="34" charset="0"/>
        </a:defRPr>
      </a:lvl5pPr>
      <a:lvl6pPr marL="2513745"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789"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7833"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4878" indent="-228522" algn="l" defTabSz="914088"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088" rtl="0" eaLnBrk="1" latinLnBrk="0" hangingPunct="1">
        <a:defRPr sz="1800" kern="1200">
          <a:solidFill>
            <a:schemeClr val="tx1"/>
          </a:solidFill>
          <a:latin typeface="+mn-lt"/>
          <a:ea typeface="+mn-ea"/>
          <a:cs typeface="+mn-cs"/>
        </a:defRPr>
      </a:lvl1pPr>
      <a:lvl2pPr marL="457044" algn="l" defTabSz="914088" rtl="0" eaLnBrk="1" latinLnBrk="0" hangingPunct="1">
        <a:defRPr sz="1800" kern="1200">
          <a:solidFill>
            <a:schemeClr val="tx1"/>
          </a:solidFill>
          <a:latin typeface="+mn-lt"/>
          <a:ea typeface="+mn-ea"/>
          <a:cs typeface="+mn-cs"/>
        </a:defRPr>
      </a:lvl2pPr>
      <a:lvl3pPr marL="914088" algn="l" defTabSz="914088" rtl="0" eaLnBrk="1" latinLnBrk="0" hangingPunct="1">
        <a:defRPr sz="1800" kern="1200">
          <a:solidFill>
            <a:schemeClr val="tx1"/>
          </a:solidFill>
          <a:latin typeface="+mn-lt"/>
          <a:ea typeface="+mn-ea"/>
          <a:cs typeface="+mn-cs"/>
        </a:defRPr>
      </a:lvl3pPr>
      <a:lvl4pPr marL="1371133" algn="l" defTabSz="914088" rtl="0" eaLnBrk="1" latinLnBrk="0" hangingPunct="1">
        <a:defRPr sz="1800" kern="1200">
          <a:solidFill>
            <a:schemeClr val="tx1"/>
          </a:solidFill>
          <a:latin typeface="+mn-lt"/>
          <a:ea typeface="+mn-ea"/>
          <a:cs typeface="+mn-cs"/>
        </a:defRPr>
      </a:lvl4pPr>
      <a:lvl5pPr marL="1828178" algn="l" defTabSz="914088" rtl="0" eaLnBrk="1" latinLnBrk="0" hangingPunct="1">
        <a:defRPr sz="1800" kern="1200">
          <a:solidFill>
            <a:schemeClr val="tx1"/>
          </a:solidFill>
          <a:latin typeface="+mn-lt"/>
          <a:ea typeface="+mn-ea"/>
          <a:cs typeface="+mn-cs"/>
        </a:defRPr>
      </a:lvl5pPr>
      <a:lvl6pPr marL="2285222" algn="l" defTabSz="914088" rtl="0" eaLnBrk="1" latinLnBrk="0" hangingPunct="1">
        <a:defRPr sz="1800" kern="1200">
          <a:solidFill>
            <a:schemeClr val="tx1"/>
          </a:solidFill>
          <a:latin typeface="+mn-lt"/>
          <a:ea typeface="+mn-ea"/>
          <a:cs typeface="+mn-cs"/>
        </a:defRPr>
      </a:lvl6pPr>
      <a:lvl7pPr marL="2742267" algn="l" defTabSz="914088" rtl="0" eaLnBrk="1" latinLnBrk="0" hangingPunct="1">
        <a:defRPr sz="1800" kern="1200">
          <a:solidFill>
            <a:schemeClr val="tx1"/>
          </a:solidFill>
          <a:latin typeface="+mn-lt"/>
          <a:ea typeface="+mn-ea"/>
          <a:cs typeface="+mn-cs"/>
        </a:defRPr>
      </a:lvl7pPr>
      <a:lvl8pPr marL="3199311" algn="l" defTabSz="914088" rtl="0" eaLnBrk="1" latinLnBrk="0" hangingPunct="1">
        <a:defRPr sz="1800" kern="1200">
          <a:solidFill>
            <a:schemeClr val="tx1"/>
          </a:solidFill>
          <a:latin typeface="+mn-lt"/>
          <a:ea typeface="+mn-ea"/>
          <a:cs typeface="+mn-cs"/>
        </a:defRPr>
      </a:lvl8pPr>
      <a:lvl9pPr marL="3656358" algn="l" defTabSz="914088"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rgbClr val="FCFC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8" y="228601"/>
            <a:ext cx="11151917" cy="74789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519248" y="1447800"/>
            <a:ext cx="11151916" cy="2000548"/>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3072359431"/>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 id="2147483684" r:id="rId12"/>
    <p:sldLayoutId id="2147483685" r:id="rId13"/>
    <p:sldLayoutId id="2147483686" r:id="rId14"/>
    <p:sldLayoutId id="2147483687" r:id="rId15"/>
    <p:sldLayoutId id="2147483688" r:id="rId16"/>
    <p:sldLayoutId id="2147483689" r:id="rId17"/>
    <p:sldLayoutId id="2147483690" r:id="rId18"/>
    <p:sldLayoutId id="2147483691" r:id="rId19"/>
  </p:sldLayoutIdLst>
  <p:transition>
    <p:fade/>
  </p:transition>
  <p:timing>
    <p:tnLst>
      <p:par>
        <p:cTn id="1" dur="indefinite" restart="never" nodeType="tmRoot"/>
      </p:par>
    </p:tnLst>
  </p:timing>
  <p:txStyles>
    <p:titleStyle>
      <a:lvl1pPr algn="l" defTabSz="914363" rtl="0" eaLnBrk="1" latinLnBrk="0" hangingPunct="1">
        <a:lnSpc>
          <a:spcPct val="90000"/>
        </a:lnSpc>
        <a:spcBef>
          <a:spcPct val="0"/>
        </a:spcBef>
        <a:buNone/>
        <a:defRPr lang="en-US" sz="5400" b="0" kern="1200" cap="none" spc="-100" baseline="0" dirty="0" smtClean="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p:titleStyle>
    <p:bodyStyle>
      <a:lvl1pPr marL="460375" indent="-460375" algn="l" defTabSz="914363"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solidFill>
          <a:srgbClr val="FCFCFC"/>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519248" y="228601"/>
            <a:ext cx="11151917" cy="747897"/>
          </a:xfrm>
          <a:prstGeom prst="rect">
            <a:avLst/>
          </a:prstGeom>
        </p:spPr>
        <p:txBody>
          <a:bodyPr vert="horz" wrap="square" lIns="0" tIns="0" rIns="0" bIns="0" rtlCol="0" anchor="t">
            <a:spAutoFit/>
          </a:bodyPr>
          <a:lstStyle/>
          <a:p>
            <a:r>
              <a:rPr lang="en-US" smtClean="0"/>
              <a:t>Click to edit Master title style</a:t>
            </a:r>
            <a:endParaRPr lang="en-US" dirty="0"/>
          </a:p>
        </p:txBody>
      </p:sp>
      <p:sp>
        <p:nvSpPr>
          <p:cNvPr id="3" name="Text Placeholder 2"/>
          <p:cNvSpPr>
            <a:spLocks noGrp="1"/>
          </p:cNvSpPr>
          <p:nvPr>
            <p:ph type="body" idx="1"/>
          </p:nvPr>
        </p:nvSpPr>
        <p:spPr>
          <a:xfrm>
            <a:off x="519248" y="1447800"/>
            <a:ext cx="11151916" cy="2000548"/>
          </a:xfrm>
          <a:prstGeom prst="rect">
            <a:avLst/>
          </a:prstGeom>
        </p:spPr>
        <p:txBody>
          <a:bodyPr vert="horz" wrap="square" lIns="0" tIns="0" rIns="0" bIns="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Tree>
    <p:extLst>
      <p:ext uri="{BB962C8B-B14F-4D97-AF65-F5344CB8AC3E}">
        <p14:creationId xmlns:p14="http://schemas.microsoft.com/office/powerpoint/2010/main" val="657439995"/>
      </p:ext>
    </p:extLst>
  </p:cSld>
  <p:clrMap bg1="lt1" tx1="dk1" bg2="lt2" tx2="dk2" accent1="accent1" accent2="accent2" accent3="accent3" accent4="accent4" accent5="accent5" accent6="accent6" hlink="hlink" folHlink="folHlink"/>
  <p:sldLayoutIdLst>
    <p:sldLayoutId id="2147483694" r:id="rId1"/>
    <p:sldLayoutId id="2147483695" r:id="rId2"/>
    <p:sldLayoutId id="2147483696" r:id="rId3"/>
    <p:sldLayoutId id="2147483697" r:id="rId4"/>
    <p:sldLayoutId id="2147483698" r:id="rId5"/>
    <p:sldLayoutId id="2147483699" r:id="rId6"/>
    <p:sldLayoutId id="2147483700" r:id="rId7"/>
    <p:sldLayoutId id="2147483701" r:id="rId8"/>
    <p:sldLayoutId id="2147483702" r:id="rId9"/>
    <p:sldLayoutId id="2147483703" r:id="rId10"/>
    <p:sldLayoutId id="2147483704" r:id="rId11"/>
    <p:sldLayoutId id="2147483705" r:id="rId12"/>
    <p:sldLayoutId id="2147483706" r:id="rId13"/>
    <p:sldLayoutId id="2147483707" r:id="rId14"/>
    <p:sldLayoutId id="2147483708" r:id="rId15"/>
    <p:sldLayoutId id="2147483709" r:id="rId16"/>
    <p:sldLayoutId id="2147483710" r:id="rId17"/>
    <p:sldLayoutId id="2147483711" r:id="rId18"/>
  </p:sldLayoutIdLst>
  <p:transition>
    <p:fade/>
  </p:transition>
  <p:timing>
    <p:tnLst>
      <p:par>
        <p:cTn id="1" dur="indefinite" restart="never" nodeType="tmRoot"/>
      </p:par>
    </p:tnLst>
  </p:timing>
  <p:txStyles>
    <p:titleStyle>
      <a:lvl1pPr algn="l" defTabSz="914363" rtl="0" eaLnBrk="1" latinLnBrk="0" hangingPunct="1">
        <a:lnSpc>
          <a:spcPct val="90000"/>
        </a:lnSpc>
        <a:spcBef>
          <a:spcPct val="0"/>
        </a:spcBef>
        <a:buNone/>
        <a:defRPr lang="en-US" sz="5400" b="0" kern="1200" cap="none" spc="-100" baseline="0" dirty="0" smtClean="0">
          <a:ln w="3175">
            <a:noFill/>
          </a:ln>
          <a:gradFill flip="none" rotWithShape="1">
            <a:gsLst>
              <a:gs pos="0">
                <a:srgbClr val="595959"/>
              </a:gs>
              <a:gs pos="86000">
                <a:srgbClr val="595959"/>
              </a:gs>
            </a:gsLst>
            <a:lin ang="5400000" scaled="0"/>
            <a:tileRect/>
          </a:gradFill>
          <a:effectLst/>
          <a:latin typeface="Segoe UI Light" pitchFamily="34" charset="0"/>
          <a:ea typeface="+mn-ea"/>
          <a:cs typeface="Arial" charset="0"/>
        </a:defRPr>
      </a:lvl1pPr>
    </p:titleStyle>
    <p:bodyStyle>
      <a:lvl1pPr marL="460375" indent="-460375" algn="l" defTabSz="914363" rtl="0" eaLnBrk="1" latinLnBrk="0" hangingPunct="1">
        <a:lnSpc>
          <a:spcPct val="90000"/>
        </a:lnSpc>
        <a:spcBef>
          <a:spcPct val="20000"/>
        </a:spcBef>
        <a:buSzPct val="80000"/>
        <a:buFont typeface="Arial" pitchFamily="34" charset="0"/>
        <a:buChar char="•"/>
        <a:defRPr sz="3200" kern="1200">
          <a:gradFill>
            <a:gsLst>
              <a:gs pos="0">
                <a:srgbClr val="595959"/>
              </a:gs>
              <a:gs pos="86000">
                <a:srgbClr val="595959"/>
              </a:gs>
            </a:gsLst>
            <a:lin ang="5400000" scaled="0"/>
          </a:gradFill>
          <a:latin typeface="+mn-lt"/>
          <a:ea typeface="+mn-ea"/>
          <a:cs typeface="+mn-cs"/>
        </a:defRPr>
      </a:lvl1pPr>
      <a:lvl2pPr marL="855663" indent="-395288" algn="l" defTabSz="914363" rtl="0" eaLnBrk="1" latinLnBrk="0" hangingPunct="1">
        <a:lnSpc>
          <a:spcPct val="90000"/>
        </a:lnSpc>
        <a:spcBef>
          <a:spcPct val="20000"/>
        </a:spcBef>
        <a:buSzPct val="80000"/>
        <a:buFont typeface="Arial" pitchFamily="34" charset="0"/>
        <a:buChar char="•"/>
        <a:defRPr sz="2800" kern="1200">
          <a:gradFill>
            <a:gsLst>
              <a:gs pos="0">
                <a:srgbClr val="595959"/>
              </a:gs>
              <a:gs pos="86000">
                <a:srgbClr val="595959"/>
              </a:gs>
            </a:gsLst>
            <a:lin ang="5400000" scaled="0"/>
          </a:gradFill>
          <a:latin typeface="+mn-lt"/>
          <a:ea typeface="+mn-ea"/>
          <a:cs typeface="+mn-cs"/>
        </a:defRPr>
      </a:lvl2pPr>
      <a:lvl3pPr marL="1258888" indent="-403225" algn="l" defTabSz="914363" rtl="0" eaLnBrk="1" latinLnBrk="0" hangingPunct="1">
        <a:lnSpc>
          <a:spcPct val="90000"/>
        </a:lnSpc>
        <a:spcBef>
          <a:spcPct val="20000"/>
        </a:spcBef>
        <a:buSzPct val="80000"/>
        <a:buFont typeface="Arial" pitchFamily="34" charset="0"/>
        <a:buChar char="•"/>
        <a:defRPr sz="2400" kern="1200">
          <a:gradFill>
            <a:gsLst>
              <a:gs pos="0">
                <a:srgbClr val="595959"/>
              </a:gs>
              <a:gs pos="86000">
                <a:srgbClr val="595959"/>
              </a:gs>
            </a:gsLst>
            <a:lin ang="5400000" scaled="0"/>
          </a:gradFill>
          <a:latin typeface="+mn-lt"/>
          <a:ea typeface="+mn-ea"/>
          <a:cs typeface="+mn-cs"/>
        </a:defRPr>
      </a:lvl3pPr>
      <a:lvl4pPr marL="1604963" indent="-346075"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4pPr>
      <a:lvl5pPr marL="1941513" indent="-336550" algn="l" defTabSz="914363" rtl="0" eaLnBrk="1" latinLnBrk="0" hangingPunct="1">
        <a:lnSpc>
          <a:spcPct val="90000"/>
        </a:lnSpc>
        <a:spcBef>
          <a:spcPct val="20000"/>
        </a:spcBef>
        <a:buSzPct val="80000"/>
        <a:buFont typeface="Arial" pitchFamily="34" charset="0"/>
        <a:buChar char="•"/>
        <a:defRPr sz="2000" kern="1200">
          <a:gradFill>
            <a:gsLst>
              <a:gs pos="0">
                <a:srgbClr val="595959"/>
              </a:gs>
              <a:gs pos="86000">
                <a:srgbClr val="595959"/>
              </a:gs>
            </a:gsLst>
            <a:lin ang="5400000" scaled="0"/>
          </a:gradFill>
          <a:latin typeface="+mn-lt"/>
          <a:ea typeface="+mn-ea"/>
          <a:cs typeface="+mn-cs"/>
        </a:defRPr>
      </a:lvl5pPr>
      <a:lvl6pPr marL="2514499"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681"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863"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045" indent="-228591" algn="l" defTabSz="914363"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363" rtl="0" eaLnBrk="1" latinLnBrk="0" hangingPunct="1">
        <a:defRPr sz="1800" kern="1200">
          <a:solidFill>
            <a:schemeClr val="tx1"/>
          </a:solidFill>
          <a:latin typeface="+mn-lt"/>
          <a:ea typeface="+mn-ea"/>
          <a:cs typeface="+mn-cs"/>
        </a:defRPr>
      </a:lvl1pPr>
      <a:lvl2pPr marL="457182" algn="l" defTabSz="914363" rtl="0" eaLnBrk="1" latinLnBrk="0" hangingPunct="1">
        <a:defRPr sz="1800" kern="1200">
          <a:solidFill>
            <a:schemeClr val="tx1"/>
          </a:solidFill>
          <a:latin typeface="+mn-lt"/>
          <a:ea typeface="+mn-ea"/>
          <a:cs typeface="+mn-cs"/>
        </a:defRPr>
      </a:lvl2pPr>
      <a:lvl3pPr marL="914363" algn="l" defTabSz="914363" rtl="0" eaLnBrk="1" latinLnBrk="0" hangingPunct="1">
        <a:defRPr sz="1800" kern="1200">
          <a:solidFill>
            <a:schemeClr val="tx1"/>
          </a:solidFill>
          <a:latin typeface="+mn-lt"/>
          <a:ea typeface="+mn-ea"/>
          <a:cs typeface="+mn-cs"/>
        </a:defRPr>
      </a:lvl3pPr>
      <a:lvl4pPr marL="1371545" algn="l" defTabSz="914363" rtl="0" eaLnBrk="1" latinLnBrk="0" hangingPunct="1">
        <a:defRPr sz="1800" kern="1200">
          <a:solidFill>
            <a:schemeClr val="tx1"/>
          </a:solidFill>
          <a:latin typeface="+mn-lt"/>
          <a:ea typeface="+mn-ea"/>
          <a:cs typeface="+mn-cs"/>
        </a:defRPr>
      </a:lvl4pPr>
      <a:lvl5pPr marL="1828727" algn="l" defTabSz="914363" rtl="0" eaLnBrk="1" latinLnBrk="0" hangingPunct="1">
        <a:defRPr sz="1800" kern="1200">
          <a:solidFill>
            <a:schemeClr val="tx1"/>
          </a:solidFill>
          <a:latin typeface="+mn-lt"/>
          <a:ea typeface="+mn-ea"/>
          <a:cs typeface="+mn-cs"/>
        </a:defRPr>
      </a:lvl5pPr>
      <a:lvl6pPr marL="2285909" algn="l" defTabSz="914363" rtl="0" eaLnBrk="1" latinLnBrk="0" hangingPunct="1">
        <a:defRPr sz="1800" kern="1200">
          <a:solidFill>
            <a:schemeClr val="tx1"/>
          </a:solidFill>
          <a:latin typeface="+mn-lt"/>
          <a:ea typeface="+mn-ea"/>
          <a:cs typeface="+mn-cs"/>
        </a:defRPr>
      </a:lvl6pPr>
      <a:lvl7pPr marL="2743090" algn="l" defTabSz="914363" rtl="0" eaLnBrk="1" latinLnBrk="0" hangingPunct="1">
        <a:defRPr sz="1800" kern="1200">
          <a:solidFill>
            <a:schemeClr val="tx1"/>
          </a:solidFill>
          <a:latin typeface="+mn-lt"/>
          <a:ea typeface="+mn-ea"/>
          <a:cs typeface="+mn-cs"/>
        </a:defRPr>
      </a:lvl7pPr>
      <a:lvl8pPr marL="3200272" algn="l" defTabSz="914363" rtl="0" eaLnBrk="1" latinLnBrk="0" hangingPunct="1">
        <a:defRPr sz="1800" kern="1200">
          <a:solidFill>
            <a:schemeClr val="tx1"/>
          </a:solidFill>
          <a:latin typeface="+mn-lt"/>
          <a:ea typeface="+mn-ea"/>
          <a:cs typeface="+mn-cs"/>
        </a:defRPr>
      </a:lvl8pPr>
      <a:lvl9pPr marL="3657454" algn="l" defTabSz="914363"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268928" y="291102"/>
            <a:ext cx="11655840" cy="899665"/>
          </a:xfrm>
          <a:prstGeom prst="rect">
            <a:avLst/>
          </a:prstGeom>
        </p:spPr>
        <p:txBody>
          <a:bodyPr vert="horz" wrap="square" lIns="146304" tIns="91440" rIns="146304" bIns="91440" rtlCol="0" anchor="t">
            <a:noAutofit/>
          </a:bodyPr>
          <a:lstStyle/>
          <a:p>
            <a:r>
              <a:rPr lang="en-US" smtClean="0"/>
              <a:t>Click to edit Master title style</a:t>
            </a:r>
            <a:endParaRPr lang="en-US" dirty="0"/>
          </a:p>
        </p:txBody>
      </p:sp>
      <p:sp>
        <p:nvSpPr>
          <p:cNvPr id="4" name="Text Placeholder 3"/>
          <p:cNvSpPr>
            <a:spLocks noGrp="1"/>
          </p:cNvSpPr>
          <p:nvPr>
            <p:ph type="body" idx="1"/>
          </p:nvPr>
        </p:nvSpPr>
        <p:spPr>
          <a:xfrm>
            <a:off x="269241" y="1189178"/>
            <a:ext cx="11653521" cy="2184808"/>
          </a:xfrm>
          <a:prstGeom prst="rect">
            <a:avLst/>
          </a:prstGeom>
        </p:spPr>
        <p:txBody>
          <a:bodyPr vert="horz" wrap="square" lIns="146304" tIns="91440" rIns="146304" bIns="91440" rtlCol="0">
            <a:sp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Footer Placeholder 2"/>
          <p:cNvSpPr>
            <a:spLocks noGrp="1"/>
          </p:cNvSpPr>
          <p:nvPr>
            <p:ph type="ftr" sz="quarter" idx="3"/>
          </p:nvPr>
        </p:nvSpPr>
        <p:spPr>
          <a:xfrm>
            <a:off x="269239" y="6558796"/>
            <a:ext cx="3859607" cy="134483"/>
          </a:xfrm>
          <a:prstGeom prst="rect">
            <a:avLst/>
          </a:prstGeom>
        </p:spPr>
        <p:txBody>
          <a:bodyPr vert="horz" lIns="0" tIns="0" rIns="91440" bIns="0" rtlCol="0" anchor="ctr"/>
          <a:lstStyle>
            <a:lvl1pPr marL="0" algn="l" defTabSz="914367" rtl="0" eaLnBrk="1" latinLnBrk="0" hangingPunct="1">
              <a:defRPr lang="en-US" sz="882" kern="1200">
                <a:gradFill>
                  <a:gsLst>
                    <a:gs pos="2239">
                      <a:schemeClr val="tx1"/>
                    </a:gs>
                    <a:gs pos="11940">
                      <a:schemeClr val="tx1"/>
                    </a:gs>
                  </a:gsLst>
                  <a:lin ang="5400000" scaled="0"/>
                </a:gradFill>
                <a:latin typeface="+mn-lt"/>
                <a:ea typeface="+mn-ea"/>
                <a:cs typeface="+mn-cs"/>
              </a:defRPr>
            </a:lvl1pPr>
          </a:lstStyle>
          <a:p>
            <a:r>
              <a:rPr smtClean="0">
                <a:gradFill>
                  <a:gsLst>
                    <a:gs pos="2239">
                      <a:srgbClr val="505050"/>
                    </a:gs>
                    <a:gs pos="11940">
                      <a:srgbClr val="505050"/>
                    </a:gs>
                  </a:gsLst>
                  <a:lin ang="5400000" scaled="0"/>
                </a:gradFill>
              </a:rPr>
              <a:t>Microsoft Confidential</a:t>
            </a:r>
            <a:endParaRPr>
              <a:gradFill>
                <a:gsLst>
                  <a:gs pos="2239">
                    <a:srgbClr val="505050"/>
                  </a:gs>
                  <a:gs pos="11940">
                    <a:srgbClr val="505050"/>
                  </a:gs>
                </a:gsLst>
                <a:lin ang="5400000" scaled="0"/>
              </a:gradFill>
            </a:endParaRPr>
          </a:p>
        </p:txBody>
      </p:sp>
      <p:sp>
        <p:nvSpPr>
          <p:cNvPr id="6" name="Slide Number Placeholder 4"/>
          <p:cNvSpPr>
            <a:spLocks noGrp="1"/>
          </p:cNvSpPr>
          <p:nvPr>
            <p:ph type="sldNum" sz="quarter" idx="4"/>
          </p:nvPr>
        </p:nvSpPr>
        <p:spPr>
          <a:xfrm>
            <a:off x="11367166" y="6558796"/>
            <a:ext cx="555596" cy="134483"/>
          </a:xfrm>
          <a:prstGeom prst="rect">
            <a:avLst/>
          </a:prstGeom>
        </p:spPr>
        <p:txBody>
          <a:bodyPr vert="horz" lIns="91440" tIns="0" rIns="0" bIns="0" rtlCol="0" anchor="ctr"/>
          <a:lstStyle>
            <a:lvl1pPr algn="r">
              <a:defRPr lang="en-US" sz="882" b="0" kern="1200" smtClean="0">
                <a:gradFill>
                  <a:gsLst>
                    <a:gs pos="2239">
                      <a:schemeClr val="tx1"/>
                    </a:gs>
                    <a:gs pos="11940">
                      <a:schemeClr val="tx1"/>
                    </a:gs>
                  </a:gsLst>
                  <a:lin ang="5400000" scaled="0"/>
                </a:gradFill>
                <a:latin typeface="+mn-lt"/>
                <a:ea typeface="+mn-ea"/>
                <a:cs typeface="+mn-cs"/>
              </a:defRPr>
            </a:lvl1pPr>
          </a:lstStyle>
          <a:p>
            <a:pPr defTabSz="1218217"/>
            <a:fld id="{27258FFF-F925-446B-8502-81C933981705}" type="slidenum">
              <a:rPr>
                <a:gradFill>
                  <a:gsLst>
                    <a:gs pos="2239">
                      <a:srgbClr val="505050"/>
                    </a:gs>
                    <a:gs pos="11940">
                      <a:srgbClr val="505050"/>
                    </a:gs>
                  </a:gsLst>
                  <a:lin ang="5400000" scaled="0"/>
                </a:gradFill>
              </a:rPr>
              <a:pPr defTabSz="1218217"/>
              <a:t>‹#›</a:t>
            </a:fld>
            <a:endParaRPr>
              <a:gradFill>
                <a:gsLst>
                  <a:gs pos="2239">
                    <a:srgbClr val="505050"/>
                  </a:gs>
                  <a:gs pos="11940">
                    <a:srgbClr val="505050"/>
                  </a:gs>
                </a:gsLst>
                <a:lin ang="5400000" scaled="0"/>
              </a:gradFill>
            </a:endParaRPr>
          </a:p>
        </p:txBody>
      </p:sp>
    </p:spTree>
    <p:extLst>
      <p:ext uri="{BB962C8B-B14F-4D97-AF65-F5344CB8AC3E}">
        <p14:creationId xmlns:p14="http://schemas.microsoft.com/office/powerpoint/2010/main" val="3505112996"/>
      </p:ext>
    </p:extLst>
  </p:cSld>
  <p:clrMap bg1="lt1" tx1="dk1" bg2="lt2" tx2="dk2" accent1="accent1" accent2="accent2" accent3="accent3" accent4="accent4" accent5="accent5" accent6="accent6" hlink="hlink" folHlink="folHlink"/>
  <p:sldLayoutIdLst>
    <p:sldLayoutId id="2147483713" r:id="rId1"/>
    <p:sldLayoutId id="2147483714" r:id="rId2"/>
    <p:sldLayoutId id="2147483715" r:id="rId3"/>
    <p:sldLayoutId id="2147483716" r:id="rId4"/>
    <p:sldLayoutId id="2147483717" r:id="rId5"/>
    <p:sldLayoutId id="2147483718" r:id="rId6"/>
    <p:sldLayoutId id="2147483719" r:id="rId7"/>
    <p:sldLayoutId id="2147483720" r:id="rId8"/>
    <p:sldLayoutId id="2147483721" r:id="rId9"/>
    <p:sldLayoutId id="2147483722" r:id="rId10"/>
    <p:sldLayoutId id="2147483723" r:id="rId11"/>
    <p:sldLayoutId id="2147483724" r:id="rId12"/>
    <p:sldLayoutId id="2147483725" r:id="rId13"/>
    <p:sldLayoutId id="2147483726" r:id="rId14"/>
    <p:sldLayoutId id="2147483727" r:id="rId15"/>
    <p:sldLayoutId id="2147483728" r:id="rId16"/>
    <p:sldLayoutId id="2147483729" r:id="rId17"/>
    <p:sldLayoutId id="2147483730" r:id="rId18"/>
    <p:sldLayoutId id="2147483731" r:id="rId19"/>
    <p:sldLayoutId id="2147483732" r:id="rId20"/>
    <p:sldLayoutId id="2147483733" r:id="rId21"/>
    <p:sldLayoutId id="2147483734" r:id="rId22"/>
    <p:sldLayoutId id="2147483735" r:id="rId23"/>
    <p:sldLayoutId id="2147483736" r:id="rId24"/>
    <p:sldLayoutId id="2147483737" r:id="rId25"/>
    <p:sldLayoutId id="2147483738" r:id="rId26"/>
    <p:sldLayoutId id="2147483739" r:id="rId27"/>
  </p:sldLayoutIdLst>
  <p:transition>
    <p:fade/>
  </p:transition>
  <p:timing>
    <p:tnLst>
      <p:par>
        <p:cTn id="1" dur="indefinite" restart="never" nodeType="tmRoot"/>
      </p:par>
    </p:tnLst>
  </p:timing>
  <p:hf sldNum="0" hdr="0" dt="0"/>
  <p:txStyles>
    <p:titleStyle>
      <a:lvl1pPr algn="l" defTabSz="914367" rtl="0" eaLnBrk="1" latinLnBrk="0" hangingPunct="1">
        <a:lnSpc>
          <a:spcPct val="90000"/>
        </a:lnSpc>
        <a:spcBef>
          <a:spcPct val="0"/>
        </a:spcBef>
        <a:buNone/>
        <a:defRPr lang="en-US" sz="5294" b="0" kern="1200" cap="none" spc="-100" baseline="0" dirty="0" smtClean="0">
          <a:ln w="3175">
            <a:noFill/>
          </a:ln>
          <a:gradFill>
            <a:gsLst>
              <a:gs pos="1250">
                <a:schemeClr val="tx1"/>
              </a:gs>
              <a:gs pos="100000">
                <a:schemeClr val="tx1"/>
              </a:gs>
            </a:gsLst>
            <a:lin ang="5400000" scaled="0"/>
          </a:gradFill>
          <a:effectLst/>
          <a:latin typeface="+mj-lt"/>
          <a:ea typeface="+mn-ea"/>
          <a:cs typeface="Segoe UI" pitchFamily="34" charset="0"/>
        </a:defRPr>
      </a:lvl1pPr>
    </p:titleStyle>
    <p:bodyStyle>
      <a:lvl1pPr marL="336145" marR="0" indent="-336145" algn="l" defTabSz="914367" rtl="0" eaLnBrk="1" fontAlgn="auto" latinLnBrk="0" hangingPunct="1">
        <a:lnSpc>
          <a:spcPct val="90000"/>
        </a:lnSpc>
        <a:spcBef>
          <a:spcPct val="20000"/>
        </a:spcBef>
        <a:spcAft>
          <a:spcPts val="0"/>
        </a:spcAft>
        <a:buClrTx/>
        <a:buSzPct val="90000"/>
        <a:buFont typeface="Arial" pitchFamily="34" charset="0"/>
        <a:buChar char="•"/>
        <a:tabLst/>
        <a:defRPr sz="3921" kern="1200" spc="0" baseline="0">
          <a:gradFill>
            <a:gsLst>
              <a:gs pos="1250">
                <a:schemeClr val="tx1"/>
              </a:gs>
              <a:gs pos="100000">
                <a:schemeClr val="tx1"/>
              </a:gs>
            </a:gsLst>
            <a:lin ang="5400000" scaled="0"/>
          </a:gradFill>
          <a:latin typeface="+mj-lt"/>
          <a:ea typeface="+mn-ea"/>
          <a:cs typeface="+mn-cs"/>
        </a:defRPr>
      </a:lvl1pPr>
      <a:lvl2pPr marL="572691" marR="0" indent="-236546"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2pPr>
      <a:lvl3pPr marL="784338"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2353" kern="1200" spc="0" baseline="0">
          <a:gradFill>
            <a:gsLst>
              <a:gs pos="1250">
                <a:schemeClr val="tx1"/>
              </a:gs>
              <a:gs pos="100000">
                <a:schemeClr val="tx1"/>
              </a:gs>
            </a:gsLst>
            <a:lin ang="5400000" scaled="0"/>
          </a:gradFill>
          <a:latin typeface="+mn-lt"/>
          <a:ea typeface="+mn-ea"/>
          <a:cs typeface="+mn-cs"/>
        </a:defRPr>
      </a:lvl3pPr>
      <a:lvl4pPr marL="1008435"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4pPr>
      <a:lvl5pPr marL="1232531" marR="0" indent="-224097" algn="l" defTabSz="914367" rtl="0" eaLnBrk="1" fontAlgn="auto" latinLnBrk="0" hangingPunct="1">
        <a:lnSpc>
          <a:spcPct val="90000"/>
        </a:lnSpc>
        <a:spcBef>
          <a:spcPct val="20000"/>
        </a:spcBef>
        <a:spcAft>
          <a:spcPts val="0"/>
        </a:spcAft>
        <a:buClrTx/>
        <a:buSzPct val="90000"/>
        <a:buFont typeface="Arial" pitchFamily="34" charset="0"/>
        <a:buChar char="•"/>
        <a:tabLst/>
        <a:defRPr sz="1961" kern="1200" spc="0" baseline="0">
          <a:gradFill>
            <a:gsLst>
              <a:gs pos="1250">
                <a:schemeClr val="tx1"/>
              </a:gs>
              <a:gs pos="100000">
                <a:schemeClr val="tx1"/>
              </a:gs>
            </a:gsLst>
            <a:lin ang="5400000" scaled="0"/>
          </a:gradFill>
          <a:latin typeface="+mn-lt"/>
          <a:ea typeface="+mn-ea"/>
          <a:cs typeface="+mn-cs"/>
        </a:defRPr>
      </a:lvl5pPr>
      <a:lvl6pPr marL="2514509"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6pPr>
      <a:lvl7pPr marL="2971693"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7pPr>
      <a:lvl8pPr marL="3428877"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8pPr>
      <a:lvl9pPr marL="3886061" indent="-228592" algn="l" defTabSz="914367" rtl="0" eaLnBrk="1" latinLnBrk="0" hangingPunct="1">
        <a:spcBef>
          <a:spcPct val="20000"/>
        </a:spcBef>
        <a:buFont typeface="Arial" pitchFamily="34" charset="0"/>
        <a:buChar char="•"/>
        <a:defRPr sz="1961" kern="1200">
          <a:solidFill>
            <a:schemeClr val="tx1"/>
          </a:solidFill>
          <a:latin typeface="+mn-lt"/>
          <a:ea typeface="+mn-ea"/>
          <a:cs typeface="+mn-cs"/>
        </a:defRPr>
      </a:lvl9pPr>
    </p:bodyStyle>
    <p:otherStyle>
      <a:defPPr>
        <a:defRPr lang="en-US"/>
      </a:defPPr>
      <a:lvl1pPr marL="0" algn="l" defTabSz="914367" rtl="0" eaLnBrk="1" latinLnBrk="0" hangingPunct="1">
        <a:defRPr sz="1765" kern="1200">
          <a:solidFill>
            <a:schemeClr val="tx1"/>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p:otherStyle>
  </p:txStyles>
  <p:extLst mod="1">
    <p:ext uri="{27BBF7A9-308A-43DC-89C8-2F10F3537804}">
      <p15:sldGuideLst xmlns:p15="http://schemas.microsoft.com/office/powerpoint/2012/main">
        <p15:guide id="1" orient="horz" pos="187">
          <p15:clr>
            <a:srgbClr val="5ACBF0"/>
          </p15:clr>
        </p15:guide>
        <p15:guide id="2" pos="173">
          <p15:clr>
            <a:srgbClr val="5ACBF0"/>
          </p15:clr>
        </p15:guide>
        <p15:guide id="3" orient="horz" pos="763">
          <p15:clr>
            <a:srgbClr val="A4A3A4"/>
          </p15:clr>
        </p15:guide>
        <p15:guide id="4" orient="horz" pos="1339">
          <p15:clr>
            <a:srgbClr val="A4A3A4"/>
          </p15:clr>
        </p15:guide>
        <p15:guide id="5" orient="horz" pos="1915">
          <p15:clr>
            <a:srgbClr val="A4A3A4"/>
          </p15:clr>
        </p15:guide>
        <p15:guide id="6" orient="horz" pos="2491">
          <p15:clr>
            <a:srgbClr val="A4A3A4"/>
          </p15:clr>
        </p15:guide>
        <p15:guide id="7" orient="horz" pos="3067">
          <p15:clr>
            <a:srgbClr val="A4A3A4"/>
          </p15:clr>
        </p15:guide>
        <p15:guide id="8" orient="horz" pos="3643">
          <p15:clr>
            <a:srgbClr val="A4A3A4"/>
          </p15:clr>
        </p15:guide>
        <p15:guide id="9" orient="horz" pos="4219">
          <p15:clr>
            <a:srgbClr val="5ACBF0"/>
          </p15:clr>
        </p15:guide>
        <p15:guide id="10" pos="749">
          <p15:clr>
            <a:srgbClr val="A4A3A4"/>
          </p15:clr>
        </p15:guide>
        <p15:guide id="11" pos="1325">
          <p15:clr>
            <a:srgbClr val="A4A3A4"/>
          </p15:clr>
        </p15:guide>
        <p15:guide id="12" pos="1901">
          <p15:clr>
            <a:srgbClr val="A4A3A4"/>
          </p15:clr>
        </p15:guide>
        <p15:guide id="13" pos="2477">
          <p15:clr>
            <a:srgbClr val="A4A3A4"/>
          </p15:clr>
        </p15:guide>
        <p15:guide id="14" pos="3053">
          <p15:clr>
            <a:srgbClr val="A4A3A4"/>
          </p15:clr>
        </p15:guide>
        <p15:guide id="15" pos="3629">
          <p15:clr>
            <a:srgbClr val="A4A3A4"/>
          </p15:clr>
        </p15:guide>
        <p15:guide id="16" pos="4205">
          <p15:clr>
            <a:srgbClr val="A4A3A4"/>
          </p15:clr>
        </p15:guide>
        <p15:guide id="17" pos="4781">
          <p15:clr>
            <a:srgbClr val="A4A3A4"/>
          </p15:clr>
        </p15:guide>
        <p15:guide id="18" pos="5357">
          <p15:clr>
            <a:srgbClr val="A4A3A4"/>
          </p15:clr>
        </p15:guide>
        <p15:guide id="19" pos="5933">
          <p15:clr>
            <a:srgbClr val="A4A3A4"/>
          </p15:clr>
        </p15:guide>
        <p15:guide id="20" pos="6509">
          <p15:clr>
            <a:srgbClr val="A4A3A4"/>
          </p15:clr>
        </p15:guide>
        <p15:guide id="21" pos="7085">
          <p15:clr>
            <a:srgbClr val="A4A3A4"/>
          </p15:clr>
        </p15:guide>
        <p15:guide id="22" pos="7661">
          <p15:clr>
            <a:srgbClr val="5ACBF0"/>
          </p15:clr>
        </p15:guide>
      </p15:sldGuideLst>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4.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4.xml"/></Relationships>
</file>

<file path=ppt/slides/_rels/slide14.xml.rels><?xml version="1.0" encoding="UTF-8" standalone="yes"?>
<Relationships xmlns="http://schemas.openxmlformats.org/package/2006/relationships"><Relationship Id="rId3" Type="http://schemas.openxmlformats.org/officeDocument/2006/relationships/hyperlink" Target="http://channel9.msdn.com/Events/TechEd/NorthAmerica/2013/DBI-B337" TargetMode="External"/><Relationship Id="rId2" Type="http://schemas.openxmlformats.org/officeDocument/2006/relationships/notesSlide" Target="../notesSlides/notesSlide14.xml"/><Relationship Id="rId1" Type="http://schemas.openxmlformats.org/officeDocument/2006/relationships/slideLayout" Target="../slideLayouts/slideLayout4.xml"/><Relationship Id="rId4" Type="http://schemas.openxmlformats.org/officeDocument/2006/relationships/hyperlink" Target="http://channel9.msdn.com/Events/TechEd/NorthAmerica/2013/DBI-B330" TargetMode="Externa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9.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ext Placeholder 4"/>
          <p:cNvSpPr>
            <a:spLocks noGrp="1"/>
          </p:cNvSpPr>
          <p:nvPr>
            <p:ph type="body" sz="quarter" idx="10"/>
          </p:nvPr>
        </p:nvSpPr>
        <p:spPr/>
        <p:txBody>
          <a:bodyPr>
            <a:normAutofit/>
          </a:bodyPr>
          <a:lstStyle/>
          <a:p>
            <a:pPr marL="914400" indent="-914400"/>
            <a:r>
              <a:rPr lang="en-US" dirty="0" smtClean="0"/>
              <a:t>04 |  Performance and the Premium SKU</a:t>
            </a:r>
            <a:endParaRPr lang="en-US" dirty="0"/>
          </a:p>
        </p:txBody>
      </p:sp>
      <p:sp>
        <p:nvSpPr>
          <p:cNvPr id="4" name="Subtitle 3"/>
          <p:cNvSpPr>
            <a:spLocks noGrp="1"/>
          </p:cNvSpPr>
          <p:nvPr>
            <p:ph type="subTitle" idx="1"/>
          </p:nvPr>
        </p:nvSpPr>
        <p:spPr/>
        <p:txBody>
          <a:bodyPr/>
          <a:lstStyle/>
          <a:p>
            <a:r>
              <a:rPr lang="en-US" dirty="0"/>
              <a:t>Chris Auld | CTO – Intergen Limited, Azure MVP</a:t>
            </a:r>
          </a:p>
          <a:p>
            <a:r>
              <a:rPr lang="en-US" dirty="0"/>
              <a:t>Greg Leake | Director, </a:t>
            </a:r>
            <a:r>
              <a:rPr lang="en-US" dirty="0" smtClean="0"/>
              <a:t>SQL Server </a:t>
            </a:r>
            <a:r>
              <a:rPr lang="en-US" dirty="0"/>
              <a:t>Product Management</a:t>
            </a:r>
          </a:p>
        </p:txBody>
      </p:sp>
    </p:spTree>
    <p:extLst>
      <p:ext uri="{BB962C8B-B14F-4D97-AF65-F5344CB8AC3E}">
        <p14:creationId xmlns:p14="http://schemas.microsoft.com/office/powerpoint/2010/main" val="1106175986"/>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Content Placeholder 6"/>
          <p:cNvSpPr>
            <a:spLocks noGrp="1"/>
          </p:cNvSpPr>
          <p:nvPr>
            <p:ph sz="quarter" idx="10"/>
          </p:nvPr>
        </p:nvSpPr>
        <p:spPr/>
        <p:txBody>
          <a:bodyPr>
            <a:normAutofit/>
          </a:bodyPr>
          <a:lstStyle/>
          <a:p>
            <a:r>
              <a:rPr lang="en-GB" dirty="0" smtClean="0"/>
              <a:t>Raw Performance vs Scale</a:t>
            </a:r>
          </a:p>
          <a:p>
            <a:r>
              <a:rPr lang="en-GB" dirty="0" smtClean="0"/>
              <a:t>Scale Up and Scale Out in WASD</a:t>
            </a:r>
          </a:p>
          <a:p>
            <a:r>
              <a:rPr lang="en-GB" dirty="0" smtClean="0"/>
              <a:t>Performance Principles</a:t>
            </a:r>
          </a:p>
          <a:p>
            <a:endParaRPr lang="en-GB" dirty="0" smtClean="0"/>
          </a:p>
          <a:p>
            <a:pPr marL="0" indent="0">
              <a:buNone/>
            </a:pPr>
            <a:endParaRPr lang="en-GB" dirty="0" smtClean="0"/>
          </a:p>
        </p:txBody>
      </p:sp>
      <p:sp>
        <p:nvSpPr>
          <p:cNvPr id="2" name="Title 1"/>
          <p:cNvSpPr>
            <a:spLocks noGrp="1"/>
          </p:cNvSpPr>
          <p:nvPr>
            <p:ph type="title"/>
          </p:nvPr>
        </p:nvSpPr>
        <p:spPr/>
        <p:txBody>
          <a:bodyPr/>
          <a:lstStyle/>
          <a:p>
            <a:r>
              <a:rPr lang="en-US" smtClean="0"/>
              <a:t>Module Overview</a:t>
            </a:r>
            <a:endParaRPr lang="en-US" dirty="0"/>
          </a:p>
        </p:txBody>
      </p:sp>
    </p:spTree>
    <p:extLst>
      <p:ext uri="{BB962C8B-B14F-4D97-AF65-F5344CB8AC3E}">
        <p14:creationId xmlns:p14="http://schemas.microsoft.com/office/powerpoint/2010/main" val="618606048"/>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86C400"/>
        </a:solidFill>
        <a:effectLst/>
      </p:bgPr>
    </p:bg>
    <p:spTree>
      <p:nvGrpSpPr>
        <p:cNvPr id="1" name=""/>
        <p:cNvGrpSpPr/>
        <p:nvPr/>
      </p:nvGrpSpPr>
      <p:grpSpPr>
        <a:xfrm>
          <a:off x="0" y="0"/>
          <a:ext cx="0" cy="0"/>
          <a:chOff x="0" y="0"/>
          <a:chExt cx="0" cy="0"/>
        </a:xfrm>
      </p:grpSpPr>
      <p:sp>
        <p:nvSpPr>
          <p:cNvPr id="2" name="TextBox 1"/>
          <p:cNvSpPr txBox="1"/>
          <p:nvPr/>
        </p:nvSpPr>
        <p:spPr>
          <a:xfrm>
            <a:off x="1010652" y="1748588"/>
            <a:ext cx="10732169" cy="2800767"/>
          </a:xfrm>
          <a:prstGeom prst="rect">
            <a:avLst/>
          </a:prstGeom>
          <a:noFill/>
        </p:spPr>
        <p:txBody>
          <a:bodyPr wrap="square" rtlCol="0">
            <a:spAutoFit/>
          </a:bodyPr>
          <a:lstStyle/>
          <a:p>
            <a:r>
              <a:rPr lang="en-NZ" sz="4400" dirty="0" smtClean="0">
                <a:solidFill>
                  <a:prstClr val="black"/>
                </a:solidFill>
              </a:rPr>
              <a:t>Point 1:</a:t>
            </a:r>
          </a:p>
          <a:p>
            <a:endParaRPr lang="en-NZ" sz="4400" dirty="0">
              <a:solidFill>
                <a:prstClr val="black"/>
              </a:solidFill>
            </a:endParaRPr>
          </a:p>
          <a:p>
            <a:r>
              <a:rPr lang="en-GB" sz="4400" dirty="0" smtClean="0">
                <a:solidFill>
                  <a:prstClr val="black"/>
                </a:solidFill>
              </a:rPr>
              <a:t>Raw Performance vs Scale</a:t>
            </a:r>
            <a:endParaRPr lang="en-GB" sz="4400" dirty="0">
              <a:solidFill>
                <a:prstClr val="black"/>
              </a:solidFill>
            </a:endParaRPr>
          </a:p>
          <a:p>
            <a:endParaRPr lang="en-NZ" sz="4400" dirty="0">
              <a:solidFill>
                <a:prstClr val="black"/>
              </a:solidFill>
            </a:endParaRPr>
          </a:p>
        </p:txBody>
      </p:sp>
    </p:spTree>
    <p:extLst>
      <p:ext uri="{BB962C8B-B14F-4D97-AF65-F5344CB8AC3E}">
        <p14:creationId xmlns:p14="http://schemas.microsoft.com/office/powerpoint/2010/main" val="3902545794"/>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dirty="0" smtClean="0"/>
              <a:t>Raw Performance Demo [Greg]</a:t>
            </a:r>
            <a:endParaRPr lang="en-US" dirty="0"/>
          </a:p>
        </p:txBody>
      </p:sp>
    </p:spTree>
    <p:extLst>
      <p:ext uri="{BB962C8B-B14F-4D97-AF65-F5344CB8AC3E}">
        <p14:creationId xmlns:p14="http://schemas.microsoft.com/office/powerpoint/2010/main" val="290548803"/>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86C400"/>
        </a:solidFill>
        <a:effectLst/>
      </p:bgPr>
    </p:bg>
    <p:spTree>
      <p:nvGrpSpPr>
        <p:cNvPr id="1" name=""/>
        <p:cNvGrpSpPr/>
        <p:nvPr/>
      </p:nvGrpSpPr>
      <p:grpSpPr>
        <a:xfrm>
          <a:off x="0" y="0"/>
          <a:ext cx="0" cy="0"/>
          <a:chOff x="0" y="0"/>
          <a:chExt cx="0" cy="0"/>
        </a:xfrm>
      </p:grpSpPr>
      <p:sp>
        <p:nvSpPr>
          <p:cNvPr id="2" name="TextBox 1"/>
          <p:cNvSpPr txBox="1"/>
          <p:nvPr/>
        </p:nvSpPr>
        <p:spPr>
          <a:xfrm>
            <a:off x="1010652" y="1748588"/>
            <a:ext cx="10732169" cy="3477875"/>
          </a:xfrm>
          <a:prstGeom prst="rect">
            <a:avLst/>
          </a:prstGeom>
          <a:noFill/>
        </p:spPr>
        <p:txBody>
          <a:bodyPr wrap="square" rtlCol="0">
            <a:spAutoFit/>
          </a:bodyPr>
          <a:lstStyle/>
          <a:p>
            <a:r>
              <a:rPr lang="en-NZ" sz="4400" dirty="0" smtClean="0">
                <a:solidFill>
                  <a:prstClr val="black"/>
                </a:solidFill>
              </a:rPr>
              <a:t>Point 1:</a:t>
            </a:r>
          </a:p>
          <a:p>
            <a:endParaRPr lang="en-NZ" sz="4400" dirty="0">
              <a:solidFill>
                <a:prstClr val="black"/>
              </a:solidFill>
            </a:endParaRPr>
          </a:p>
          <a:p>
            <a:r>
              <a:rPr lang="en-GB" sz="4400" dirty="0" smtClean="0">
                <a:solidFill>
                  <a:prstClr val="black"/>
                </a:solidFill>
              </a:rPr>
              <a:t>Scale Up vs Scale Out</a:t>
            </a:r>
          </a:p>
          <a:p>
            <a:r>
              <a:rPr lang="en-GB" sz="4400" dirty="0" smtClean="0">
                <a:solidFill>
                  <a:prstClr val="black"/>
                </a:solidFill>
              </a:rPr>
              <a:t>Premium SKU</a:t>
            </a:r>
            <a:endParaRPr lang="en-GB" sz="4400" dirty="0">
              <a:solidFill>
                <a:prstClr val="black"/>
              </a:solidFill>
            </a:endParaRPr>
          </a:p>
          <a:p>
            <a:endParaRPr lang="en-NZ" sz="4400" dirty="0">
              <a:solidFill>
                <a:prstClr val="black"/>
              </a:solidFill>
            </a:endParaRPr>
          </a:p>
        </p:txBody>
      </p:sp>
    </p:spTree>
    <p:extLst>
      <p:ext uri="{BB962C8B-B14F-4D97-AF65-F5344CB8AC3E}">
        <p14:creationId xmlns:p14="http://schemas.microsoft.com/office/powerpoint/2010/main" val="293694319"/>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268928" y="291102"/>
            <a:ext cx="11923072" cy="899665"/>
          </a:xfrm>
        </p:spPr>
        <p:txBody>
          <a:bodyPr/>
          <a:lstStyle/>
          <a:p>
            <a:r>
              <a:rPr lang="en-US" sz="4600" dirty="0" smtClean="0"/>
              <a:t>Available today, Premium with reserved capacity</a:t>
            </a:r>
            <a:endParaRPr lang="en-US" sz="4600" dirty="0"/>
          </a:p>
        </p:txBody>
      </p:sp>
      <p:sp>
        <p:nvSpPr>
          <p:cNvPr id="3" name="Text Placeholder 2"/>
          <p:cNvSpPr>
            <a:spLocks noGrp="1"/>
          </p:cNvSpPr>
          <p:nvPr>
            <p:ph type="body" sz="quarter" idx="4294967295"/>
          </p:nvPr>
        </p:nvSpPr>
        <p:spPr>
          <a:xfrm>
            <a:off x="342900" y="1409700"/>
            <a:ext cx="5751513" cy="4876800"/>
          </a:xfrm>
          <a:prstGeom prst="rect">
            <a:avLst/>
          </a:prstGeom>
          <a:solidFill>
            <a:schemeClr val="accent1"/>
          </a:solidFill>
          <a:ln w="12700" algn="ctr">
            <a:noFill/>
            <a:round/>
            <a:headEnd/>
            <a:tailEnd/>
          </a:ln>
          <a:effectLst/>
        </p:spPr>
        <p:txBody>
          <a:bodyPr vert="horz" wrap="square" lIns="91427" tIns="45713" rIns="91427" bIns="45713" rtlCol="0" anchor="t">
            <a:noAutofit/>
          </a:bodyPr>
          <a:lstStyle/>
          <a:p>
            <a:pPr marL="0" lvl="1" indent="0" defTabSz="1217984">
              <a:spcBef>
                <a:spcPts val="1176"/>
              </a:spcBef>
              <a:spcAft>
                <a:spcPts val="1176"/>
              </a:spcAft>
              <a:buSzTx/>
              <a:buNone/>
            </a:pPr>
            <a:r>
              <a:rPr lang="en-US" sz="2400" dirty="0" smtClean="0">
                <a:ln>
                  <a:solidFill>
                    <a:srgbClr val="FFFFFF">
                      <a:alpha val="0"/>
                    </a:srgbClr>
                  </a:solidFill>
                </a:ln>
                <a:gradFill>
                  <a:gsLst>
                    <a:gs pos="0">
                      <a:schemeClr val="bg1"/>
                    </a:gs>
                    <a:gs pos="100000">
                      <a:schemeClr val="bg1"/>
                    </a:gs>
                  </a:gsLst>
                  <a:lin ang="5400000" scaled="0"/>
                </a:gradFill>
                <a:latin typeface="+mj-lt"/>
              </a:rPr>
              <a:t>Two classes of cloud apps emerging </a:t>
            </a:r>
          </a:p>
          <a:p>
            <a:pPr marL="0" lvl="1" indent="0" defTabSz="1217984">
              <a:spcBef>
                <a:spcPts val="588"/>
              </a:spcBef>
              <a:spcAft>
                <a:spcPts val="1176"/>
              </a:spcAft>
              <a:buSzTx/>
              <a:buNone/>
            </a:pPr>
            <a:r>
              <a:rPr lang="en-US" sz="2400" b="1" dirty="0" smtClean="0">
                <a:ln>
                  <a:solidFill>
                    <a:srgbClr val="FFFFFF">
                      <a:alpha val="0"/>
                    </a:srgbClr>
                  </a:solidFill>
                </a:ln>
                <a:gradFill>
                  <a:gsLst>
                    <a:gs pos="0">
                      <a:schemeClr val="bg1"/>
                    </a:gs>
                    <a:gs pos="100000">
                      <a:schemeClr val="bg1"/>
                    </a:gs>
                  </a:gsLst>
                  <a:lin ang="5400000" scaled="0"/>
                </a:gradFill>
                <a:latin typeface="+mj-lt"/>
              </a:rPr>
              <a:t>Cost-effective &amp; scalable</a:t>
            </a:r>
            <a:r>
              <a:rPr lang="en-US" sz="2400" dirty="0" smtClean="0">
                <a:ln>
                  <a:solidFill>
                    <a:srgbClr val="FFFFFF">
                      <a:alpha val="0"/>
                    </a:srgbClr>
                  </a:solidFill>
                </a:ln>
                <a:gradFill>
                  <a:gsLst>
                    <a:gs pos="0">
                      <a:schemeClr val="bg1"/>
                    </a:gs>
                    <a:gs pos="100000">
                      <a:schemeClr val="bg1"/>
                    </a:gs>
                  </a:gsLst>
                  <a:lin ang="5400000" scaled="0"/>
                </a:gradFill>
                <a:latin typeface="+mj-lt"/>
              </a:rPr>
              <a:t>: Web &amp; Business editions deliver a managed database service for apps that have low demands or require cost-effective scale-out.</a:t>
            </a:r>
          </a:p>
          <a:p>
            <a:pPr marL="0" lvl="1" indent="0" defTabSz="1217984">
              <a:spcBef>
                <a:spcPts val="588"/>
              </a:spcBef>
              <a:spcAft>
                <a:spcPts val="1176"/>
              </a:spcAft>
              <a:buSzTx/>
              <a:buNone/>
            </a:pPr>
            <a:r>
              <a:rPr lang="en-US" sz="2400" b="1" dirty="0" smtClean="0">
                <a:ln>
                  <a:solidFill>
                    <a:srgbClr val="FFFFFF">
                      <a:alpha val="0"/>
                    </a:srgbClr>
                  </a:solidFill>
                </a:ln>
                <a:gradFill>
                  <a:gsLst>
                    <a:gs pos="0">
                      <a:schemeClr val="bg1"/>
                    </a:gs>
                    <a:gs pos="100000">
                      <a:schemeClr val="bg1"/>
                    </a:gs>
                  </a:gsLst>
                  <a:lin ang="5400000" scaled="0"/>
                </a:gradFill>
                <a:latin typeface="+mj-lt"/>
              </a:rPr>
              <a:t>Business-class</a:t>
            </a:r>
            <a:r>
              <a:rPr lang="en-US" sz="2400" dirty="0" smtClean="0">
                <a:ln>
                  <a:solidFill>
                    <a:srgbClr val="FFFFFF">
                      <a:alpha val="0"/>
                    </a:srgbClr>
                  </a:solidFill>
                </a:ln>
                <a:gradFill>
                  <a:gsLst>
                    <a:gs pos="0">
                      <a:schemeClr val="bg1"/>
                    </a:gs>
                    <a:gs pos="100000">
                      <a:schemeClr val="bg1"/>
                    </a:gs>
                  </a:gsLst>
                  <a:lin ang="5400000" scaled="0"/>
                </a:gradFill>
                <a:latin typeface="+mj-lt"/>
              </a:rPr>
              <a:t>: Premium edition delivers </a:t>
            </a:r>
            <a:r>
              <a:rPr lang="en-US" sz="2400" dirty="0">
                <a:ln>
                  <a:solidFill>
                    <a:srgbClr val="FFFFFF">
                      <a:alpha val="0"/>
                    </a:srgbClr>
                  </a:solidFill>
                </a:ln>
                <a:gradFill>
                  <a:gsLst>
                    <a:gs pos="0">
                      <a:schemeClr val="bg1"/>
                    </a:gs>
                    <a:gs pos="100000">
                      <a:schemeClr val="bg1"/>
                    </a:gs>
                  </a:gsLst>
                  <a:lin ang="5400000" scaled="0"/>
                </a:gradFill>
                <a:latin typeface="+mj-lt"/>
              </a:rPr>
              <a:t>fixed reserved capacity for </a:t>
            </a:r>
            <a:r>
              <a:rPr lang="en-US" sz="2400" dirty="0" smtClean="0">
                <a:ln>
                  <a:solidFill>
                    <a:srgbClr val="FFFFFF">
                      <a:alpha val="0"/>
                    </a:srgbClr>
                  </a:solidFill>
                </a:ln>
                <a:gradFill>
                  <a:gsLst>
                    <a:gs pos="0">
                      <a:schemeClr val="bg1"/>
                    </a:gs>
                    <a:gs pos="100000">
                      <a:schemeClr val="bg1"/>
                    </a:gs>
                  </a:gsLst>
                  <a:lin ang="5400000" scaled="0"/>
                </a:gradFill>
                <a:latin typeface="+mj-lt"/>
              </a:rPr>
              <a:t>apps that need:</a:t>
            </a:r>
            <a:endParaRPr lang="en-US" sz="2000" dirty="0">
              <a:ln>
                <a:solidFill>
                  <a:srgbClr val="FFFFFF">
                    <a:alpha val="0"/>
                  </a:srgbClr>
                </a:solidFill>
              </a:ln>
              <a:gradFill>
                <a:gsLst>
                  <a:gs pos="0">
                    <a:schemeClr val="bg1"/>
                  </a:gs>
                  <a:gs pos="100000">
                    <a:schemeClr val="bg1"/>
                  </a:gs>
                </a:gsLst>
                <a:lin ang="5400000" scaled="0"/>
              </a:gradFill>
            </a:endParaRPr>
          </a:p>
          <a:p>
            <a:pPr defTabSz="1142142" fontAlgn="base">
              <a:spcBef>
                <a:spcPts val="0"/>
              </a:spcBef>
              <a:spcAft>
                <a:spcPts val="588"/>
              </a:spcAft>
              <a:buClr>
                <a:srgbClr val="D2D2D2">
                  <a:lumMod val="75000"/>
                </a:srgbClr>
              </a:buClr>
              <a:buSzPct val="100000"/>
            </a:pPr>
            <a:r>
              <a:rPr lang="en-US" sz="2000" dirty="0">
                <a:ln>
                  <a:solidFill>
                    <a:srgbClr val="FFFFFF">
                      <a:alpha val="0"/>
                    </a:srgbClr>
                  </a:solidFill>
                </a:ln>
                <a:gradFill>
                  <a:gsLst>
                    <a:gs pos="0">
                      <a:schemeClr val="bg1"/>
                    </a:gs>
                    <a:gs pos="100000">
                      <a:schemeClr val="bg1"/>
                    </a:gs>
                  </a:gsLst>
                  <a:lin ang="5400000" scaled="0"/>
                </a:gradFill>
              </a:rPr>
              <a:t>Sustained resource demands</a:t>
            </a:r>
          </a:p>
          <a:p>
            <a:pPr defTabSz="1142142" fontAlgn="base">
              <a:spcBef>
                <a:spcPts val="0"/>
              </a:spcBef>
              <a:spcAft>
                <a:spcPts val="588"/>
              </a:spcAft>
              <a:buClr>
                <a:srgbClr val="D2D2D2">
                  <a:lumMod val="75000"/>
                </a:srgbClr>
              </a:buClr>
              <a:buSzPct val="100000"/>
            </a:pPr>
            <a:r>
              <a:rPr lang="en-US" sz="2000" dirty="0">
                <a:ln>
                  <a:solidFill>
                    <a:srgbClr val="FFFFFF">
                      <a:alpha val="0"/>
                    </a:srgbClr>
                  </a:solidFill>
                </a:ln>
                <a:gradFill>
                  <a:gsLst>
                    <a:gs pos="0">
                      <a:schemeClr val="bg1"/>
                    </a:gs>
                    <a:gs pos="100000">
                      <a:schemeClr val="bg1"/>
                    </a:gs>
                  </a:gsLst>
                  <a:lin ang="5400000" scaled="0"/>
                </a:gradFill>
              </a:rPr>
              <a:t>Many concurrent requests</a:t>
            </a:r>
          </a:p>
          <a:p>
            <a:pPr defTabSz="1142142" fontAlgn="base">
              <a:spcBef>
                <a:spcPts val="0"/>
              </a:spcBef>
              <a:spcAft>
                <a:spcPts val="588"/>
              </a:spcAft>
              <a:buClr>
                <a:srgbClr val="D2D2D2">
                  <a:lumMod val="75000"/>
                </a:srgbClr>
              </a:buClr>
              <a:buSzPct val="100000"/>
            </a:pPr>
            <a:r>
              <a:rPr lang="en-US" sz="2000" dirty="0">
                <a:ln>
                  <a:solidFill>
                    <a:srgbClr val="FFFFFF">
                      <a:alpha val="0"/>
                    </a:srgbClr>
                  </a:solidFill>
                </a:ln>
                <a:gradFill>
                  <a:gsLst>
                    <a:gs pos="0">
                      <a:schemeClr val="bg1"/>
                    </a:gs>
                    <a:gs pos="100000">
                      <a:schemeClr val="bg1"/>
                    </a:gs>
                  </a:gsLst>
                  <a:lin ang="5400000" scaled="0"/>
                </a:gradFill>
              </a:rPr>
              <a:t>Predictable latency</a:t>
            </a:r>
          </a:p>
          <a:p>
            <a:pPr marL="0" indent="0" defTabSz="1194459" fontAlgn="base">
              <a:spcBef>
                <a:spcPts val="0"/>
              </a:spcBef>
              <a:spcAft>
                <a:spcPts val="1176"/>
              </a:spcAft>
              <a:buClr>
                <a:srgbClr val="D2D2D2">
                  <a:lumMod val="75000"/>
                </a:srgbClr>
              </a:buClr>
              <a:buSzPct val="100000"/>
              <a:buNone/>
            </a:pPr>
            <a:endParaRPr lang="en-US" sz="1800" dirty="0">
              <a:ln>
                <a:solidFill>
                  <a:srgbClr val="FFFFFF">
                    <a:alpha val="0"/>
                  </a:srgbClr>
                </a:solidFill>
              </a:ln>
              <a:gradFill>
                <a:gsLst>
                  <a:gs pos="0">
                    <a:schemeClr val="bg1"/>
                  </a:gs>
                  <a:gs pos="100000">
                    <a:schemeClr val="bg1"/>
                  </a:gs>
                </a:gsLst>
                <a:lin ang="5400000" scaled="0"/>
              </a:gradFill>
            </a:endParaRPr>
          </a:p>
        </p:txBody>
      </p:sp>
      <p:sp>
        <p:nvSpPr>
          <p:cNvPr id="68" name="Rectangle 67"/>
          <p:cNvSpPr/>
          <p:nvPr/>
        </p:nvSpPr>
        <p:spPr bwMode="auto">
          <a:xfrm>
            <a:off x="6203465" y="1934960"/>
            <a:ext cx="5743231" cy="4350819"/>
          </a:xfrm>
          <a:prstGeom prst="rect">
            <a:avLst/>
          </a:prstGeom>
          <a:no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27" tIns="45713" rIns="91427" bIns="45713" numCol="1" spcCol="0" rtlCol="0" fromWordArt="0" anchor="ctr" anchorCtr="0" forceAA="0" compatLnSpc="1">
            <a:prstTxWarp prst="textNoShape">
              <a:avLst/>
            </a:prstTxWarp>
            <a:noAutofit/>
          </a:bodyPr>
          <a:lstStyle/>
          <a:p>
            <a:pPr defTabSz="932293" fontAlgn="base">
              <a:spcBef>
                <a:spcPts val="600"/>
              </a:spcBef>
              <a:spcAft>
                <a:spcPct val="0"/>
              </a:spcAft>
            </a:pPr>
            <a:endParaRPr lang="en-IN" dirty="0">
              <a:ln>
                <a:solidFill>
                  <a:srgbClr val="FFFFFF">
                    <a:alpha val="0"/>
                  </a:srgbClr>
                </a:solidFill>
              </a:ln>
              <a:solidFill>
                <a:srgbClr val="505050"/>
              </a:solidFill>
              <a:ea typeface="Segoe UI" pitchFamily="34" charset="0"/>
              <a:cs typeface="Segoe UI" pitchFamily="34" charset="0"/>
            </a:endParaRPr>
          </a:p>
        </p:txBody>
      </p:sp>
      <p:sp>
        <p:nvSpPr>
          <p:cNvPr id="83" name="Rectangle 82"/>
          <p:cNvSpPr/>
          <p:nvPr/>
        </p:nvSpPr>
        <p:spPr bwMode="auto">
          <a:xfrm>
            <a:off x="6203465" y="1396872"/>
            <a:ext cx="5743231" cy="573280"/>
          </a:xfrm>
          <a:prstGeom prst="rect">
            <a:avLst/>
          </a:prstGeom>
          <a:solidFill>
            <a:schemeClr val="tx1"/>
          </a:solid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defTabSz="932133" fontAlgn="base">
              <a:spcBef>
                <a:spcPct val="0"/>
              </a:spcBef>
              <a:spcAft>
                <a:spcPct val="0"/>
              </a:spcAft>
            </a:pPr>
            <a:r>
              <a:rPr lang="en-US" sz="2800" dirty="0">
                <a:ln>
                  <a:solidFill>
                    <a:srgbClr val="FFFFFF">
                      <a:alpha val="0"/>
                    </a:srgbClr>
                  </a:solidFill>
                </a:ln>
                <a:gradFill>
                  <a:gsLst>
                    <a:gs pos="0">
                      <a:srgbClr val="FFFFFF"/>
                    </a:gs>
                    <a:gs pos="100000">
                      <a:srgbClr val="FFFFFF"/>
                    </a:gs>
                  </a:gsLst>
                  <a:lin ang="5400000" scaled="0"/>
                </a:gradFill>
                <a:latin typeface="Segoe UI Light"/>
                <a:ea typeface="Segoe UI" pitchFamily="34" charset="0"/>
                <a:cs typeface="Segoe UI" pitchFamily="34" charset="0"/>
              </a:rPr>
              <a:t>More predictable performance</a:t>
            </a:r>
          </a:p>
        </p:txBody>
      </p:sp>
      <p:grpSp>
        <p:nvGrpSpPr>
          <p:cNvPr id="33" name="Group 32"/>
          <p:cNvGrpSpPr/>
          <p:nvPr/>
        </p:nvGrpSpPr>
        <p:grpSpPr>
          <a:xfrm>
            <a:off x="9566287" y="2142035"/>
            <a:ext cx="1275657" cy="1635874"/>
            <a:chOff x="8193600" y="1475487"/>
            <a:chExt cx="1301237" cy="1668677"/>
          </a:xfrm>
        </p:grpSpPr>
        <p:sp>
          <p:nvSpPr>
            <p:cNvPr id="34" name="Rectangle 33"/>
            <p:cNvSpPr/>
            <p:nvPr/>
          </p:nvSpPr>
          <p:spPr bwMode="auto">
            <a:xfrm>
              <a:off x="8193600" y="1525926"/>
              <a:ext cx="1226010" cy="1598309"/>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algn="ctr" defTabSz="932293" fontAlgn="base">
                <a:spcBef>
                  <a:spcPct val="0"/>
                </a:spcBef>
                <a:spcAft>
                  <a:spcPct val="0"/>
                </a:spcAft>
              </a:pPr>
              <a:endParaRPr lang="en-US" sz="2400" dirty="0" err="1">
                <a:ln>
                  <a:solidFill>
                    <a:srgbClr val="FFFFFF">
                      <a:alpha val="0"/>
                    </a:srgbClr>
                  </a:solidFill>
                </a:ln>
                <a:solidFill>
                  <a:srgbClr val="FFFFFF"/>
                </a:solidFill>
                <a:ea typeface="Segoe UI" pitchFamily="34" charset="0"/>
                <a:cs typeface="Segoe UI" pitchFamily="34" charset="0"/>
              </a:endParaRPr>
            </a:p>
          </p:txBody>
        </p:sp>
        <p:grpSp>
          <p:nvGrpSpPr>
            <p:cNvPr id="35" name="Group 34"/>
            <p:cNvGrpSpPr>
              <a:grpSpLocks noChangeAspect="1"/>
            </p:cNvGrpSpPr>
            <p:nvPr/>
          </p:nvGrpSpPr>
          <p:grpSpPr>
            <a:xfrm>
              <a:off x="8337004" y="1815956"/>
              <a:ext cx="378493" cy="491510"/>
              <a:chOff x="377825" y="1184276"/>
              <a:chExt cx="1020763" cy="1325563"/>
            </a:xfrm>
            <a:solidFill>
              <a:schemeClr val="accent5"/>
            </a:solidFill>
          </p:grpSpPr>
          <p:sp>
            <p:nvSpPr>
              <p:cNvPr id="45" name="Oval 122"/>
              <p:cNvSpPr>
                <a:spLocks noChangeArrowheads="1"/>
              </p:cNvSpPr>
              <p:nvPr/>
            </p:nvSpPr>
            <p:spPr bwMode="auto">
              <a:xfrm>
                <a:off x="395288" y="1184276"/>
                <a:ext cx="985838" cy="187325"/>
              </a:xfrm>
              <a:prstGeom prst="ellipse">
                <a:avLst/>
              </a:prstGeom>
              <a:solidFill>
                <a:schemeClr val="accent1"/>
              </a:solidFill>
              <a:ln w="9525">
                <a:solidFill>
                  <a:schemeClr val="bg1"/>
                </a:solidFill>
                <a:round/>
                <a:headEnd/>
                <a:tailEnd/>
              </a:ln>
              <a:extLst/>
            </p:spPr>
            <p:txBody>
              <a:bodyPr vert="horz" wrap="square" lIns="91427" tIns="45713" rIns="91427" bIns="45713" numCol="1" anchor="t" anchorCtr="0" compatLnSpc="1">
                <a:prstTxWarp prst="textNoShape">
                  <a:avLst/>
                </a:prstTxWarp>
              </a:bodyPr>
              <a:lstStyle/>
              <a:p>
                <a:pPr defTabSz="1218217"/>
                <a:endParaRPr lang="en-US" sz="1100" dirty="0">
                  <a:solidFill>
                    <a:srgbClr val="FFFFFF"/>
                  </a:solidFill>
                </a:endParaRPr>
              </a:p>
            </p:txBody>
          </p:sp>
          <p:sp>
            <p:nvSpPr>
              <p:cNvPr id="46"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1"/>
              </a:solidFill>
              <a:ln w="9525">
                <a:solidFill>
                  <a:schemeClr val="bg1"/>
                </a:solidFill>
                <a:round/>
                <a:headEnd/>
                <a:tailEnd/>
              </a:ln>
              <a:extLst/>
            </p:spPr>
            <p:txBody>
              <a:bodyPr vert="horz" wrap="square" lIns="91427" tIns="45713" rIns="91427" bIns="45713" numCol="1" anchor="t" anchorCtr="0" compatLnSpc="1">
                <a:prstTxWarp prst="textNoShape">
                  <a:avLst/>
                </a:prstTxWarp>
              </a:bodyPr>
              <a:lstStyle/>
              <a:p>
                <a:pPr defTabSz="1218217"/>
                <a:endParaRPr lang="en-US" sz="1100" dirty="0">
                  <a:solidFill>
                    <a:srgbClr val="FFFFFF"/>
                  </a:solidFill>
                </a:endParaRPr>
              </a:p>
            </p:txBody>
          </p:sp>
        </p:grpSp>
        <p:grpSp>
          <p:nvGrpSpPr>
            <p:cNvPr id="36" name="Group 35"/>
            <p:cNvGrpSpPr>
              <a:grpSpLocks noChangeAspect="1"/>
            </p:cNvGrpSpPr>
            <p:nvPr/>
          </p:nvGrpSpPr>
          <p:grpSpPr>
            <a:xfrm>
              <a:off x="8951583" y="1998420"/>
              <a:ext cx="378493" cy="491510"/>
              <a:chOff x="377825" y="1184276"/>
              <a:chExt cx="1020763" cy="1325563"/>
            </a:xfrm>
            <a:solidFill>
              <a:schemeClr val="tx1">
                <a:lumMod val="65000"/>
                <a:lumOff val="35000"/>
              </a:schemeClr>
            </a:solidFill>
          </p:grpSpPr>
          <p:sp>
            <p:nvSpPr>
              <p:cNvPr id="43"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27" tIns="45713" rIns="91427" bIns="45713" numCol="1" anchor="t" anchorCtr="0" compatLnSpc="1">
                <a:prstTxWarp prst="textNoShape">
                  <a:avLst/>
                </a:prstTxWarp>
              </a:bodyPr>
              <a:lstStyle/>
              <a:p>
                <a:pPr defTabSz="1218217"/>
                <a:endParaRPr lang="en-US" sz="1100" dirty="0">
                  <a:solidFill>
                    <a:srgbClr val="FFFFFF"/>
                  </a:solidFill>
                </a:endParaRPr>
              </a:p>
            </p:txBody>
          </p:sp>
          <p:sp>
            <p:nvSpPr>
              <p:cNvPr id="44"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27" tIns="45713" rIns="91427" bIns="45713" numCol="1" anchor="t" anchorCtr="0" compatLnSpc="1">
                <a:prstTxWarp prst="textNoShape">
                  <a:avLst/>
                </a:prstTxWarp>
              </a:bodyPr>
              <a:lstStyle/>
              <a:p>
                <a:pPr defTabSz="1218217"/>
                <a:endParaRPr lang="en-US" sz="1100" dirty="0">
                  <a:solidFill>
                    <a:srgbClr val="FFFFFF"/>
                  </a:solidFill>
                </a:endParaRPr>
              </a:p>
            </p:txBody>
          </p:sp>
        </p:grpSp>
        <p:grpSp>
          <p:nvGrpSpPr>
            <p:cNvPr id="37" name="Group 36"/>
            <p:cNvGrpSpPr>
              <a:grpSpLocks noChangeAspect="1"/>
            </p:cNvGrpSpPr>
            <p:nvPr/>
          </p:nvGrpSpPr>
          <p:grpSpPr>
            <a:xfrm>
              <a:off x="8585711" y="2253079"/>
              <a:ext cx="378493" cy="491510"/>
              <a:chOff x="377825" y="1184276"/>
              <a:chExt cx="1020763" cy="1325563"/>
            </a:xfrm>
            <a:solidFill>
              <a:schemeClr val="accent1"/>
            </a:solidFill>
          </p:grpSpPr>
          <p:sp>
            <p:nvSpPr>
              <p:cNvPr id="41" name="Oval 122"/>
              <p:cNvSpPr>
                <a:spLocks noChangeArrowheads="1"/>
              </p:cNvSpPr>
              <p:nvPr/>
            </p:nvSpPr>
            <p:spPr bwMode="auto">
              <a:xfrm>
                <a:off x="395288" y="1184276"/>
                <a:ext cx="985838" cy="187325"/>
              </a:xfrm>
              <a:prstGeom prst="ellipse">
                <a:avLst/>
              </a:prstGeom>
              <a:solidFill>
                <a:schemeClr val="accent5"/>
              </a:solidFill>
              <a:ln w="9525">
                <a:solidFill>
                  <a:schemeClr val="bg1"/>
                </a:solidFill>
                <a:round/>
                <a:headEnd/>
                <a:tailEnd/>
              </a:ln>
              <a:extLst/>
            </p:spPr>
            <p:txBody>
              <a:bodyPr vert="horz" wrap="square" lIns="91427" tIns="45713" rIns="91427" bIns="45713" numCol="1" anchor="t" anchorCtr="0" compatLnSpc="1">
                <a:prstTxWarp prst="textNoShape">
                  <a:avLst/>
                </a:prstTxWarp>
              </a:bodyPr>
              <a:lstStyle/>
              <a:p>
                <a:pPr defTabSz="1218217"/>
                <a:endParaRPr lang="en-US" sz="1100" dirty="0">
                  <a:solidFill>
                    <a:srgbClr val="FFFFFF"/>
                  </a:solidFill>
                </a:endParaRPr>
              </a:p>
            </p:txBody>
          </p:sp>
          <p:sp>
            <p:nvSpPr>
              <p:cNvPr id="42"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5"/>
              </a:solidFill>
              <a:ln w="9525">
                <a:solidFill>
                  <a:schemeClr val="bg1"/>
                </a:solidFill>
                <a:round/>
                <a:headEnd/>
                <a:tailEnd/>
              </a:ln>
              <a:extLst/>
            </p:spPr>
            <p:txBody>
              <a:bodyPr vert="horz" wrap="square" lIns="91427" tIns="45713" rIns="91427" bIns="45713" numCol="1" anchor="t" anchorCtr="0" compatLnSpc="1">
                <a:prstTxWarp prst="textNoShape">
                  <a:avLst/>
                </a:prstTxWarp>
              </a:bodyPr>
              <a:lstStyle/>
              <a:p>
                <a:pPr defTabSz="1218217"/>
                <a:endParaRPr lang="en-US" sz="1100" dirty="0">
                  <a:solidFill>
                    <a:srgbClr val="FFFFFF"/>
                  </a:solidFill>
                </a:endParaRPr>
              </a:p>
            </p:txBody>
          </p:sp>
        </p:grpSp>
        <p:sp>
          <p:nvSpPr>
            <p:cNvPr id="38" name="TextBox 37"/>
            <p:cNvSpPr txBox="1"/>
            <p:nvPr/>
          </p:nvSpPr>
          <p:spPr>
            <a:xfrm>
              <a:off x="8211312" y="1475487"/>
              <a:ext cx="660417" cy="467548"/>
            </a:xfrm>
            <a:prstGeom prst="rect">
              <a:avLst/>
            </a:prstGeom>
            <a:noFill/>
          </p:spPr>
          <p:txBody>
            <a:bodyPr wrap="none" lIns="182854" tIns="146284" rIns="182854" bIns="146284" rtlCol="0">
              <a:spAutoFit/>
            </a:bodyPr>
            <a:lstStyle/>
            <a:p>
              <a:pPr defTabSz="1218217">
                <a:lnSpc>
                  <a:spcPct val="90000"/>
                </a:lnSpc>
              </a:pPr>
              <a:r>
                <a:rPr lang="en-US" sz="1176" dirty="0">
                  <a:gradFill>
                    <a:gsLst>
                      <a:gs pos="2917">
                        <a:srgbClr val="505050"/>
                      </a:gs>
                      <a:gs pos="30000">
                        <a:srgbClr val="505050"/>
                      </a:gs>
                    </a:gsLst>
                    <a:lin ang="5400000" scaled="0"/>
                  </a:gradFill>
                  <a:latin typeface="Segoe UI Light"/>
                </a:rPr>
                <a:t>DB 1</a:t>
              </a:r>
            </a:p>
          </p:txBody>
        </p:sp>
        <p:sp>
          <p:nvSpPr>
            <p:cNvPr id="39" name="TextBox 38"/>
            <p:cNvSpPr txBox="1"/>
            <p:nvPr/>
          </p:nvSpPr>
          <p:spPr>
            <a:xfrm>
              <a:off x="8810375" y="1620104"/>
              <a:ext cx="684462" cy="467548"/>
            </a:xfrm>
            <a:prstGeom prst="rect">
              <a:avLst/>
            </a:prstGeom>
            <a:noFill/>
          </p:spPr>
          <p:txBody>
            <a:bodyPr wrap="none" lIns="182854" tIns="146284" rIns="182854" bIns="146284" rtlCol="0">
              <a:spAutoFit/>
            </a:bodyPr>
            <a:lstStyle/>
            <a:p>
              <a:pPr defTabSz="1218217">
                <a:lnSpc>
                  <a:spcPct val="90000"/>
                </a:lnSpc>
              </a:pPr>
              <a:r>
                <a:rPr lang="en-US" sz="1176" dirty="0">
                  <a:gradFill>
                    <a:gsLst>
                      <a:gs pos="2917">
                        <a:srgbClr val="505050"/>
                      </a:gs>
                      <a:gs pos="30000">
                        <a:srgbClr val="505050"/>
                      </a:gs>
                    </a:gsLst>
                    <a:lin ang="5400000" scaled="0"/>
                  </a:gradFill>
                  <a:latin typeface="Segoe UI Light"/>
                </a:rPr>
                <a:t>DB 2</a:t>
              </a:r>
            </a:p>
          </p:txBody>
        </p:sp>
        <p:sp>
          <p:nvSpPr>
            <p:cNvPr id="40" name="TextBox 39"/>
            <p:cNvSpPr txBox="1"/>
            <p:nvPr/>
          </p:nvSpPr>
          <p:spPr>
            <a:xfrm>
              <a:off x="8432726" y="2676616"/>
              <a:ext cx="684462" cy="467548"/>
            </a:xfrm>
            <a:prstGeom prst="rect">
              <a:avLst/>
            </a:prstGeom>
            <a:noFill/>
          </p:spPr>
          <p:txBody>
            <a:bodyPr wrap="none" lIns="182854" tIns="146284" rIns="182854" bIns="146284" rtlCol="0">
              <a:spAutoFit/>
            </a:bodyPr>
            <a:lstStyle/>
            <a:p>
              <a:pPr defTabSz="1218217">
                <a:lnSpc>
                  <a:spcPct val="90000"/>
                </a:lnSpc>
              </a:pPr>
              <a:r>
                <a:rPr lang="en-US" sz="1176" dirty="0">
                  <a:gradFill>
                    <a:gsLst>
                      <a:gs pos="2917">
                        <a:srgbClr val="505050"/>
                      </a:gs>
                      <a:gs pos="30000">
                        <a:srgbClr val="505050"/>
                      </a:gs>
                    </a:gsLst>
                    <a:lin ang="5400000" scaled="0"/>
                  </a:gradFill>
                  <a:latin typeface="Segoe UI Light"/>
                </a:rPr>
                <a:t>DB 3</a:t>
              </a:r>
            </a:p>
          </p:txBody>
        </p:sp>
      </p:grpSp>
      <p:grpSp>
        <p:nvGrpSpPr>
          <p:cNvPr id="5" name="Group 4"/>
          <p:cNvGrpSpPr/>
          <p:nvPr/>
        </p:nvGrpSpPr>
        <p:grpSpPr>
          <a:xfrm>
            <a:off x="9592996" y="4194695"/>
            <a:ext cx="1110201" cy="929414"/>
            <a:chOff x="8479544" y="2657696"/>
            <a:chExt cx="1132463" cy="948051"/>
          </a:xfrm>
        </p:grpSpPr>
        <p:sp>
          <p:nvSpPr>
            <p:cNvPr id="47" name="Rectangle 46"/>
            <p:cNvSpPr/>
            <p:nvPr/>
          </p:nvSpPr>
          <p:spPr bwMode="auto">
            <a:xfrm>
              <a:off x="8479544" y="2733896"/>
              <a:ext cx="1132463" cy="871851"/>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algn="ctr" defTabSz="932293" fontAlgn="base">
                <a:spcBef>
                  <a:spcPct val="0"/>
                </a:spcBef>
                <a:spcAft>
                  <a:spcPct val="0"/>
                </a:spcAft>
              </a:pPr>
              <a:endParaRPr lang="en-US" sz="2400" dirty="0" err="1">
                <a:ln>
                  <a:solidFill>
                    <a:srgbClr val="FFFFFF">
                      <a:alpha val="0"/>
                    </a:srgbClr>
                  </a:solidFill>
                </a:ln>
                <a:solidFill>
                  <a:srgbClr val="FFFFFF"/>
                </a:solidFill>
                <a:ea typeface="Segoe UI" pitchFamily="34" charset="0"/>
                <a:cs typeface="Segoe UI" pitchFamily="34" charset="0"/>
              </a:endParaRPr>
            </a:p>
          </p:txBody>
        </p:sp>
        <p:sp>
          <p:nvSpPr>
            <p:cNvPr id="48" name="TextBox 47"/>
            <p:cNvSpPr txBox="1"/>
            <p:nvPr/>
          </p:nvSpPr>
          <p:spPr>
            <a:xfrm>
              <a:off x="8567606" y="2657696"/>
              <a:ext cx="660417" cy="467548"/>
            </a:xfrm>
            <a:prstGeom prst="rect">
              <a:avLst/>
            </a:prstGeom>
            <a:noFill/>
          </p:spPr>
          <p:txBody>
            <a:bodyPr wrap="none" lIns="182854" tIns="146284" rIns="182854" bIns="146284" rtlCol="0">
              <a:spAutoFit/>
            </a:bodyPr>
            <a:lstStyle/>
            <a:p>
              <a:pPr defTabSz="1218217">
                <a:lnSpc>
                  <a:spcPct val="90000"/>
                </a:lnSpc>
              </a:pPr>
              <a:r>
                <a:rPr lang="en-US" sz="1176" dirty="0">
                  <a:gradFill>
                    <a:gsLst>
                      <a:gs pos="2917">
                        <a:srgbClr val="505050"/>
                      </a:gs>
                      <a:gs pos="30000">
                        <a:srgbClr val="505050"/>
                      </a:gs>
                    </a:gsLst>
                    <a:lin ang="5400000" scaled="0"/>
                  </a:gradFill>
                  <a:latin typeface="Segoe UI Light"/>
                </a:rPr>
                <a:t>DB 1</a:t>
              </a:r>
            </a:p>
          </p:txBody>
        </p:sp>
        <p:grpSp>
          <p:nvGrpSpPr>
            <p:cNvPr id="49" name="Group 48"/>
            <p:cNvGrpSpPr>
              <a:grpSpLocks noChangeAspect="1"/>
            </p:cNvGrpSpPr>
            <p:nvPr/>
          </p:nvGrpSpPr>
          <p:grpSpPr>
            <a:xfrm>
              <a:off x="8860544" y="2996118"/>
              <a:ext cx="378493" cy="499778"/>
              <a:chOff x="164553" y="1427425"/>
              <a:chExt cx="1020763" cy="1347861"/>
            </a:xfrm>
            <a:solidFill>
              <a:schemeClr val="accent5"/>
            </a:solidFill>
          </p:grpSpPr>
          <p:sp>
            <p:nvSpPr>
              <p:cNvPr id="50" name="Oval 122"/>
              <p:cNvSpPr>
                <a:spLocks noChangeArrowheads="1"/>
              </p:cNvSpPr>
              <p:nvPr/>
            </p:nvSpPr>
            <p:spPr bwMode="auto">
              <a:xfrm>
                <a:off x="182016" y="1427425"/>
                <a:ext cx="985838" cy="187325"/>
              </a:xfrm>
              <a:prstGeom prst="ellipse">
                <a:avLst/>
              </a:prstGeom>
              <a:solidFill>
                <a:schemeClr val="accent1"/>
              </a:solidFill>
              <a:ln w="9525">
                <a:solidFill>
                  <a:schemeClr val="bg1"/>
                </a:solidFill>
                <a:round/>
                <a:headEnd/>
                <a:tailEnd/>
              </a:ln>
              <a:extLst/>
            </p:spPr>
            <p:txBody>
              <a:bodyPr vert="horz" wrap="square" lIns="91427" tIns="45713" rIns="91427" bIns="45713" numCol="1" anchor="t" anchorCtr="0" compatLnSpc="1">
                <a:prstTxWarp prst="textNoShape">
                  <a:avLst/>
                </a:prstTxWarp>
              </a:bodyPr>
              <a:lstStyle/>
              <a:p>
                <a:pPr defTabSz="1218217"/>
                <a:endParaRPr lang="en-US" sz="1100" dirty="0">
                  <a:solidFill>
                    <a:srgbClr val="FFFFFF"/>
                  </a:solidFill>
                </a:endParaRPr>
              </a:p>
            </p:txBody>
          </p:sp>
          <p:sp>
            <p:nvSpPr>
              <p:cNvPr id="51" name="Freeform 123"/>
              <p:cNvSpPr>
                <a:spLocks noEditPoints="1"/>
              </p:cNvSpPr>
              <p:nvPr/>
            </p:nvSpPr>
            <p:spPr bwMode="auto">
              <a:xfrm>
                <a:off x="164553" y="1579898"/>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1"/>
              </a:solidFill>
              <a:ln w="9525">
                <a:solidFill>
                  <a:schemeClr val="bg1"/>
                </a:solidFill>
                <a:round/>
                <a:headEnd/>
                <a:tailEnd/>
              </a:ln>
              <a:extLst/>
            </p:spPr>
            <p:txBody>
              <a:bodyPr vert="horz" wrap="square" lIns="91427" tIns="45713" rIns="91427" bIns="45713" numCol="1" anchor="t" anchorCtr="0" compatLnSpc="1">
                <a:prstTxWarp prst="textNoShape">
                  <a:avLst/>
                </a:prstTxWarp>
              </a:bodyPr>
              <a:lstStyle/>
              <a:p>
                <a:pPr defTabSz="1218217"/>
                <a:endParaRPr lang="en-US" sz="1100" dirty="0">
                  <a:solidFill>
                    <a:srgbClr val="FFFFFF"/>
                  </a:solidFill>
                </a:endParaRPr>
              </a:p>
            </p:txBody>
          </p:sp>
        </p:grpSp>
      </p:grpSp>
      <p:grpSp>
        <p:nvGrpSpPr>
          <p:cNvPr id="6" name="Group 5"/>
          <p:cNvGrpSpPr/>
          <p:nvPr/>
        </p:nvGrpSpPr>
        <p:grpSpPr>
          <a:xfrm>
            <a:off x="10200706" y="5155677"/>
            <a:ext cx="1099749" cy="929774"/>
            <a:chOff x="10332897" y="2537551"/>
            <a:chExt cx="1121801" cy="948418"/>
          </a:xfrm>
        </p:grpSpPr>
        <p:sp>
          <p:nvSpPr>
            <p:cNvPr id="52" name="Rectangle 51"/>
            <p:cNvSpPr/>
            <p:nvPr/>
          </p:nvSpPr>
          <p:spPr bwMode="auto">
            <a:xfrm>
              <a:off x="10332897" y="2573724"/>
              <a:ext cx="1121801" cy="912245"/>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algn="ctr" defTabSz="932293" fontAlgn="base">
                <a:spcBef>
                  <a:spcPct val="0"/>
                </a:spcBef>
                <a:spcAft>
                  <a:spcPct val="0"/>
                </a:spcAft>
              </a:pPr>
              <a:endParaRPr lang="en-US" sz="2400" dirty="0" err="1">
                <a:ln>
                  <a:solidFill>
                    <a:srgbClr val="FFFFFF">
                      <a:alpha val="0"/>
                    </a:srgbClr>
                  </a:solidFill>
                </a:ln>
                <a:solidFill>
                  <a:srgbClr val="FFFFFF"/>
                </a:solidFill>
                <a:ea typeface="Segoe UI" pitchFamily="34" charset="0"/>
                <a:cs typeface="Segoe UI" pitchFamily="34" charset="0"/>
              </a:endParaRPr>
            </a:p>
          </p:txBody>
        </p:sp>
        <p:sp>
          <p:nvSpPr>
            <p:cNvPr id="53" name="TextBox 52"/>
            <p:cNvSpPr txBox="1"/>
            <p:nvPr/>
          </p:nvSpPr>
          <p:spPr>
            <a:xfrm>
              <a:off x="10420586" y="2537551"/>
              <a:ext cx="684462" cy="467548"/>
            </a:xfrm>
            <a:prstGeom prst="rect">
              <a:avLst/>
            </a:prstGeom>
            <a:noFill/>
          </p:spPr>
          <p:txBody>
            <a:bodyPr wrap="none" lIns="182854" tIns="146284" rIns="182854" bIns="146284" rtlCol="0">
              <a:spAutoFit/>
            </a:bodyPr>
            <a:lstStyle/>
            <a:p>
              <a:pPr defTabSz="1218217">
                <a:lnSpc>
                  <a:spcPct val="90000"/>
                </a:lnSpc>
              </a:pPr>
              <a:r>
                <a:rPr lang="en-US" sz="1176" dirty="0">
                  <a:gradFill>
                    <a:gsLst>
                      <a:gs pos="2917">
                        <a:srgbClr val="505050"/>
                      </a:gs>
                      <a:gs pos="30000">
                        <a:srgbClr val="505050"/>
                      </a:gs>
                    </a:gsLst>
                    <a:lin ang="5400000" scaled="0"/>
                  </a:gradFill>
                  <a:latin typeface="Segoe UI Light"/>
                </a:rPr>
                <a:t>DB 3</a:t>
              </a:r>
            </a:p>
          </p:txBody>
        </p:sp>
        <p:grpSp>
          <p:nvGrpSpPr>
            <p:cNvPr id="54" name="Group 53"/>
            <p:cNvGrpSpPr>
              <a:grpSpLocks noChangeAspect="1"/>
            </p:cNvGrpSpPr>
            <p:nvPr/>
          </p:nvGrpSpPr>
          <p:grpSpPr>
            <a:xfrm>
              <a:off x="10733569" y="2894589"/>
              <a:ext cx="378493" cy="491510"/>
              <a:chOff x="377825" y="1444898"/>
              <a:chExt cx="1020763" cy="1325563"/>
            </a:xfrm>
            <a:solidFill>
              <a:schemeClr val="accent1"/>
            </a:solidFill>
          </p:grpSpPr>
          <p:sp>
            <p:nvSpPr>
              <p:cNvPr id="55" name="Oval 122"/>
              <p:cNvSpPr>
                <a:spLocks noChangeArrowheads="1"/>
              </p:cNvSpPr>
              <p:nvPr/>
            </p:nvSpPr>
            <p:spPr bwMode="auto">
              <a:xfrm>
                <a:off x="395288" y="1444898"/>
                <a:ext cx="985838" cy="187325"/>
              </a:xfrm>
              <a:prstGeom prst="ellipse">
                <a:avLst/>
              </a:prstGeom>
              <a:solidFill>
                <a:schemeClr val="accent5"/>
              </a:solidFill>
              <a:ln w="9525">
                <a:solidFill>
                  <a:schemeClr val="bg1"/>
                </a:solidFill>
                <a:round/>
                <a:headEnd/>
                <a:tailEnd/>
              </a:ln>
              <a:extLst/>
            </p:spPr>
            <p:txBody>
              <a:bodyPr vert="horz" wrap="square" lIns="91427" tIns="45713" rIns="91427" bIns="45713" numCol="1" anchor="t" anchorCtr="0" compatLnSpc="1">
                <a:prstTxWarp prst="textNoShape">
                  <a:avLst/>
                </a:prstTxWarp>
              </a:bodyPr>
              <a:lstStyle/>
              <a:p>
                <a:pPr defTabSz="1218217"/>
                <a:endParaRPr lang="en-US" sz="1100" dirty="0">
                  <a:solidFill>
                    <a:srgbClr val="FFFFFF"/>
                  </a:solidFill>
                </a:endParaRPr>
              </a:p>
            </p:txBody>
          </p:sp>
          <p:sp>
            <p:nvSpPr>
              <p:cNvPr id="56" name="Freeform 123"/>
              <p:cNvSpPr>
                <a:spLocks noEditPoints="1"/>
              </p:cNvSpPr>
              <p:nvPr/>
            </p:nvSpPr>
            <p:spPr bwMode="auto">
              <a:xfrm>
                <a:off x="377825" y="1575073"/>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5"/>
              </a:solidFill>
              <a:ln w="9525">
                <a:solidFill>
                  <a:schemeClr val="bg1"/>
                </a:solidFill>
                <a:round/>
                <a:headEnd/>
                <a:tailEnd/>
              </a:ln>
              <a:extLst/>
            </p:spPr>
            <p:txBody>
              <a:bodyPr vert="horz" wrap="square" lIns="91427" tIns="45713" rIns="91427" bIns="45713" numCol="1" anchor="t" anchorCtr="0" compatLnSpc="1">
                <a:prstTxWarp prst="textNoShape">
                  <a:avLst/>
                </a:prstTxWarp>
              </a:bodyPr>
              <a:lstStyle/>
              <a:p>
                <a:pPr defTabSz="1218217"/>
                <a:endParaRPr lang="en-US" sz="1100" dirty="0">
                  <a:solidFill>
                    <a:srgbClr val="FFFFFF"/>
                  </a:solidFill>
                </a:endParaRPr>
              </a:p>
            </p:txBody>
          </p:sp>
        </p:grpSp>
      </p:grpSp>
      <p:grpSp>
        <p:nvGrpSpPr>
          <p:cNvPr id="7" name="Group 6"/>
          <p:cNvGrpSpPr/>
          <p:nvPr/>
        </p:nvGrpSpPr>
        <p:grpSpPr>
          <a:xfrm>
            <a:off x="9016161" y="5155677"/>
            <a:ext cx="1099749" cy="928918"/>
            <a:chOff x="9221749" y="4875348"/>
            <a:chExt cx="1121801" cy="947545"/>
          </a:xfrm>
        </p:grpSpPr>
        <p:sp>
          <p:nvSpPr>
            <p:cNvPr id="61" name="Rectangle 60"/>
            <p:cNvSpPr/>
            <p:nvPr/>
          </p:nvSpPr>
          <p:spPr bwMode="auto">
            <a:xfrm>
              <a:off x="9221749" y="4911520"/>
              <a:ext cx="1121801" cy="911373"/>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27" tIns="45713" rIns="91427" bIns="45713" numCol="1" spcCol="0" rtlCol="0" fromWordArt="0" anchor="t" anchorCtr="0" forceAA="0" compatLnSpc="1">
              <a:prstTxWarp prst="textNoShape">
                <a:avLst/>
              </a:prstTxWarp>
              <a:noAutofit/>
            </a:bodyPr>
            <a:lstStyle/>
            <a:p>
              <a:pPr algn="ctr" defTabSz="932293" fontAlgn="base">
                <a:spcBef>
                  <a:spcPct val="0"/>
                </a:spcBef>
                <a:spcAft>
                  <a:spcPct val="0"/>
                </a:spcAft>
              </a:pPr>
              <a:endParaRPr lang="en-US" sz="2400" dirty="0" err="1">
                <a:ln>
                  <a:solidFill>
                    <a:srgbClr val="FFFFFF">
                      <a:alpha val="0"/>
                    </a:srgbClr>
                  </a:solidFill>
                </a:ln>
                <a:solidFill>
                  <a:srgbClr val="FFFFFF"/>
                </a:solidFill>
                <a:ea typeface="Segoe UI" pitchFamily="34" charset="0"/>
                <a:cs typeface="Segoe UI" pitchFamily="34" charset="0"/>
              </a:endParaRPr>
            </a:p>
          </p:txBody>
        </p:sp>
        <p:sp>
          <p:nvSpPr>
            <p:cNvPr id="62" name="TextBox 61"/>
            <p:cNvSpPr txBox="1"/>
            <p:nvPr/>
          </p:nvSpPr>
          <p:spPr>
            <a:xfrm>
              <a:off x="9255544" y="4875348"/>
              <a:ext cx="684462" cy="467548"/>
            </a:xfrm>
            <a:prstGeom prst="rect">
              <a:avLst/>
            </a:prstGeom>
            <a:noFill/>
          </p:spPr>
          <p:txBody>
            <a:bodyPr wrap="none" lIns="182854" tIns="146284" rIns="182854" bIns="146284" rtlCol="0">
              <a:spAutoFit/>
            </a:bodyPr>
            <a:lstStyle/>
            <a:p>
              <a:pPr defTabSz="1218217">
                <a:lnSpc>
                  <a:spcPct val="90000"/>
                </a:lnSpc>
              </a:pPr>
              <a:r>
                <a:rPr lang="en-US" sz="1176" dirty="0">
                  <a:gradFill>
                    <a:gsLst>
                      <a:gs pos="2917">
                        <a:srgbClr val="505050"/>
                      </a:gs>
                      <a:gs pos="30000">
                        <a:srgbClr val="505050"/>
                      </a:gs>
                    </a:gsLst>
                    <a:lin ang="5400000" scaled="0"/>
                  </a:gradFill>
                  <a:latin typeface="Segoe UI Light"/>
                </a:rPr>
                <a:t>DB 2</a:t>
              </a:r>
            </a:p>
          </p:txBody>
        </p:sp>
        <p:grpSp>
          <p:nvGrpSpPr>
            <p:cNvPr id="63" name="Group 62"/>
            <p:cNvGrpSpPr>
              <a:grpSpLocks noChangeAspect="1"/>
            </p:cNvGrpSpPr>
            <p:nvPr/>
          </p:nvGrpSpPr>
          <p:grpSpPr>
            <a:xfrm>
              <a:off x="9627562" y="5232386"/>
              <a:ext cx="378493" cy="491510"/>
              <a:chOff x="377825" y="1349147"/>
              <a:chExt cx="1020763" cy="1325563"/>
            </a:xfrm>
            <a:solidFill>
              <a:schemeClr val="tx1">
                <a:lumMod val="65000"/>
                <a:lumOff val="35000"/>
              </a:schemeClr>
            </a:solidFill>
          </p:grpSpPr>
          <p:sp>
            <p:nvSpPr>
              <p:cNvPr id="64" name="Oval 122"/>
              <p:cNvSpPr>
                <a:spLocks noChangeArrowheads="1"/>
              </p:cNvSpPr>
              <p:nvPr/>
            </p:nvSpPr>
            <p:spPr bwMode="auto">
              <a:xfrm>
                <a:off x="395288" y="1349147"/>
                <a:ext cx="985838" cy="187325"/>
              </a:xfrm>
              <a:prstGeom prst="ellipse">
                <a:avLst/>
              </a:prstGeom>
              <a:grpFill/>
              <a:ln w="9525">
                <a:solidFill>
                  <a:schemeClr val="bg1"/>
                </a:solidFill>
                <a:round/>
                <a:headEnd/>
                <a:tailEnd/>
              </a:ln>
              <a:extLst/>
            </p:spPr>
            <p:txBody>
              <a:bodyPr vert="horz" wrap="square" lIns="91427" tIns="45713" rIns="91427" bIns="45713" numCol="1" anchor="t" anchorCtr="0" compatLnSpc="1">
                <a:prstTxWarp prst="textNoShape">
                  <a:avLst/>
                </a:prstTxWarp>
              </a:bodyPr>
              <a:lstStyle/>
              <a:p>
                <a:pPr defTabSz="1218217"/>
                <a:endParaRPr lang="en-US" sz="1100" dirty="0">
                  <a:solidFill>
                    <a:srgbClr val="FFFFFF"/>
                  </a:solidFill>
                </a:endParaRPr>
              </a:p>
            </p:txBody>
          </p:sp>
          <p:sp>
            <p:nvSpPr>
              <p:cNvPr id="65" name="Freeform 123"/>
              <p:cNvSpPr>
                <a:spLocks noEditPoints="1"/>
              </p:cNvSpPr>
              <p:nvPr/>
            </p:nvSpPr>
            <p:spPr bwMode="auto">
              <a:xfrm>
                <a:off x="377825" y="1479322"/>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27" tIns="45713" rIns="91427" bIns="45713" numCol="1" anchor="t" anchorCtr="0" compatLnSpc="1">
                <a:prstTxWarp prst="textNoShape">
                  <a:avLst/>
                </a:prstTxWarp>
              </a:bodyPr>
              <a:lstStyle/>
              <a:p>
                <a:pPr defTabSz="1218217"/>
                <a:endParaRPr lang="en-US" sz="1100" dirty="0">
                  <a:solidFill>
                    <a:srgbClr val="FFFFFF"/>
                  </a:solidFill>
                </a:endParaRPr>
              </a:p>
            </p:txBody>
          </p:sp>
        </p:grpSp>
      </p:grpSp>
      <p:cxnSp>
        <p:nvCxnSpPr>
          <p:cNvPr id="9" name="Straight Connector 8"/>
          <p:cNvCxnSpPr/>
          <p:nvPr/>
        </p:nvCxnSpPr>
        <p:spPr>
          <a:xfrm flipH="1">
            <a:off x="6203465" y="4026617"/>
            <a:ext cx="5743231" cy="0"/>
          </a:xfrm>
          <a:prstGeom prst="line">
            <a:avLst/>
          </a:prstGeom>
          <a:ln w="19050">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cxnSp>
      <p:sp>
        <p:nvSpPr>
          <p:cNvPr id="57" name="TextBox 56"/>
          <p:cNvSpPr txBox="1"/>
          <p:nvPr/>
        </p:nvSpPr>
        <p:spPr>
          <a:xfrm>
            <a:off x="6363277" y="2471507"/>
            <a:ext cx="1376169" cy="816491"/>
          </a:xfrm>
          <a:prstGeom prst="rect">
            <a:avLst/>
          </a:prstGeom>
          <a:noFill/>
        </p:spPr>
        <p:txBody>
          <a:bodyPr wrap="square" lIns="0" tIns="45713" rIns="0" bIns="45713" rtlCol="0" anchor="ctr" anchorCtr="0">
            <a:spAutoFit/>
          </a:bodyPr>
          <a:lstStyle/>
          <a:p>
            <a:pPr defTabSz="1097025"/>
            <a:r>
              <a:rPr lang="en-US" sz="2353" dirty="0">
                <a:ln>
                  <a:solidFill>
                    <a:srgbClr val="FFFFFF">
                      <a:alpha val="0"/>
                    </a:srgbClr>
                  </a:solidFill>
                </a:ln>
                <a:solidFill>
                  <a:srgbClr val="0072C6"/>
                </a:solidFill>
              </a:rPr>
              <a:t>Shared Resources</a:t>
            </a:r>
          </a:p>
        </p:txBody>
      </p:sp>
      <p:sp>
        <p:nvSpPr>
          <p:cNvPr id="58" name="TextBox 57"/>
          <p:cNvSpPr txBox="1"/>
          <p:nvPr/>
        </p:nvSpPr>
        <p:spPr>
          <a:xfrm>
            <a:off x="7736649" y="2272680"/>
            <a:ext cx="1768347" cy="1178578"/>
          </a:xfrm>
          <a:prstGeom prst="rect">
            <a:avLst/>
          </a:prstGeom>
          <a:noFill/>
        </p:spPr>
        <p:txBody>
          <a:bodyPr wrap="square" lIns="0" tIns="45713" rIns="0" bIns="45713" rtlCol="0" anchor="ctr" anchorCtr="0">
            <a:spAutoFit/>
          </a:bodyPr>
          <a:lstStyle/>
          <a:p>
            <a:pPr defTabSz="1097025"/>
            <a:r>
              <a:rPr lang="en-US" sz="2353" dirty="0">
                <a:ln>
                  <a:solidFill>
                    <a:srgbClr val="FFFFFF">
                      <a:alpha val="0"/>
                    </a:srgbClr>
                  </a:solidFill>
                </a:ln>
                <a:solidFill>
                  <a:srgbClr val="505050">
                    <a:lumMod val="50000"/>
                    <a:lumOff val="50000"/>
                  </a:srgbClr>
                </a:solidFill>
              </a:rPr>
              <a:t>Web &amp; Business Editions</a:t>
            </a:r>
          </a:p>
        </p:txBody>
      </p:sp>
      <p:sp>
        <p:nvSpPr>
          <p:cNvPr id="59" name="TextBox 58"/>
          <p:cNvSpPr txBox="1"/>
          <p:nvPr/>
        </p:nvSpPr>
        <p:spPr>
          <a:xfrm>
            <a:off x="6363277" y="4170873"/>
            <a:ext cx="1376169" cy="816491"/>
          </a:xfrm>
          <a:prstGeom prst="rect">
            <a:avLst/>
          </a:prstGeom>
          <a:noFill/>
        </p:spPr>
        <p:txBody>
          <a:bodyPr wrap="square" lIns="0" tIns="45713" rIns="0" bIns="45713" rtlCol="0" anchor="ctr" anchorCtr="0">
            <a:spAutoFit/>
          </a:bodyPr>
          <a:lstStyle/>
          <a:p>
            <a:pPr defTabSz="1097025"/>
            <a:r>
              <a:rPr lang="en-US" sz="2353" dirty="0">
                <a:ln>
                  <a:solidFill>
                    <a:srgbClr val="FFFFFF">
                      <a:alpha val="0"/>
                    </a:srgbClr>
                  </a:solidFill>
                </a:ln>
                <a:solidFill>
                  <a:srgbClr val="0072C6"/>
                </a:solidFill>
              </a:rPr>
              <a:t>Reserved Resources</a:t>
            </a:r>
          </a:p>
        </p:txBody>
      </p:sp>
      <p:sp>
        <p:nvSpPr>
          <p:cNvPr id="60" name="TextBox 59"/>
          <p:cNvSpPr txBox="1"/>
          <p:nvPr/>
        </p:nvSpPr>
        <p:spPr>
          <a:xfrm>
            <a:off x="7789701" y="4157078"/>
            <a:ext cx="1624296" cy="816491"/>
          </a:xfrm>
          <a:prstGeom prst="rect">
            <a:avLst/>
          </a:prstGeom>
          <a:noFill/>
        </p:spPr>
        <p:txBody>
          <a:bodyPr wrap="square" lIns="0" tIns="45713" rIns="0" bIns="45713" rtlCol="0" anchor="ctr" anchorCtr="0">
            <a:spAutoFit/>
          </a:bodyPr>
          <a:lstStyle/>
          <a:p>
            <a:pPr defTabSz="1097025"/>
            <a:r>
              <a:rPr lang="en-US" sz="2353" dirty="0">
                <a:ln>
                  <a:solidFill>
                    <a:srgbClr val="FFFFFF">
                      <a:alpha val="0"/>
                    </a:srgbClr>
                  </a:solidFill>
                </a:ln>
                <a:solidFill>
                  <a:srgbClr val="505050">
                    <a:lumMod val="50000"/>
                    <a:lumOff val="50000"/>
                  </a:srgbClr>
                </a:solidFill>
              </a:rPr>
              <a:t>Premium Edition</a:t>
            </a:r>
          </a:p>
        </p:txBody>
      </p:sp>
      <p:sp>
        <p:nvSpPr>
          <p:cNvPr id="8" name="Slide Number Placeholder 7"/>
          <p:cNvSpPr>
            <a:spLocks noGrp="1"/>
          </p:cNvSpPr>
          <p:nvPr>
            <p:ph type="sldNum" sz="quarter" idx="4294967295"/>
          </p:nvPr>
        </p:nvSpPr>
        <p:spPr>
          <a:xfrm>
            <a:off x="11367166" y="6558796"/>
            <a:ext cx="555596" cy="134483"/>
          </a:xfrm>
          <a:prstGeom prst="rect">
            <a:avLst/>
          </a:prstGeom>
        </p:spPr>
        <p:txBody>
          <a:bodyPr/>
          <a:lstStyle/>
          <a:p>
            <a:fld id="{27258FFF-F925-446B-8502-81C933981705}" type="slidenum">
              <a:rPr>
                <a:gradFill>
                  <a:gsLst>
                    <a:gs pos="2239">
                      <a:srgbClr val="505050"/>
                    </a:gs>
                    <a:gs pos="11940">
                      <a:srgbClr val="505050"/>
                    </a:gs>
                  </a:gsLst>
                  <a:lin ang="5400000" scaled="0"/>
                </a:gradFill>
              </a:rPr>
              <a:pPr/>
              <a:t>6</a:t>
            </a:fld>
            <a:endParaRPr>
              <a:gradFill>
                <a:gsLst>
                  <a:gs pos="2239">
                    <a:srgbClr val="505050"/>
                  </a:gs>
                  <a:gs pos="11940">
                    <a:srgbClr val="505050"/>
                  </a:gs>
                </a:gsLst>
                <a:lin ang="5400000" scaled="0"/>
              </a:gradFill>
            </a:endParaRPr>
          </a:p>
        </p:txBody>
      </p:sp>
    </p:spTree>
    <p:extLst>
      <p:ext uri="{BB962C8B-B14F-4D97-AF65-F5344CB8AC3E}">
        <p14:creationId xmlns:p14="http://schemas.microsoft.com/office/powerpoint/2010/main" val="385600847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3" name="Rectangle 112"/>
          <p:cNvSpPr/>
          <p:nvPr/>
        </p:nvSpPr>
        <p:spPr bwMode="auto">
          <a:xfrm>
            <a:off x="7922121" y="1433915"/>
            <a:ext cx="1178542" cy="1525744"/>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rgbClr val="FFFFFF">
                    <a:alpha val="0"/>
                  </a:srgbClr>
                </a:solidFill>
              </a:ln>
              <a:solidFill>
                <a:srgbClr val="FFFFFF"/>
              </a:solidFill>
              <a:ea typeface="Segoe UI" pitchFamily="34" charset="0"/>
              <a:cs typeface="Segoe UI" pitchFamily="34" charset="0"/>
            </a:endParaRPr>
          </a:p>
        </p:txBody>
      </p:sp>
      <p:sp>
        <p:nvSpPr>
          <p:cNvPr id="2" name="Title 1"/>
          <p:cNvSpPr>
            <a:spLocks noGrp="1"/>
          </p:cNvSpPr>
          <p:nvPr>
            <p:ph type="title"/>
          </p:nvPr>
        </p:nvSpPr>
        <p:spPr/>
        <p:txBody>
          <a:bodyPr/>
          <a:lstStyle/>
          <a:p>
            <a:r>
              <a:rPr lang="en-US" smtClean="0"/>
              <a:t>SQL Database Reserved Capacity </a:t>
            </a:r>
            <a:endParaRPr lang="en-US" dirty="0"/>
          </a:p>
        </p:txBody>
      </p:sp>
      <p:sp>
        <p:nvSpPr>
          <p:cNvPr id="3" name="Slide Number Placeholder 2"/>
          <p:cNvSpPr>
            <a:spLocks noGrp="1"/>
          </p:cNvSpPr>
          <p:nvPr>
            <p:ph type="sldNum" sz="quarter" idx="4294967295"/>
          </p:nvPr>
        </p:nvSpPr>
        <p:spPr>
          <a:xfrm>
            <a:off x="11367166" y="6558796"/>
            <a:ext cx="555596" cy="134483"/>
          </a:xfrm>
          <a:prstGeom prst="rect">
            <a:avLst/>
          </a:prstGeom>
        </p:spPr>
        <p:txBody>
          <a:bodyPr/>
          <a:lstStyle/>
          <a:p>
            <a:fld id="{EDBAFD04-E5E7-459F-B325-3B7A30332015}" type="slidenum">
              <a:rPr>
                <a:gradFill>
                  <a:gsLst>
                    <a:gs pos="2239">
                      <a:srgbClr val="505050"/>
                    </a:gs>
                    <a:gs pos="11940">
                      <a:srgbClr val="505050"/>
                    </a:gs>
                  </a:gsLst>
                  <a:lin ang="5400000" scaled="0"/>
                </a:gradFill>
              </a:rPr>
              <a:pPr/>
              <a:t>7</a:t>
            </a:fld>
            <a:endParaRPr dirty="0">
              <a:gradFill>
                <a:gsLst>
                  <a:gs pos="2239">
                    <a:srgbClr val="505050"/>
                  </a:gs>
                  <a:gs pos="11940">
                    <a:srgbClr val="505050"/>
                  </a:gs>
                </a:gsLst>
                <a:lin ang="5400000" scaled="0"/>
              </a:gradFill>
            </a:endParaRPr>
          </a:p>
        </p:txBody>
      </p:sp>
      <p:sp>
        <p:nvSpPr>
          <p:cNvPr id="74" name="Rectangle 73"/>
          <p:cNvSpPr/>
          <p:nvPr/>
        </p:nvSpPr>
        <p:spPr bwMode="auto">
          <a:xfrm>
            <a:off x="742122" y="1286003"/>
            <a:ext cx="11066913" cy="1810562"/>
          </a:xfrm>
          <a:prstGeom prst="rect">
            <a:avLst/>
          </a:prstGeom>
          <a:no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600"/>
              </a:spcBef>
              <a:spcAft>
                <a:spcPct val="0"/>
              </a:spcAft>
            </a:pPr>
            <a:endParaRPr lang="en-IN" dirty="0">
              <a:ln>
                <a:solidFill>
                  <a:srgbClr val="FFFFFF">
                    <a:alpha val="0"/>
                  </a:srgbClr>
                </a:solidFill>
              </a:ln>
              <a:solidFill>
                <a:srgbClr val="505050"/>
              </a:solidFill>
              <a:ea typeface="Segoe UI" pitchFamily="34" charset="0"/>
              <a:cs typeface="Segoe UI" pitchFamily="34" charset="0"/>
            </a:endParaRPr>
          </a:p>
        </p:txBody>
      </p:sp>
      <p:grpSp>
        <p:nvGrpSpPr>
          <p:cNvPr id="77" name="Group 76"/>
          <p:cNvGrpSpPr>
            <a:grpSpLocks noChangeAspect="1"/>
          </p:cNvGrpSpPr>
          <p:nvPr/>
        </p:nvGrpSpPr>
        <p:grpSpPr>
          <a:xfrm>
            <a:off x="8039188" y="1878557"/>
            <a:ext cx="371105" cy="481916"/>
            <a:chOff x="377825" y="1184276"/>
            <a:chExt cx="1020763" cy="1325563"/>
          </a:xfrm>
          <a:solidFill>
            <a:schemeClr val="accent6"/>
          </a:solidFill>
        </p:grpSpPr>
        <p:sp>
          <p:nvSpPr>
            <p:cNvPr id="78" name="Oval 122"/>
            <p:cNvSpPr>
              <a:spLocks noChangeArrowheads="1"/>
            </p:cNvSpPr>
            <p:nvPr/>
          </p:nvSpPr>
          <p:spPr bwMode="auto">
            <a:xfrm>
              <a:off x="395288" y="1184276"/>
              <a:ext cx="985838" cy="187325"/>
            </a:xfrm>
            <a:prstGeom prst="ellipse">
              <a:avLst/>
            </a:prstGeom>
            <a:solidFill>
              <a:schemeClr val="accent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79"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grpSp>
        <p:nvGrpSpPr>
          <p:cNvPr id="80" name="Group 79"/>
          <p:cNvGrpSpPr>
            <a:grpSpLocks noChangeAspect="1"/>
          </p:cNvGrpSpPr>
          <p:nvPr/>
        </p:nvGrpSpPr>
        <p:grpSpPr>
          <a:xfrm>
            <a:off x="8641771" y="2057460"/>
            <a:ext cx="371105" cy="481916"/>
            <a:chOff x="377825" y="1184276"/>
            <a:chExt cx="1020763" cy="1325563"/>
          </a:xfrm>
          <a:solidFill>
            <a:schemeClr val="tx1"/>
          </a:solidFill>
        </p:grpSpPr>
        <p:sp>
          <p:nvSpPr>
            <p:cNvPr id="81"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82"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grpSp>
        <p:nvGrpSpPr>
          <p:cNvPr id="83" name="Group 82"/>
          <p:cNvGrpSpPr>
            <a:grpSpLocks noChangeAspect="1"/>
          </p:cNvGrpSpPr>
          <p:nvPr/>
        </p:nvGrpSpPr>
        <p:grpSpPr>
          <a:xfrm>
            <a:off x="8283040" y="2307148"/>
            <a:ext cx="371105" cy="481916"/>
            <a:chOff x="377825" y="1184276"/>
            <a:chExt cx="1020763" cy="1325563"/>
          </a:xfrm>
          <a:solidFill>
            <a:schemeClr val="accent1"/>
          </a:solidFill>
        </p:grpSpPr>
        <p:sp>
          <p:nvSpPr>
            <p:cNvPr id="84"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85"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sp>
        <p:nvSpPr>
          <p:cNvPr id="117" name="Rectangle 116"/>
          <p:cNvSpPr/>
          <p:nvPr/>
        </p:nvSpPr>
        <p:spPr bwMode="auto">
          <a:xfrm>
            <a:off x="9211057" y="1433915"/>
            <a:ext cx="1195037" cy="1525744"/>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rgbClr val="FFFFFF">
                    <a:alpha val="0"/>
                  </a:srgbClr>
                </a:solidFill>
              </a:ln>
              <a:solidFill>
                <a:srgbClr val="FFFFFF"/>
              </a:solidFill>
              <a:ea typeface="Segoe UI" pitchFamily="34" charset="0"/>
              <a:cs typeface="Segoe UI" pitchFamily="34" charset="0"/>
            </a:endParaRPr>
          </a:p>
        </p:txBody>
      </p:sp>
      <p:grpSp>
        <p:nvGrpSpPr>
          <p:cNvPr id="118" name="Group 117"/>
          <p:cNvGrpSpPr>
            <a:grpSpLocks noChangeAspect="1"/>
          </p:cNvGrpSpPr>
          <p:nvPr/>
        </p:nvGrpSpPr>
        <p:grpSpPr>
          <a:xfrm>
            <a:off x="9305250" y="1854125"/>
            <a:ext cx="371105" cy="481916"/>
            <a:chOff x="377825" y="1184276"/>
            <a:chExt cx="1020763" cy="1325563"/>
          </a:xfrm>
          <a:solidFill>
            <a:schemeClr val="accent6"/>
          </a:solidFill>
        </p:grpSpPr>
        <p:sp>
          <p:nvSpPr>
            <p:cNvPr id="119" name="Oval 122"/>
            <p:cNvSpPr>
              <a:spLocks noChangeArrowheads="1"/>
            </p:cNvSpPr>
            <p:nvPr/>
          </p:nvSpPr>
          <p:spPr bwMode="auto">
            <a:xfrm>
              <a:off x="395288" y="1184276"/>
              <a:ext cx="985838" cy="187325"/>
            </a:xfrm>
            <a:prstGeom prst="ellipse">
              <a:avLst/>
            </a:prstGeom>
            <a:solidFill>
              <a:schemeClr val="accent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120"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grpSp>
        <p:nvGrpSpPr>
          <p:cNvPr id="121" name="Group 120"/>
          <p:cNvGrpSpPr>
            <a:grpSpLocks noChangeAspect="1"/>
          </p:cNvGrpSpPr>
          <p:nvPr/>
        </p:nvGrpSpPr>
        <p:grpSpPr>
          <a:xfrm>
            <a:off x="9907833" y="2033028"/>
            <a:ext cx="371105" cy="481916"/>
            <a:chOff x="377825" y="1184276"/>
            <a:chExt cx="1020763" cy="1325563"/>
          </a:xfrm>
          <a:solidFill>
            <a:schemeClr val="tx1"/>
          </a:solidFill>
        </p:grpSpPr>
        <p:sp>
          <p:nvSpPr>
            <p:cNvPr id="122"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123"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grpSp>
        <p:nvGrpSpPr>
          <p:cNvPr id="124" name="Group 123"/>
          <p:cNvGrpSpPr>
            <a:grpSpLocks noChangeAspect="1"/>
          </p:cNvGrpSpPr>
          <p:nvPr/>
        </p:nvGrpSpPr>
        <p:grpSpPr>
          <a:xfrm>
            <a:off x="9549102" y="2282716"/>
            <a:ext cx="371105" cy="481916"/>
            <a:chOff x="377825" y="1184276"/>
            <a:chExt cx="1020763" cy="1325563"/>
          </a:xfrm>
          <a:solidFill>
            <a:schemeClr val="accent1"/>
          </a:solidFill>
        </p:grpSpPr>
        <p:sp>
          <p:nvSpPr>
            <p:cNvPr id="125"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126"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sp>
        <p:nvSpPr>
          <p:cNvPr id="133" name="Rectangle 132"/>
          <p:cNvSpPr/>
          <p:nvPr/>
        </p:nvSpPr>
        <p:spPr bwMode="auto">
          <a:xfrm>
            <a:off x="10478168" y="1433916"/>
            <a:ext cx="1181782" cy="1525744"/>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rgbClr val="FFFFFF">
                    <a:alpha val="0"/>
                  </a:srgbClr>
                </a:solidFill>
              </a:ln>
              <a:solidFill>
                <a:srgbClr val="FFFFFF"/>
              </a:solidFill>
              <a:ea typeface="Segoe UI" pitchFamily="34" charset="0"/>
              <a:cs typeface="Segoe UI" pitchFamily="34" charset="0"/>
            </a:endParaRPr>
          </a:p>
        </p:txBody>
      </p:sp>
      <p:grpSp>
        <p:nvGrpSpPr>
          <p:cNvPr id="134" name="Group 133"/>
          <p:cNvGrpSpPr>
            <a:grpSpLocks noChangeAspect="1"/>
          </p:cNvGrpSpPr>
          <p:nvPr/>
        </p:nvGrpSpPr>
        <p:grpSpPr>
          <a:xfrm>
            <a:off x="10542459" y="1866706"/>
            <a:ext cx="371105" cy="481916"/>
            <a:chOff x="377825" y="1184276"/>
            <a:chExt cx="1020763" cy="1325563"/>
          </a:xfrm>
          <a:solidFill>
            <a:schemeClr val="accent6"/>
          </a:solidFill>
        </p:grpSpPr>
        <p:sp>
          <p:nvSpPr>
            <p:cNvPr id="135" name="Oval 122"/>
            <p:cNvSpPr>
              <a:spLocks noChangeArrowheads="1"/>
            </p:cNvSpPr>
            <p:nvPr/>
          </p:nvSpPr>
          <p:spPr bwMode="auto">
            <a:xfrm>
              <a:off x="395288" y="1184276"/>
              <a:ext cx="985838" cy="187325"/>
            </a:xfrm>
            <a:prstGeom prst="ellipse">
              <a:avLst/>
            </a:prstGeom>
            <a:solidFill>
              <a:schemeClr val="accent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136"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grpSp>
        <p:nvGrpSpPr>
          <p:cNvPr id="137" name="Group 136"/>
          <p:cNvGrpSpPr>
            <a:grpSpLocks noChangeAspect="1"/>
          </p:cNvGrpSpPr>
          <p:nvPr/>
        </p:nvGrpSpPr>
        <p:grpSpPr>
          <a:xfrm>
            <a:off x="11145042" y="2045609"/>
            <a:ext cx="371105" cy="481916"/>
            <a:chOff x="377825" y="1184276"/>
            <a:chExt cx="1020763" cy="1325563"/>
          </a:xfrm>
          <a:solidFill>
            <a:schemeClr val="tx1"/>
          </a:solidFill>
        </p:grpSpPr>
        <p:sp>
          <p:nvSpPr>
            <p:cNvPr id="138"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139"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grpSp>
        <p:nvGrpSpPr>
          <p:cNvPr id="140" name="Group 139"/>
          <p:cNvGrpSpPr>
            <a:grpSpLocks noChangeAspect="1"/>
          </p:cNvGrpSpPr>
          <p:nvPr/>
        </p:nvGrpSpPr>
        <p:grpSpPr>
          <a:xfrm>
            <a:off x="10786311" y="2295297"/>
            <a:ext cx="371105" cy="481916"/>
            <a:chOff x="377825" y="1184276"/>
            <a:chExt cx="1020763" cy="1325563"/>
          </a:xfrm>
          <a:solidFill>
            <a:schemeClr val="accent1"/>
          </a:solidFill>
        </p:grpSpPr>
        <p:sp>
          <p:nvSpPr>
            <p:cNvPr id="141"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142"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sp>
        <p:nvSpPr>
          <p:cNvPr id="149" name="TextBox 148"/>
          <p:cNvSpPr txBox="1"/>
          <p:nvPr/>
        </p:nvSpPr>
        <p:spPr>
          <a:xfrm>
            <a:off x="7803961" y="1382462"/>
            <a:ext cx="1191435" cy="517065"/>
          </a:xfrm>
          <a:prstGeom prst="rect">
            <a:avLst/>
          </a:prstGeom>
          <a:noFill/>
        </p:spPr>
        <p:txBody>
          <a:bodyPr wrap="square" lIns="182880" tIns="146304" rIns="182880" bIns="146304" rtlCol="0">
            <a:spAutoFit/>
          </a:bodyPr>
          <a:lstStyle/>
          <a:p>
            <a:pPr defTabSz="1218217">
              <a:lnSpc>
                <a:spcPct val="90000"/>
              </a:lnSpc>
            </a:pPr>
            <a:r>
              <a:rPr lang="en-US" sz="1600" dirty="0" smtClean="0">
                <a:gradFill>
                  <a:gsLst>
                    <a:gs pos="2917">
                      <a:srgbClr val="505050"/>
                    </a:gs>
                    <a:gs pos="30000">
                      <a:srgbClr val="505050"/>
                    </a:gs>
                  </a:gsLst>
                  <a:lin ang="5400000" scaled="0"/>
                </a:gradFill>
                <a:latin typeface="Segoe UI Light"/>
              </a:rPr>
              <a:t>Primary</a:t>
            </a:r>
          </a:p>
        </p:txBody>
      </p:sp>
      <p:sp>
        <p:nvSpPr>
          <p:cNvPr id="150" name="TextBox 149"/>
          <p:cNvSpPr txBox="1"/>
          <p:nvPr/>
        </p:nvSpPr>
        <p:spPr>
          <a:xfrm>
            <a:off x="9038832" y="1376072"/>
            <a:ext cx="1479954" cy="517065"/>
          </a:xfrm>
          <a:prstGeom prst="rect">
            <a:avLst/>
          </a:prstGeom>
          <a:noFill/>
        </p:spPr>
        <p:txBody>
          <a:bodyPr wrap="square" lIns="182880" tIns="146304" rIns="182880" bIns="146304" rtlCol="0">
            <a:spAutoFit/>
          </a:bodyPr>
          <a:lstStyle/>
          <a:p>
            <a:pPr algn="ctr" defTabSz="1218217">
              <a:lnSpc>
                <a:spcPct val="90000"/>
              </a:lnSpc>
            </a:pPr>
            <a:r>
              <a:rPr lang="en-US" sz="1600" dirty="0" smtClean="0">
                <a:gradFill>
                  <a:gsLst>
                    <a:gs pos="2917">
                      <a:srgbClr val="505050"/>
                    </a:gs>
                    <a:gs pos="30000">
                      <a:srgbClr val="505050"/>
                    </a:gs>
                  </a:gsLst>
                  <a:lin ang="5400000" scaled="0"/>
                </a:gradFill>
                <a:latin typeface="Segoe UI Light"/>
              </a:rPr>
              <a:t>Secondary</a:t>
            </a:r>
          </a:p>
        </p:txBody>
      </p:sp>
      <p:sp>
        <p:nvSpPr>
          <p:cNvPr id="152" name="TextBox 151"/>
          <p:cNvSpPr txBox="1"/>
          <p:nvPr/>
        </p:nvSpPr>
        <p:spPr>
          <a:xfrm>
            <a:off x="10329082" y="1382464"/>
            <a:ext cx="1479954" cy="517065"/>
          </a:xfrm>
          <a:prstGeom prst="rect">
            <a:avLst/>
          </a:prstGeom>
          <a:noFill/>
        </p:spPr>
        <p:txBody>
          <a:bodyPr wrap="square" lIns="182880" tIns="146304" rIns="182880" bIns="146304" rtlCol="0">
            <a:spAutoFit/>
          </a:bodyPr>
          <a:lstStyle/>
          <a:p>
            <a:pPr algn="ctr" defTabSz="1218217">
              <a:lnSpc>
                <a:spcPct val="90000"/>
              </a:lnSpc>
            </a:pPr>
            <a:r>
              <a:rPr lang="en-US" sz="1600" dirty="0" smtClean="0">
                <a:gradFill>
                  <a:gsLst>
                    <a:gs pos="2917">
                      <a:srgbClr val="505050"/>
                    </a:gs>
                    <a:gs pos="30000">
                      <a:srgbClr val="505050"/>
                    </a:gs>
                  </a:gsLst>
                  <a:lin ang="5400000" scaled="0"/>
                </a:gradFill>
                <a:latin typeface="Segoe UI Light"/>
              </a:rPr>
              <a:t>Secondary</a:t>
            </a:r>
          </a:p>
        </p:txBody>
      </p:sp>
      <p:sp>
        <p:nvSpPr>
          <p:cNvPr id="153" name="Rectangle 152"/>
          <p:cNvSpPr/>
          <p:nvPr/>
        </p:nvSpPr>
        <p:spPr bwMode="auto">
          <a:xfrm>
            <a:off x="7922120" y="3390509"/>
            <a:ext cx="1181782"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rgbClr val="FFFFFF">
                    <a:alpha val="0"/>
                  </a:srgbClr>
                </a:solidFill>
              </a:ln>
              <a:solidFill>
                <a:srgbClr val="FFFFFF"/>
              </a:solidFill>
              <a:ea typeface="Segoe UI" pitchFamily="34" charset="0"/>
              <a:cs typeface="Segoe UI" pitchFamily="34" charset="0"/>
            </a:endParaRPr>
          </a:p>
        </p:txBody>
      </p:sp>
      <p:sp>
        <p:nvSpPr>
          <p:cNvPr id="154" name="Rectangle 153"/>
          <p:cNvSpPr/>
          <p:nvPr/>
        </p:nvSpPr>
        <p:spPr bwMode="auto">
          <a:xfrm>
            <a:off x="742122" y="3247349"/>
            <a:ext cx="11066913" cy="3160138"/>
          </a:xfrm>
          <a:prstGeom prst="rect">
            <a:avLst/>
          </a:prstGeom>
          <a:no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600"/>
              </a:spcBef>
              <a:spcAft>
                <a:spcPct val="0"/>
              </a:spcAft>
            </a:pPr>
            <a:endParaRPr lang="en-IN" dirty="0">
              <a:ln>
                <a:solidFill>
                  <a:srgbClr val="FFFFFF">
                    <a:alpha val="0"/>
                  </a:srgbClr>
                </a:solidFill>
              </a:ln>
              <a:solidFill>
                <a:srgbClr val="505050"/>
              </a:solidFill>
              <a:ea typeface="Segoe UI" pitchFamily="34" charset="0"/>
              <a:cs typeface="Segoe UI" pitchFamily="34" charset="0"/>
            </a:endParaRPr>
          </a:p>
        </p:txBody>
      </p:sp>
      <p:sp>
        <p:nvSpPr>
          <p:cNvPr id="170" name="Rectangle 169"/>
          <p:cNvSpPr/>
          <p:nvPr/>
        </p:nvSpPr>
        <p:spPr bwMode="auto">
          <a:xfrm>
            <a:off x="9224312" y="3391547"/>
            <a:ext cx="1152916"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rgbClr val="FFFFFF">
                    <a:alpha val="0"/>
                  </a:srgbClr>
                </a:solidFill>
              </a:ln>
              <a:solidFill>
                <a:srgbClr val="FFFFFF"/>
              </a:solidFill>
              <a:ea typeface="Segoe UI" pitchFamily="34" charset="0"/>
              <a:cs typeface="Segoe UI" pitchFamily="34" charset="0"/>
            </a:endParaRPr>
          </a:p>
        </p:txBody>
      </p:sp>
      <p:sp>
        <p:nvSpPr>
          <p:cNvPr id="186" name="Rectangle 185"/>
          <p:cNvSpPr/>
          <p:nvPr/>
        </p:nvSpPr>
        <p:spPr bwMode="auto">
          <a:xfrm>
            <a:off x="10484795" y="3390510"/>
            <a:ext cx="1175154"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rgbClr val="FFFFFF">
                    <a:alpha val="0"/>
                  </a:srgbClr>
                </a:solidFill>
              </a:ln>
              <a:solidFill>
                <a:srgbClr val="FFFFFF"/>
              </a:solidFill>
              <a:ea typeface="Segoe UI" pitchFamily="34" charset="0"/>
              <a:cs typeface="Segoe UI" pitchFamily="34" charset="0"/>
            </a:endParaRPr>
          </a:p>
        </p:txBody>
      </p:sp>
      <p:sp>
        <p:nvSpPr>
          <p:cNvPr id="202" name="TextBox 201"/>
          <p:cNvSpPr txBox="1"/>
          <p:nvPr/>
        </p:nvSpPr>
        <p:spPr>
          <a:xfrm>
            <a:off x="7814094" y="3297630"/>
            <a:ext cx="1032655" cy="517065"/>
          </a:xfrm>
          <a:prstGeom prst="rect">
            <a:avLst/>
          </a:prstGeom>
          <a:noFill/>
        </p:spPr>
        <p:txBody>
          <a:bodyPr wrap="none" lIns="182880" tIns="146304" rIns="182880" bIns="146304" rtlCol="0">
            <a:spAutoFit/>
          </a:bodyPr>
          <a:lstStyle/>
          <a:p>
            <a:pPr defTabSz="1218217">
              <a:lnSpc>
                <a:spcPct val="90000"/>
              </a:lnSpc>
            </a:pPr>
            <a:r>
              <a:rPr lang="en-US" sz="1600" dirty="0" smtClean="0">
                <a:gradFill>
                  <a:gsLst>
                    <a:gs pos="2917">
                      <a:srgbClr val="505050"/>
                    </a:gs>
                    <a:gs pos="30000">
                      <a:srgbClr val="505050"/>
                    </a:gs>
                  </a:gsLst>
                  <a:lin ang="5400000" scaled="0"/>
                </a:gradFill>
                <a:latin typeface="Segoe UI Light"/>
              </a:rPr>
              <a:t>Primary</a:t>
            </a:r>
          </a:p>
        </p:txBody>
      </p:sp>
      <p:sp>
        <p:nvSpPr>
          <p:cNvPr id="203" name="TextBox 202"/>
          <p:cNvSpPr txBox="1"/>
          <p:nvPr/>
        </p:nvSpPr>
        <p:spPr>
          <a:xfrm>
            <a:off x="9124013" y="3292664"/>
            <a:ext cx="1282723" cy="517065"/>
          </a:xfrm>
          <a:prstGeom prst="rect">
            <a:avLst/>
          </a:prstGeom>
          <a:noFill/>
        </p:spPr>
        <p:txBody>
          <a:bodyPr wrap="none" lIns="182880" tIns="146304" rIns="182880" bIns="146304" rtlCol="0">
            <a:spAutoFit/>
          </a:bodyPr>
          <a:lstStyle/>
          <a:p>
            <a:pPr defTabSz="1218217">
              <a:lnSpc>
                <a:spcPct val="90000"/>
              </a:lnSpc>
            </a:pPr>
            <a:r>
              <a:rPr lang="en-US" sz="1600" dirty="0" smtClean="0">
                <a:gradFill>
                  <a:gsLst>
                    <a:gs pos="2917">
                      <a:srgbClr val="505050"/>
                    </a:gs>
                    <a:gs pos="30000">
                      <a:srgbClr val="505050"/>
                    </a:gs>
                  </a:gsLst>
                  <a:lin ang="5400000" scaled="0"/>
                </a:gradFill>
                <a:latin typeface="Segoe UI Light"/>
              </a:rPr>
              <a:t>Secondary</a:t>
            </a:r>
          </a:p>
        </p:txBody>
      </p:sp>
      <p:sp>
        <p:nvSpPr>
          <p:cNvPr id="204" name="TextBox 203"/>
          <p:cNvSpPr txBox="1"/>
          <p:nvPr/>
        </p:nvSpPr>
        <p:spPr>
          <a:xfrm>
            <a:off x="10402143" y="3313752"/>
            <a:ext cx="1282723" cy="517065"/>
          </a:xfrm>
          <a:prstGeom prst="rect">
            <a:avLst/>
          </a:prstGeom>
          <a:noFill/>
        </p:spPr>
        <p:txBody>
          <a:bodyPr wrap="none" lIns="182880" tIns="146304" rIns="182880" bIns="146304" rtlCol="0">
            <a:spAutoFit/>
          </a:bodyPr>
          <a:lstStyle/>
          <a:p>
            <a:pPr defTabSz="1218217">
              <a:lnSpc>
                <a:spcPct val="90000"/>
              </a:lnSpc>
            </a:pPr>
            <a:r>
              <a:rPr lang="en-US" sz="1600" dirty="0" smtClean="0">
                <a:gradFill>
                  <a:gsLst>
                    <a:gs pos="2917">
                      <a:srgbClr val="505050"/>
                    </a:gs>
                    <a:gs pos="30000">
                      <a:srgbClr val="505050"/>
                    </a:gs>
                  </a:gsLst>
                  <a:lin ang="5400000" scaled="0"/>
                </a:gradFill>
                <a:latin typeface="Segoe UI Light"/>
              </a:rPr>
              <a:t>Secondary</a:t>
            </a:r>
          </a:p>
        </p:txBody>
      </p:sp>
      <p:sp>
        <p:nvSpPr>
          <p:cNvPr id="220" name="Rectangle 219"/>
          <p:cNvSpPr/>
          <p:nvPr/>
        </p:nvSpPr>
        <p:spPr bwMode="auto">
          <a:xfrm>
            <a:off x="7928748" y="4404306"/>
            <a:ext cx="1181782"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rgbClr val="FFFFFF">
                    <a:alpha val="0"/>
                  </a:srgbClr>
                </a:solidFill>
              </a:ln>
              <a:solidFill>
                <a:srgbClr val="FFFFFF"/>
              </a:solidFill>
              <a:ea typeface="Segoe UI" pitchFamily="34" charset="0"/>
              <a:cs typeface="Segoe UI" pitchFamily="34" charset="0"/>
            </a:endParaRPr>
          </a:p>
        </p:txBody>
      </p:sp>
      <p:sp>
        <p:nvSpPr>
          <p:cNvPr id="224" name="Rectangle 223"/>
          <p:cNvSpPr/>
          <p:nvPr/>
        </p:nvSpPr>
        <p:spPr bwMode="auto">
          <a:xfrm>
            <a:off x="9217685" y="4405344"/>
            <a:ext cx="1159542"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rgbClr val="FFFFFF">
                    <a:alpha val="0"/>
                  </a:srgbClr>
                </a:solidFill>
              </a:ln>
              <a:solidFill>
                <a:srgbClr val="FFFFFF"/>
              </a:solidFill>
              <a:ea typeface="Segoe UI" pitchFamily="34" charset="0"/>
              <a:cs typeface="Segoe UI" pitchFamily="34" charset="0"/>
            </a:endParaRPr>
          </a:p>
        </p:txBody>
      </p:sp>
      <p:sp>
        <p:nvSpPr>
          <p:cNvPr id="228" name="Rectangle 227"/>
          <p:cNvSpPr/>
          <p:nvPr/>
        </p:nvSpPr>
        <p:spPr bwMode="auto">
          <a:xfrm>
            <a:off x="10484795" y="4404307"/>
            <a:ext cx="1181782"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rgbClr val="FFFFFF">
                    <a:alpha val="0"/>
                  </a:srgbClr>
                </a:solidFill>
              </a:ln>
              <a:solidFill>
                <a:srgbClr val="FFFFFF"/>
              </a:solidFill>
              <a:ea typeface="Segoe UI" pitchFamily="34" charset="0"/>
              <a:cs typeface="Segoe UI" pitchFamily="34" charset="0"/>
            </a:endParaRPr>
          </a:p>
        </p:txBody>
      </p:sp>
      <p:sp>
        <p:nvSpPr>
          <p:cNvPr id="232" name="TextBox 231"/>
          <p:cNvSpPr txBox="1"/>
          <p:nvPr/>
        </p:nvSpPr>
        <p:spPr>
          <a:xfrm>
            <a:off x="7820722" y="4311427"/>
            <a:ext cx="1032655" cy="517065"/>
          </a:xfrm>
          <a:prstGeom prst="rect">
            <a:avLst/>
          </a:prstGeom>
          <a:noFill/>
        </p:spPr>
        <p:txBody>
          <a:bodyPr wrap="none" lIns="182880" tIns="146304" rIns="182880" bIns="146304" rtlCol="0">
            <a:spAutoFit/>
          </a:bodyPr>
          <a:lstStyle/>
          <a:p>
            <a:pPr defTabSz="1218217">
              <a:lnSpc>
                <a:spcPct val="90000"/>
              </a:lnSpc>
            </a:pPr>
            <a:r>
              <a:rPr lang="en-US" sz="1600" dirty="0" smtClean="0">
                <a:gradFill>
                  <a:gsLst>
                    <a:gs pos="2917">
                      <a:srgbClr val="505050"/>
                    </a:gs>
                    <a:gs pos="30000">
                      <a:srgbClr val="505050"/>
                    </a:gs>
                  </a:gsLst>
                  <a:lin ang="5400000" scaled="0"/>
                </a:gradFill>
                <a:latin typeface="Segoe UI Light"/>
              </a:rPr>
              <a:t>Primary</a:t>
            </a:r>
          </a:p>
        </p:txBody>
      </p:sp>
      <p:sp>
        <p:nvSpPr>
          <p:cNvPr id="233" name="TextBox 232"/>
          <p:cNvSpPr txBox="1"/>
          <p:nvPr/>
        </p:nvSpPr>
        <p:spPr>
          <a:xfrm>
            <a:off x="9130641" y="4306461"/>
            <a:ext cx="1282723" cy="517065"/>
          </a:xfrm>
          <a:prstGeom prst="rect">
            <a:avLst/>
          </a:prstGeom>
          <a:noFill/>
        </p:spPr>
        <p:txBody>
          <a:bodyPr wrap="none" lIns="182880" tIns="146304" rIns="182880" bIns="146304" rtlCol="0">
            <a:spAutoFit/>
          </a:bodyPr>
          <a:lstStyle/>
          <a:p>
            <a:pPr defTabSz="1218217">
              <a:lnSpc>
                <a:spcPct val="90000"/>
              </a:lnSpc>
            </a:pPr>
            <a:r>
              <a:rPr lang="en-US" sz="1600" dirty="0" smtClean="0">
                <a:gradFill>
                  <a:gsLst>
                    <a:gs pos="2917">
                      <a:srgbClr val="505050"/>
                    </a:gs>
                    <a:gs pos="30000">
                      <a:srgbClr val="505050"/>
                    </a:gs>
                  </a:gsLst>
                  <a:lin ang="5400000" scaled="0"/>
                </a:gradFill>
                <a:latin typeface="Segoe UI Light"/>
              </a:rPr>
              <a:t>Secondary</a:t>
            </a:r>
          </a:p>
        </p:txBody>
      </p:sp>
      <p:sp>
        <p:nvSpPr>
          <p:cNvPr id="234" name="TextBox 233"/>
          <p:cNvSpPr txBox="1"/>
          <p:nvPr/>
        </p:nvSpPr>
        <p:spPr>
          <a:xfrm>
            <a:off x="10408771" y="4327549"/>
            <a:ext cx="1282723" cy="517065"/>
          </a:xfrm>
          <a:prstGeom prst="rect">
            <a:avLst/>
          </a:prstGeom>
          <a:noFill/>
        </p:spPr>
        <p:txBody>
          <a:bodyPr wrap="none" lIns="182880" tIns="146304" rIns="182880" bIns="146304" rtlCol="0">
            <a:spAutoFit/>
          </a:bodyPr>
          <a:lstStyle/>
          <a:p>
            <a:pPr defTabSz="1218217">
              <a:lnSpc>
                <a:spcPct val="90000"/>
              </a:lnSpc>
            </a:pPr>
            <a:r>
              <a:rPr lang="en-US" sz="1600" dirty="0" smtClean="0">
                <a:gradFill>
                  <a:gsLst>
                    <a:gs pos="2917">
                      <a:srgbClr val="505050"/>
                    </a:gs>
                    <a:gs pos="30000">
                      <a:srgbClr val="505050"/>
                    </a:gs>
                  </a:gsLst>
                  <a:lin ang="5400000" scaled="0"/>
                </a:gradFill>
                <a:latin typeface="Segoe UI Light"/>
              </a:rPr>
              <a:t>Secondary</a:t>
            </a:r>
          </a:p>
        </p:txBody>
      </p:sp>
      <p:sp>
        <p:nvSpPr>
          <p:cNvPr id="235" name="Rectangle 234"/>
          <p:cNvSpPr/>
          <p:nvPr/>
        </p:nvSpPr>
        <p:spPr bwMode="auto">
          <a:xfrm>
            <a:off x="7935375" y="5404848"/>
            <a:ext cx="1181782"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rgbClr val="FFFFFF">
                    <a:alpha val="0"/>
                  </a:srgbClr>
                </a:solidFill>
              </a:ln>
              <a:solidFill>
                <a:srgbClr val="FFFFFF"/>
              </a:solidFill>
              <a:ea typeface="Segoe UI" pitchFamily="34" charset="0"/>
              <a:cs typeface="Segoe UI" pitchFamily="34" charset="0"/>
            </a:endParaRPr>
          </a:p>
        </p:txBody>
      </p:sp>
      <p:sp>
        <p:nvSpPr>
          <p:cNvPr id="236" name="Rectangle 235"/>
          <p:cNvSpPr/>
          <p:nvPr/>
        </p:nvSpPr>
        <p:spPr bwMode="auto">
          <a:xfrm>
            <a:off x="9224312" y="5405886"/>
            <a:ext cx="1152915"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rgbClr val="FFFFFF">
                    <a:alpha val="0"/>
                  </a:srgbClr>
                </a:solidFill>
              </a:ln>
              <a:solidFill>
                <a:srgbClr val="FFFFFF"/>
              </a:solidFill>
              <a:ea typeface="Segoe UI" pitchFamily="34" charset="0"/>
              <a:cs typeface="Segoe UI" pitchFamily="34" charset="0"/>
            </a:endParaRPr>
          </a:p>
        </p:txBody>
      </p:sp>
      <p:sp>
        <p:nvSpPr>
          <p:cNvPr id="237" name="Rectangle 236"/>
          <p:cNvSpPr/>
          <p:nvPr/>
        </p:nvSpPr>
        <p:spPr bwMode="auto">
          <a:xfrm>
            <a:off x="10484795" y="5404849"/>
            <a:ext cx="1188409" cy="909820"/>
          </a:xfrm>
          <a:prstGeom prst="rect">
            <a:avLst/>
          </a:prstGeom>
          <a:solidFill>
            <a:schemeClr val="bg1"/>
          </a:solidFill>
          <a:ln>
            <a:solidFill>
              <a:schemeClr val="accent1"/>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err="1" smtClean="0">
              <a:ln>
                <a:solidFill>
                  <a:srgbClr val="FFFFFF">
                    <a:alpha val="0"/>
                  </a:srgbClr>
                </a:solidFill>
              </a:ln>
              <a:solidFill>
                <a:srgbClr val="FFFFFF"/>
              </a:solidFill>
              <a:ea typeface="Segoe UI" pitchFamily="34" charset="0"/>
              <a:cs typeface="Segoe UI" pitchFamily="34" charset="0"/>
            </a:endParaRPr>
          </a:p>
        </p:txBody>
      </p:sp>
      <p:sp>
        <p:nvSpPr>
          <p:cNvPr id="238" name="TextBox 237"/>
          <p:cNvSpPr txBox="1"/>
          <p:nvPr/>
        </p:nvSpPr>
        <p:spPr>
          <a:xfrm>
            <a:off x="7827349" y="5311969"/>
            <a:ext cx="1032655" cy="517065"/>
          </a:xfrm>
          <a:prstGeom prst="rect">
            <a:avLst/>
          </a:prstGeom>
          <a:noFill/>
        </p:spPr>
        <p:txBody>
          <a:bodyPr wrap="none" lIns="182880" tIns="146304" rIns="182880" bIns="146304" rtlCol="0">
            <a:spAutoFit/>
          </a:bodyPr>
          <a:lstStyle/>
          <a:p>
            <a:pPr defTabSz="1218217">
              <a:lnSpc>
                <a:spcPct val="90000"/>
              </a:lnSpc>
            </a:pPr>
            <a:r>
              <a:rPr lang="en-US" sz="1600" dirty="0" smtClean="0">
                <a:gradFill>
                  <a:gsLst>
                    <a:gs pos="2917">
                      <a:srgbClr val="505050"/>
                    </a:gs>
                    <a:gs pos="30000">
                      <a:srgbClr val="505050"/>
                    </a:gs>
                  </a:gsLst>
                  <a:lin ang="5400000" scaled="0"/>
                </a:gradFill>
                <a:latin typeface="Segoe UI Light"/>
              </a:rPr>
              <a:t>Primary</a:t>
            </a:r>
          </a:p>
        </p:txBody>
      </p:sp>
      <p:sp>
        <p:nvSpPr>
          <p:cNvPr id="239" name="TextBox 238"/>
          <p:cNvSpPr txBox="1"/>
          <p:nvPr/>
        </p:nvSpPr>
        <p:spPr>
          <a:xfrm>
            <a:off x="9137268" y="5307003"/>
            <a:ext cx="1282723" cy="517065"/>
          </a:xfrm>
          <a:prstGeom prst="rect">
            <a:avLst/>
          </a:prstGeom>
          <a:noFill/>
        </p:spPr>
        <p:txBody>
          <a:bodyPr wrap="none" lIns="182880" tIns="146304" rIns="182880" bIns="146304" rtlCol="0">
            <a:spAutoFit/>
          </a:bodyPr>
          <a:lstStyle/>
          <a:p>
            <a:pPr defTabSz="1218217">
              <a:lnSpc>
                <a:spcPct val="90000"/>
              </a:lnSpc>
            </a:pPr>
            <a:r>
              <a:rPr lang="en-US" sz="1600" dirty="0" smtClean="0">
                <a:gradFill>
                  <a:gsLst>
                    <a:gs pos="2917">
                      <a:srgbClr val="505050"/>
                    </a:gs>
                    <a:gs pos="30000">
                      <a:srgbClr val="505050"/>
                    </a:gs>
                  </a:gsLst>
                  <a:lin ang="5400000" scaled="0"/>
                </a:gradFill>
                <a:latin typeface="Segoe UI Light"/>
              </a:rPr>
              <a:t>Secondary</a:t>
            </a:r>
          </a:p>
        </p:txBody>
      </p:sp>
      <p:sp>
        <p:nvSpPr>
          <p:cNvPr id="240" name="TextBox 239"/>
          <p:cNvSpPr txBox="1"/>
          <p:nvPr/>
        </p:nvSpPr>
        <p:spPr>
          <a:xfrm>
            <a:off x="10415398" y="5328091"/>
            <a:ext cx="1282723" cy="517065"/>
          </a:xfrm>
          <a:prstGeom prst="rect">
            <a:avLst/>
          </a:prstGeom>
          <a:noFill/>
        </p:spPr>
        <p:txBody>
          <a:bodyPr wrap="none" lIns="182880" tIns="146304" rIns="182880" bIns="146304" rtlCol="0">
            <a:spAutoFit/>
          </a:bodyPr>
          <a:lstStyle/>
          <a:p>
            <a:pPr defTabSz="1218217">
              <a:lnSpc>
                <a:spcPct val="90000"/>
              </a:lnSpc>
            </a:pPr>
            <a:r>
              <a:rPr lang="en-US" sz="1600" dirty="0" smtClean="0">
                <a:gradFill>
                  <a:gsLst>
                    <a:gs pos="2917">
                      <a:srgbClr val="505050"/>
                    </a:gs>
                    <a:gs pos="30000">
                      <a:srgbClr val="505050"/>
                    </a:gs>
                  </a:gsLst>
                  <a:lin ang="5400000" scaled="0"/>
                </a:gradFill>
                <a:latin typeface="Segoe UI Light"/>
              </a:rPr>
              <a:t>Secondary</a:t>
            </a:r>
          </a:p>
        </p:txBody>
      </p:sp>
      <p:grpSp>
        <p:nvGrpSpPr>
          <p:cNvPr id="241" name="Group 240"/>
          <p:cNvGrpSpPr>
            <a:grpSpLocks noChangeAspect="1"/>
          </p:cNvGrpSpPr>
          <p:nvPr/>
        </p:nvGrpSpPr>
        <p:grpSpPr>
          <a:xfrm>
            <a:off x="8307653" y="3702243"/>
            <a:ext cx="371105" cy="481916"/>
            <a:chOff x="377825" y="1184276"/>
            <a:chExt cx="1020763" cy="1325563"/>
          </a:xfrm>
          <a:solidFill>
            <a:schemeClr val="accent5"/>
          </a:solidFill>
        </p:grpSpPr>
        <p:sp>
          <p:nvSpPr>
            <p:cNvPr id="242"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243"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grpSp>
        <p:nvGrpSpPr>
          <p:cNvPr id="244" name="Group 243"/>
          <p:cNvGrpSpPr>
            <a:grpSpLocks noChangeAspect="1"/>
          </p:cNvGrpSpPr>
          <p:nvPr/>
        </p:nvGrpSpPr>
        <p:grpSpPr>
          <a:xfrm>
            <a:off x="9576479" y="3701297"/>
            <a:ext cx="371105" cy="481916"/>
            <a:chOff x="377825" y="1184276"/>
            <a:chExt cx="1020763" cy="1325563"/>
          </a:xfrm>
          <a:solidFill>
            <a:schemeClr val="accent5"/>
          </a:solidFill>
        </p:grpSpPr>
        <p:sp>
          <p:nvSpPr>
            <p:cNvPr id="245"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246"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grpSp>
        <p:nvGrpSpPr>
          <p:cNvPr id="247" name="Group 246"/>
          <p:cNvGrpSpPr>
            <a:grpSpLocks noChangeAspect="1"/>
          </p:cNvGrpSpPr>
          <p:nvPr/>
        </p:nvGrpSpPr>
        <p:grpSpPr>
          <a:xfrm>
            <a:off x="10840633" y="3715380"/>
            <a:ext cx="371105" cy="481916"/>
            <a:chOff x="377825" y="1184276"/>
            <a:chExt cx="1020763" cy="1325563"/>
          </a:xfrm>
          <a:solidFill>
            <a:schemeClr val="accent5"/>
          </a:solidFill>
        </p:grpSpPr>
        <p:sp>
          <p:nvSpPr>
            <p:cNvPr id="248"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249"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grpSp>
        <p:nvGrpSpPr>
          <p:cNvPr id="250" name="Group 249"/>
          <p:cNvGrpSpPr>
            <a:grpSpLocks noChangeAspect="1"/>
          </p:cNvGrpSpPr>
          <p:nvPr/>
        </p:nvGrpSpPr>
        <p:grpSpPr>
          <a:xfrm>
            <a:off x="8270193" y="4733284"/>
            <a:ext cx="371105" cy="481916"/>
            <a:chOff x="377825" y="1184276"/>
            <a:chExt cx="1020763" cy="1325563"/>
          </a:xfrm>
          <a:solidFill>
            <a:schemeClr val="tx1"/>
          </a:solidFill>
        </p:grpSpPr>
        <p:sp>
          <p:nvSpPr>
            <p:cNvPr id="251"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252"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grpSp>
        <p:nvGrpSpPr>
          <p:cNvPr id="253" name="Group 252"/>
          <p:cNvGrpSpPr>
            <a:grpSpLocks noChangeAspect="1"/>
          </p:cNvGrpSpPr>
          <p:nvPr/>
        </p:nvGrpSpPr>
        <p:grpSpPr>
          <a:xfrm>
            <a:off x="9584154" y="4714863"/>
            <a:ext cx="371105" cy="481916"/>
            <a:chOff x="377825" y="1184276"/>
            <a:chExt cx="1020763" cy="1325563"/>
          </a:xfrm>
          <a:solidFill>
            <a:schemeClr val="tx1"/>
          </a:solidFill>
        </p:grpSpPr>
        <p:sp>
          <p:nvSpPr>
            <p:cNvPr id="254"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255"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grpSp>
        <p:nvGrpSpPr>
          <p:cNvPr id="256" name="Group 255"/>
          <p:cNvGrpSpPr>
            <a:grpSpLocks noChangeAspect="1"/>
          </p:cNvGrpSpPr>
          <p:nvPr/>
        </p:nvGrpSpPr>
        <p:grpSpPr>
          <a:xfrm>
            <a:off x="10827142" y="4734229"/>
            <a:ext cx="371105" cy="481916"/>
            <a:chOff x="377825" y="1184276"/>
            <a:chExt cx="1020763" cy="1325563"/>
          </a:xfrm>
          <a:solidFill>
            <a:schemeClr val="tx1"/>
          </a:solidFill>
        </p:grpSpPr>
        <p:sp>
          <p:nvSpPr>
            <p:cNvPr id="257"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258"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grpSp>
        <p:nvGrpSpPr>
          <p:cNvPr id="259" name="Group 258"/>
          <p:cNvGrpSpPr>
            <a:grpSpLocks noChangeAspect="1"/>
          </p:cNvGrpSpPr>
          <p:nvPr/>
        </p:nvGrpSpPr>
        <p:grpSpPr>
          <a:xfrm>
            <a:off x="8263026" y="5707549"/>
            <a:ext cx="371105" cy="481916"/>
            <a:chOff x="377825" y="1184276"/>
            <a:chExt cx="1020763" cy="1325563"/>
          </a:xfrm>
          <a:solidFill>
            <a:schemeClr val="accent1"/>
          </a:solidFill>
        </p:grpSpPr>
        <p:sp>
          <p:nvSpPr>
            <p:cNvPr id="260"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261"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grpSp>
        <p:nvGrpSpPr>
          <p:cNvPr id="262" name="Group 261"/>
          <p:cNvGrpSpPr>
            <a:grpSpLocks noChangeAspect="1"/>
          </p:cNvGrpSpPr>
          <p:nvPr/>
        </p:nvGrpSpPr>
        <p:grpSpPr>
          <a:xfrm>
            <a:off x="9578254" y="5707549"/>
            <a:ext cx="371105" cy="481916"/>
            <a:chOff x="377825" y="1184276"/>
            <a:chExt cx="1020763" cy="1325563"/>
          </a:xfrm>
          <a:solidFill>
            <a:schemeClr val="accent1"/>
          </a:solidFill>
        </p:grpSpPr>
        <p:sp>
          <p:nvSpPr>
            <p:cNvPr id="263"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264"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grpSp>
        <p:nvGrpSpPr>
          <p:cNvPr id="265" name="Group 264"/>
          <p:cNvGrpSpPr>
            <a:grpSpLocks noChangeAspect="1"/>
          </p:cNvGrpSpPr>
          <p:nvPr/>
        </p:nvGrpSpPr>
        <p:grpSpPr>
          <a:xfrm>
            <a:off x="10834009" y="5749948"/>
            <a:ext cx="371105" cy="481916"/>
            <a:chOff x="377825" y="1184276"/>
            <a:chExt cx="1020763" cy="1325563"/>
          </a:xfrm>
          <a:solidFill>
            <a:schemeClr val="accent1"/>
          </a:solidFill>
        </p:grpSpPr>
        <p:sp>
          <p:nvSpPr>
            <p:cNvPr id="266"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sp>
          <p:nvSpPr>
            <p:cNvPr id="267"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solidFill>
                  <a:srgbClr val="FFFFFF"/>
                </a:solidFill>
              </a:endParaRPr>
            </a:p>
          </p:txBody>
        </p:sp>
      </p:grpSp>
      <p:sp>
        <p:nvSpPr>
          <p:cNvPr id="268" name="TextBox 267"/>
          <p:cNvSpPr txBox="1"/>
          <p:nvPr/>
        </p:nvSpPr>
        <p:spPr>
          <a:xfrm>
            <a:off x="742121" y="1293309"/>
            <a:ext cx="3511346" cy="627864"/>
          </a:xfrm>
          <a:prstGeom prst="rect">
            <a:avLst/>
          </a:prstGeom>
          <a:noFill/>
        </p:spPr>
        <p:txBody>
          <a:bodyPr wrap="none" lIns="182880" tIns="146304" rIns="182880" bIns="146304" rtlCol="0">
            <a:spAutoFit/>
          </a:bodyPr>
          <a:lstStyle/>
          <a:p>
            <a:pPr defTabSz="1218217">
              <a:lnSpc>
                <a:spcPct val="90000"/>
              </a:lnSpc>
            </a:pPr>
            <a:r>
              <a:rPr lang="en-US" sz="2400" dirty="0" smtClean="0">
                <a:gradFill>
                  <a:gsLst>
                    <a:gs pos="2917">
                      <a:srgbClr val="505050"/>
                    </a:gs>
                    <a:gs pos="30000">
                      <a:srgbClr val="505050"/>
                    </a:gs>
                  </a:gsLst>
                  <a:lin ang="5400000" scaled="0"/>
                </a:gradFill>
                <a:latin typeface="Segoe UI Light"/>
              </a:rPr>
              <a:t>Web &amp; Business editions</a:t>
            </a:r>
          </a:p>
        </p:txBody>
      </p:sp>
      <p:sp>
        <p:nvSpPr>
          <p:cNvPr id="269" name="TextBox 268"/>
          <p:cNvSpPr txBox="1"/>
          <p:nvPr/>
        </p:nvSpPr>
        <p:spPr>
          <a:xfrm>
            <a:off x="742120" y="3237264"/>
            <a:ext cx="5220083" cy="627864"/>
          </a:xfrm>
          <a:prstGeom prst="rect">
            <a:avLst/>
          </a:prstGeom>
          <a:noFill/>
        </p:spPr>
        <p:txBody>
          <a:bodyPr wrap="none" lIns="182880" tIns="146304" rIns="182880" bIns="146304" rtlCol="0">
            <a:spAutoFit/>
          </a:bodyPr>
          <a:lstStyle/>
          <a:p>
            <a:pPr defTabSz="1218217">
              <a:lnSpc>
                <a:spcPct val="90000"/>
              </a:lnSpc>
            </a:pPr>
            <a:r>
              <a:rPr lang="en-US" sz="2400" dirty="0" smtClean="0">
                <a:gradFill>
                  <a:gsLst>
                    <a:gs pos="2917">
                      <a:srgbClr val="505050"/>
                    </a:gs>
                    <a:gs pos="30000">
                      <a:srgbClr val="505050"/>
                    </a:gs>
                  </a:gsLst>
                  <a:lin ang="5400000" scaled="0"/>
                </a:gradFill>
                <a:latin typeface="Segoe UI Light"/>
              </a:rPr>
              <a:t>Premium edition w/ reserved capacity</a:t>
            </a:r>
          </a:p>
        </p:txBody>
      </p:sp>
      <p:sp>
        <p:nvSpPr>
          <p:cNvPr id="270" name="TextBox 269"/>
          <p:cNvSpPr txBox="1"/>
          <p:nvPr/>
        </p:nvSpPr>
        <p:spPr>
          <a:xfrm>
            <a:off x="1062638" y="1866706"/>
            <a:ext cx="6194581" cy="1126462"/>
          </a:xfrm>
          <a:prstGeom prst="rect">
            <a:avLst/>
          </a:prstGeom>
          <a:noFill/>
        </p:spPr>
        <p:txBody>
          <a:bodyPr wrap="none" lIns="182880" tIns="146304" rIns="182880" bIns="146304" rtlCol="0">
            <a:spAutoFit/>
          </a:bodyPr>
          <a:lstStyle/>
          <a:p>
            <a:pPr defTabSz="1218217">
              <a:lnSpc>
                <a:spcPct val="90000"/>
              </a:lnSpc>
            </a:pPr>
            <a:r>
              <a:rPr lang="en-US" sz="2000" dirty="0" smtClean="0">
                <a:gradFill>
                  <a:gsLst>
                    <a:gs pos="2917">
                      <a:srgbClr val="505050"/>
                    </a:gs>
                    <a:gs pos="30000">
                      <a:srgbClr val="505050"/>
                    </a:gs>
                  </a:gsLst>
                  <a:lin ang="5400000" scaled="0"/>
                </a:gradFill>
                <a:latin typeface="Segoe UI Light"/>
              </a:rPr>
              <a:t>Customer databases share hardware resources</a:t>
            </a:r>
          </a:p>
          <a:p>
            <a:pPr defTabSz="1218217">
              <a:lnSpc>
                <a:spcPct val="90000"/>
              </a:lnSpc>
            </a:pPr>
            <a:r>
              <a:rPr lang="en-US" sz="2000" dirty="0" smtClean="0">
                <a:gradFill>
                  <a:gsLst>
                    <a:gs pos="2917">
                      <a:srgbClr val="505050"/>
                    </a:gs>
                    <a:gs pos="30000">
                      <a:srgbClr val="505050"/>
                    </a:gs>
                  </a:gsLst>
                  <a:lin ang="5400000" scaled="0"/>
                </a:gradFill>
                <a:latin typeface="Segoe UI Light"/>
              </a:rPr>
              <a:t>Workload demands vary by customer DB, and by day</a:t>
            </a:r>
          </a:p>
          <a:p>
            <a:pPr defTabSz="1218217">
              <a:lnSpc>
                <a:spcPct val="90000"/>
              </a:lnSpc>
            </a:pPr>
            <a:r>
              <a:rPr lang="en-US" sz="2000" dirty="0" smtClean="0">
                <a:gradFill>
                  <a:gsLst>
                    <a:gs pos="2917">
                      <a:srgbClr val="505050"/>
                    </a:gs>
                    <a:gs pos="30000">
                      <a:srgbClr val="505050"/>
                    </a:gs>
                  </a:gsLst>
                  <a:lin ang="5400000" scaled="0"/>
                </a:gradFill>
                <a:latin typeface="Segoe UI Light"/>
              </a:rPr>
              <a:t>Unpredictable performance</a:t>
            </a:r>
          </a:p>
        </p:txBody>
      </p:sp>
      <p:sp>
        <p:nvSpPr>
          <p:cNvPr id="271" name="TextBox 270"/>
          <p:cNvSpPr txBox="1"/>
          <p:nvPr/>
        </p:nvSpPr>
        <p:spPr>
          <a:xfrm>
            <a:off x="1054810" y="3821832"/>
            <a:ext cx="6759743" cy="2234458"/>
          </a:xfrm>
          <a:prstGeom prst="rect">
            <a:avLst/>
          </a:prstGeom>
          <a:noFill/>
        </p:spPr>
        <p:txBody>
          <a:bodyPr wrap="square" lIns="182880" tIns="146304" rIns="182880" bIns="146304" rtlCol="0">
            <a:spAutoFit/>
          </a:bodyPr>
          <a:lstStyle/>
          <a:p>
            <a:pPr defTabSz="1218217">
              <a:lnSpc>
                <a:spcPct val="90000"/>
              </a:lnSpc>
            </a:pPr>
            <a:r>
              <a:rPr lang="en-US" sz="2000" dirty="0" smtClean="0">
                <a:gradFill>
                  <a:gsLst>
                    <a:gs pos="2917">
                      <a:srgbClr val="505050"/>
                    </a:gs>
                    <a:gs pos="30000">
                      <a:srgbClr val="505050"/>
                    </a:gs>
                  </a:gsLst>
                  <a:lin ang="5400000" scaled="0"/>
                </a:gradFill>
                <a:latin typeface="Segoe UI Light"/>
              </a:rPr>
              <a:t>Fixed amount of reserved capacity for SQL Database primary and 2 built-in replicas</a:t>
            </a:r>
          </a:p>
          <a:p>
            <a:pPr defTabSz="1218217">
              <a:lnSpc>
                <a:spcPct val="90000"/>
              </a:lnSpc>
            </a:pPr>
            <a:r>
              <a:rPr lang="en-US" sz="2000" dirty="0" smtClean="0">
                <a:gradFill>
                  <a:gsLst>
                    <a:gs pos="2917">
                      <a:srgbClr val="505050"/>
                    </a:gs>
                    <a:gs pos="30000">
                      <a:srgbClr val="505050"/>
                    </a:gs>
                  </a:gsLst>
                  <a:lin ang="5400000" scaled="0"/>
                </a:gradFill>
                <a:latin typeface="Segoe UI Light"/>
              </a:rPr>
              <a:t>Ideal for business-class applications:</a:t>
            </a:r>
          </a:p>
          <a:p>
            <a:pPr marL="609101" lvl="1" defTabSz="1218217">
              <a:lnSpc>
                <a:spcPct val="90000"/>
              </a:lnSpc>
            </a:pPr>
            <a:r>
              <a:rPr lang="en-US" sz="2000" dirty="0" smtClean="0">
                <a:gradFill>
                  <a:gsLst>
                    <a:gs pos="2917">
                      <a:srgbClr val="505050"/>
                    </a:gs>
                    <a:gs pos="30000">
                      <a:srgbClr val="505050"/>
                    </a:gs>
                  </a:gsLst>
                  <a:lin ang="5400000" scaled="0"/>
                </a:gradFill>
                <a:latin typeface="Segoe UI Light"/>
              </a:rPr>
              <a:t>have high </a:t>
            </a:r>
            <a:r>
              <a:rPr lang="en-US" sz="2000" dirty="0">
                <a:gradFill>
                  <a:gsLst>
                    <a:gs pos="2917">
                      <a:srgbClr val="505050"/>
                    </a:gs>
                    <a:gs pos="30000">
                      <a:srgbClr val="505050"/>
                    </a:gs>
                  </a:gsLst>
                  <a:lin ang="5400000" scaled="0"/>
                </a:gradFill>
                <a:latin typeface="Segoe UI Light"/>
              </a:rPr>
              <a:t>peak </a:t>
            </a:r>
            <a:r>
              <a:rPr lang="en-US" sz="2000" dirty="0" smtClean="0">
                <a:gradFill>
                  <a:gsLst>
                    <a:gs pos="2917">
                      <a:srgbClr val="505050"/>
                    </a:gs>
                    <a:gs pos="30000">
                      <a:srgbClr val="505050"/>
                    </a:gs>
                  </a:gsLst>
                  <a:lin ang="5400000" scaled="0"/>
                </a:gradFill>
                <a:latin typeface="Segoe UI Light"/>
              </a:rPr>
              <a:t>loads</a:t>
            </a:r>
          </a:p>
          <a:p>
            <a:pPr marL="609101" lvl="1" defTabSz="1218217">
              <a:lnSpc>
                <a:spcPct val="90000"/>
              </a:lnSpc>
            </a:pPr>
            <a:r>
              <a:rPr lang="en-US" sz="2000" dirty="0" smtClean="0">
                <a:gradFill>
                  <a:gsLst>
                    <a:gs pos="2917">
                      <a:srgbClr val="505050"/>
                    </a:gs>
                    <a:gs pos="30000">
                      <a:srgbClr val="505050"/>
                    </a:gs>
                  </a:gsLst>
                  <a:lin ang="5400000" scaled="0"/>
                </a:gradFill>
                <a:latin typeface="Segoe UI Light"/>
              </a:rPr>
              <a:t>support many </a:t>
            </a:r>
            <a:r>
              <a:rPr lang="en-US" sz="2000" dirty="0">
                <a:gradFill>
                  <a:gsLst>
                    <a:gs pos="2917">
                      <a:srgbClr val="505050"/>
                    </a:gs>
                    <a:gs pos="30000">
                      <a:srgbClr val="505050"/>
                    </a:gs>
                  </a:gsLst>
                  <a:lin ang="5400000" scaled="0"/>
                </a:gradFill>
                <a:latin typeface="Segoe UI Light"/>
              </a:rPr>
              <a:t>concurrent </a:t>
            </a:r>
            <a:r>
              <a:rPr lang="en-US" sz="2000" dirty="0" smtClean="0">
                <a:gradFill>
                  <a:gsLst>
                    <a:gs pos="2917">
                      <a:srgbClr val="505050"/>
                    </a:gs>
                    <a:gs pos="30000">
                      <a:srgbClr val="505050"/>
                    </a:gs>
                  </a:gsLst>
                  <a:lin ang="5400000" scaled="0"/>
                </a:gradFill>
                <a:latin typeface="Segoe UI Light"/>
              </a:rPr>
              <a:t>requests </a:t>
            </a:r>
          </a:p>
          <a:p>
            <a:pPr marL="609101" lvl="1" defTabSz="1218217">
              <a:lnSpc>
                <a:spcPct val="90000"/>
              </a:lnSpc>
            </a:pPr>
            <a:r>
              <a:rPr lang="en-US" sz="2000" dirty="0" smtClean="0">
                <a:gradFill>
                  <a:gsLst>
                    <a:gs pos="2917">
                      <a:srgbClr val="505050"/>
                    </a:gs>
                    <a:gs pos="30000">
                      <a:srgbClr val="505050"/>
                    </a:gs>
                  </a:gsLst>
                  <a:lin ang="5400000" scaled="0"/>
                </a:gradFill>
                <a:latin typeface="Segoe UI Light"/>
              </a:rPr>
              <a:t>require </a:t>
            </a:r>
            <a:r>
              <a:rPr lang="en-US" sz="2000" dirty="0">
                <a:gradFill>
                  <a:gsLst>
                    <a:gs pos="2917">
                      <a:srgbClr val="505050"/>
                    </a:gs>
                    <a:gs pos="30000">
                      <a:srgbClr val="505050"/>
                    </a:gs>
                  </a:gsLst>
                  <a:lin ang="5400000" scaled="0"/>
                </a:gradFill>
                <a:latin typeface="Segoe UI Light"/>
              </a:rPr>
              <a:t>low latency </a:t>
            </a:r>
            <a:endParaRPr lang="en-US" sz="2000" dirty="0" smtClean="0">
              <a:gradFill>
                <a:gsLst>
                  <a:gs pos="2917">
                    <a:srgbClr val="505050"/>
                  </a:gs>
                  <a:gs pos="30000">
                    <a:srgbClr val="505050"/>
                  </a:gs>
                </a:gsLst>
                <a:lin ang="5400000" scaled="0"/>
              </a:gradFill>
              <a:latin typeface="Segoe UI Light"/>
            </a:endParaRPr>
          </a:p>
          <a:p>
            <a:pPr defTabSz="1218217">
              <a:lnSpc>
                <a:spcPct val="90000"/>
              </a:lnSpc>
            </a:pPr>
            <a:r>
              <a:rPr lang="en-US" sz="2000" dirty="0" smtClean="0">
                <a:gradFill>
                  <a:gsLst>
                    <a:gs pos="2917">
                      <a:srgbClr val="505050"/>
                    </a:gs>
                    <a:gs pos="30000">
                      <a:srgbClr val="505050"/>
                    </a:gs>
                  </a:gsLst>
                  <a:lin ang="5400000" scaled="0"/>
                </a:gradFill>
                <a:latin typeface="Segoe UI Light"/>
              </a:rPr>
              <a:t>Offered in two sizes for preview: P1 &amp; P2</a:t>
            </a:r>
          </a:p>
        </p:txBody>
      </p:sp>
    </p:spTree>
    <p:extLst>
      <p:ext uri="{BB962C8B-B14F-4D97-AF65-F5344CB8AC3E}">
        <p14:creationId xmlns:p14="http://schemas.microsoft.com/office/powerpoint/2010/main" val="1376863523"/>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p:txBody>
          <a:bodyPr/>
          <a:lstStyle/>
          <a:p>
            <a:r>
              <a:rPr lang="en-US" smtClean="0"/>
              <a:t>SQL Database Scale Out</a:t>
            </a:r>
            <a:endParaRPr lang="en-US" dirty="0"/>
          </a:p>
        </p:txBody>
      </p:sp>
      <p:sp>
        <p:nvSpPr>
          <p:cNvPr id="4" name="Slide Number Placeholder 3"/>
          <p:cNvSpPr>
            <a:spLocks noGrp="1"/>
          </p:cNvSpPr>
          <p:nvPr>
            <p:ph type="sldNum" sz="quarter" idx="4294967295"/>
          </p:nvPr>
        </p:nvSpPr>
        <p:spPr>
          <a:xfrm>
            <a:off x="11367166" y="6558796"/>
            <a:ext cx="555596" cy="134483"/>
          </a:xfrm>
          <a:prstGeom prst="rect">
            <a:avLst/>
          </a:prstGeom>
        </p:spPr>
        <p:txBody>
          <a:bodyPr/>
          <a:lstStyle/>
          <a:p>
            <a:fld id="{EDBAFD04-E5E7-459F-B325-3B7A30332015}" type="slidenum">
              <a:rPr>
                <a:gradFill>
                  <a:gsLst>
                    <a:gs pos="2239">
                      <a:srgbClr val="505050"/>
                    </a:gs>
                    <a:gs pos="11940">
                      <a:srgbClr val="505050"/>
                    </a:gs>
                  </a:gsLst>
                  <a:lin ang="5400000" scaled="0"/>
                </a:gradFill>
              </a:rPr>
              <a:pPr/>
              <a:t>8</a:t>
            </a:fld>
            <a:endParaRPr dirty="0">
              <a:gradFill>
                <a:gsLst>
                  <a:gs pos="2239">
                    <a:srgbClr val="505050"/>
                  </a:gs>
                  <a:gs pos="11940">
                    <a:srgbClr val="505050"/>
                  </a:gs>
                </a:gsLst>
                <a:lin ang="5400000" scaled="0"/>
              </a:gradFill>
            </a:endParaRPr>
          </a:p>
        </p:txBody>
      </p:sp>
      <p:sp>
        <p:nvSpPr>
          <p:cNvPr id="7" name="Content Placeholder 6"/>
          <p:cNvSpPr>
            <a:spLocks noGrp="1"/>
          </p:cNvSpPr>
          <p:nvPr>
            <p:ph sz="quarter" idx="4294967295"/>
          </p:nvPr>
        </p:nvSpPr>
        <p:spPr>
          <a:xfrm>
            <a:off x="287020" y="1401763"/>
            <a:ext cx="5761038" cy="1444788"/>
          </a:xfrm>
          <a:prstGeom prst="rect">
            <a:avLst/>
          </a:prstGeom>
          <a:solidFill>
            <a:schemeClr val="accent1"/>
          </a:solidFill>
        </p:spPr>
        <p:txBody>
          <a:bodyPr lIns="91440" tIns="45720" rIns="91440" bIns="45720" anchor="ctr"/>
          <a:lstStyle/>
          <a:p>
            <a:pPr marL="0" indent="0">
              <a:spcBef>
                <a:spcPts val="1200"/>
              </a:spcBef>
              <a:buNone/>
            </a:pPr>
            <a:r>
              <a:rPr lang="en-IN" sz="2400" dirty="0">
                <a:gradFill>
                  <a:gsLst>
                    <a:gs pos="2917">
                      <a:schemeClr val="bg1"/>
                    </a:gs>
                    <a:gs pos="30000">
                      <a:schemeClr val="bg1"/>
                    </a:gs>
                  </a:gsLst>
                  <a:lin ang="5400000" scaled="0"/>
                </a:gradFill>
              </a:rPr>
              <a:t>Massive Scale</a:t>
            </a:r>
          </a:p>
          <a:p>
            <a:pPr marL="0" indent="0">
              <a:spcBef>
                <a:spcPts val="200"/>
              </a:spcBef>
              <a:spcAft>
                <a:spcPts val="400"/>
              </a:spcAft>
              <a:buNone/>
            </a:pPr>
            <a:r>
              <a:rPr lang="en-IN" sz="1800" dirty="0">
                <a:gradFill>
                  <a:gsLst>
                    <a:gs pos="2917">
                      <a:schemeClr val="bg1"/>
                    </a:gs>
                    <a:gs pos="30000">
                      <a:schemeClr val="bg1"/>
                    </a:gs>
                  </a:gsLst>
                  <a:lin ang="5400000" scaled="0"/>
                </a:gradFill>
                <a:latin typeface="+mn-lt"/>
              </a:rPr>
              <a:t>Engage 1000s of nodes within the </a:t>
            </a:r>
            <a:r>
              <a:rPr lang="en-IN" sz="1800" dirty="0" smtClean="0">
                <a:gradFill>
                  <a:gsLst>
                    <a:gs pos="2917">
                      <a:schemeClr val="bg1"/>
                    </a:gs>
                    <a:gs pos="30000">
                      <a:schemeClr val="bg1"/>
                    </a:gs>
                  </a:gsLst>
                  <a:lin ang="5400000" scaled="0"/>
                </a:gradFill>
                <a:latin typeface="+mn-lt"/>
              </a:rPr>
              <a:t>cluster</a:t>
            </a:r>
            <a:endParaRPr lang="en-IN" sz="1800" dirty="0">
              <a:gradFill>
                <a:gsLst>
                  <a:gs pos="2917">
                    <a:schemeClr val="bg1"/>
                  </a:gs>
                  <a:gs pos="30000">
                    <a:schemeClr val="bg1"/>
                  </a:gs>
                </a:gsLst>
                <a:lin ang="5400000" scaled="0"/>
              </a:gradFill>
              <a:latin typeface="+mn-lt"/>
            </a:endParaRPr>
          </a:p>
        </p:txBody>
      </p:sp>
      <p:grpSp>
        <p:nvGrpSpPr>
          <p:cNvPr id="39" name="Group 38"/>
          <p:cNvGrpSpPr>
            <a:grpSpLocks noChangeAspect="1"/>
          </p:cNvGrpSpPr>
          <p:nvPr/>
        </p:nvGrpSpPr>
        <p:grpSpPr>
          <a:xfrm>
            <a:off x="6458950" y="2977866"/>
            <a:ext cx="774952" cy="1006351"/>
            <a:chOff x="377825" y="1184276"/>
            <a:chExt cx="1020763" cy="1325563"/>
          </a:xfrm>
          <a:solidFill>
            <a:schemeClr val="accent5"/>
          </a:solidFill>
        </p:grpSpPr>
        <p:sp>
          <p:nvSpPr>
            <p:cNvPr id="40" name="Oval 122"/>
            <p:cNvSpPr>
              <a:spLocks noChangeArrowheads="1"/>
            </p:cNvSpPr>
            <p:nvPr/>
          </p:nvSpPr>
          <p:spPr bwMode="auto">
            <a:xfrm>
              <a:off x="395288" y="1184276"/>
              <a:ext cx="985838" cy="187325"/>
            </a:xfrm>
            <a:prstGeom prst="ellipse">
              <a:avLst/>
            </a:pr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2400" dirty="0">
                <a:solidFill>
                  <a:srgbClr val="FFFFFF"/>
                </a:solidFill>
              </a:endParaRPr>
            </a:p>
          </p:txBody>
        </p:sp>
        <p:sp>
          <p:nvSpPr>
            <p:cNvPr id="41"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grp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2400" dirty="0">
                <a:solidFill>
                  <a:srgbClr val="FFFFFF"/>
                </a:solidFill>
              </a:endParaRPr>
            </a:p>
          </p:txBody>
        </p:sp>
      </p:grpSp>
      <p:grpSp>
        <p:nvGrpSpPr>
          <p:cNvPr id="87" name="Group 86"/>
          <p:cNvGrpSpPr/>
          <p:nvPr/>
        </p:nvGrpSpPr>
        <p:grpSpPr>
          <a:xfrm>
            <a:off x="7761039" y="3675153"/>
            <a:ext cx="822960" cy="1029096"/>
            <a:chOff x="7430450" y="2604225"/>
            <a:chExt cx="822960" cy="1029096"/>
          </a:xfrm>
          <a:solidFill>
            <a:schemeClr val="accent3">
              <a:lumMod val="75000"/>
            </a:schemeClr>
          </a:solidFill>
        </p:grpSpPr>
        <p:sp>
          <p:nvSpPr>
            <p:cNvPr id="57" name="TextBox 56"/>
            <p:cNvSpPr txBox="1"/>
            <p:nvPr/>
          </p:nvSpPr>
          <p:spPr>
            <a:xfrm>
              <a:off x="7430450" y="3388639"/>
              <a:ext cx="822960" cy="244682"/>
            </a:xfrm>
            <a:prstGeom prst="rect">
              <a:avLst/>
            </a:prstGeom>
            <a:noFill/>
          </p:spPr>
          <p:txBody>
            <a:bodyPr wrap="square" lIns="91440" tIns="45720" rIns="91440" bIns="45720" rtlCol="0" anchor="ctr" anchorCtr="0">
              <a:spAutoFit/>
            </a:bodyPr>
            <a:lstStyle/>
            <a:p>
              <a:pPr algn="ctr" defTabSz="1218217">
                <a:lnSpc>
                  <a:spcPct val="90000"/>
                </a:lnSpc>
              </a:pPr>
              <a:r>
                <a:rPr lang="en-US" sz="1100" dirty="0" smtClean="0">
                  <a:ln>
                    <a:solidFill>
                      <a:srgbClr val="FFFFFF">
                        <a:alpha val="0"/>
                      </a:srgbClr>
                    </a:solidFill>
                  </a:ln>
                  <a:gradFill>
                    <a:gsLst>
                      <a:gs pos="2917">
                        <a:srgbClr val="505050"/>
                      </a:gs>
                      <a:gs pos="100000">
                        <a:srgbClr val="505050"/>
                      </a:gs>
                    </a:gsLst>
                    <a:lin ang="5400000" scaled="0"/>
                  </a:gradFill>
                </a:rPr>
                <a:t>10 GB DB</a:t>
              </a:r>
            </a:p>
          </p:txBody>
        </p:sp>
        <p:grpSp>
          <p:nvGrpSpPr>
            <p:cNvPr id="69" name="Group 68"/>
            <p:cNvGrpSpPr>
              <a:grpSpLocks noChangeAspect="1"/>
            </p:cNvGrpSpPr>
            <p:nvPr/>
          </p:nvGrpSpPr>
          <p:grpSpPr>
            <a:xfrm>
              <a:off x="7570007" y="2604225"/>
              <a:ext cx="543846" cy="706237"/>
              <a:chOff x="377825" y="1184276"/>
              <a:chExt cx="1020763" cy="1325563"/>
            </a:xfrm>
            <a:grpFill/>
          </p:grpSpPr>
          <p:sp>
            <p:nvSpPr>
              <p:cNvPr id="70" name="Oval 122"/>
              <p:cNvSpPr>
                <a:spLocks noChangeArrowheads="1"/>
              </p:cNvSpPr>
              <p:nvPr/>
            </p:nvSpPr>
            <p:spPr bwMode="auto">
              <a:xfrm>
                <a:off x="395288" y="1184276"/>
                <a:ext cx="985838" cy="187325"/>
              </a:xfrm>
              <a:prstGeom prst="ellipse">
                <a:avLst/>
              </a:pr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sp>
            <p:nvSpPr>
              <p:cNvPr id="71"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grpSp>
      </p:grpSp>
      <p:grpSp>
        <p:nvGrpSpPr>
          <p:cNvPr id="88" name="Group 87"/>
          <p:cNvGrpSpPr/>
          <p:nvPr/>
        </p:nvGrpSpPr>
        <p:grpSpPr>
          <a:xfrm>
            <a:off x="8435167" y="3675153"/>
            <a:ext cx="822960" cy="1029096"/>
            <a:chOff x="8134359" y="2604225"/>
            <a:chExt cx="822960" cy="1029096"/>
          </a:xfrm>
          <a:solidFill>
            <a:schemeClr val="accent3">
              <a:lumMod val="75000"/>
            </a:schemeClr>
          </a:solidFill>
        </p:grpSpPr>
        <p:sp>
          <p:nvSpPr>
            <p:cNvPr id="62" name="TextBox 61"/>
            <p:cNvSpPr txBox="1"/>
            <p:nvPr/>
          </p:nvSpPr>
          <p:spPr>
            <a:xfrm>
              <a:off x="8134359" y="3388639"/>
              <a:ext cx="822960" cy="244682"/>
            </a:xfrm>
            <a:prstGeom prst="rect">
              <a:avLst/>
            </a:prstGeom>
            <a:noFill/>
          </p:spPr>
          <p:txBody>
            <a:bodyPr wrap="square" lIns="91440" tIns="45720" rIns="91440" bIns="45720" rtlCol="0" anchor="ctr" anchorCtr="0">
              <a:spAutoFit/>
            </a:bodyPr>
            <a:lstStyle/>
            <a:p>
              <a:pPr algn="ctr" defTabSz="1218217">
                <a:lnSpc>
                  <a:spcPct val="90000"/>
                </a:lnSpc>
              </a:pPr>
              <a:r>
                <a:rPr lang="en-US" sz="1100" dirty="0" smtClean="0">
                  <a:ln>
                    <a:solidFill>
                      <a:srgbClr val="FFFFFF">
                        <a:alpha val="0"/>
                      </a:srgbClr>
                    </a:solidFill>
                  </a:ln>
                  <a:gradFill>
                    <a:gsLst>
                      <a:gs pos="2917">
                        <a:srgbClr val="505050"/>
                      </a:gs>
                      <a:gs pos="100000">
                        <a:srgbClr val="505050"/>
                      </a:gs>
                    </a:gsLst>
                    <a:lin ang="5400000" scaled="0"/>
                  </a:gradFill>
                </a:rPr>
                <a:t>10 GB DB</a:t>
              </a:r>
            </a:p>
          </p:txBody>
        </p:sp>
        <p:grpSp>
          <p:nvGrpSpPr>
            <p:cNvPr id="72" name="Group 71"/>
            <p:cNvGrpSpPr>
              <a:grpSpLocks noChangeAspect="1"/>
            </p:cNvGrpSpPr>
            <p:nvPr/>
          </p:nvGrpSpPr>
          <p:grpSpPr>
            <a:xfrm>
              <a:off x="8273916" y="2604225"/>
              <a:ext cx="543846" cy="706237"/>
              <a:chOff x="377825" y="1184276"/>
              <a:chExt cx="1020763" cy="1325563"/>
            </a:xfrm>
            <a:grpFill/>
          </p:grpSpPr>
          <p:sp>
            <p:nvSpPr>
              <p:cNvPr id="73" name="Oval 122"/>
              <p:cNvSpPr>
                <a:spLocks noChangeArrowheads="1"/>
              </p:cNvSpPr>
              <p:nvPr/>
            </p:nvSpPr>
            <p:spPr bwMode="auto">
              <a:xfrm>
                <a:off x="395288" y="1184276"/>
                <a:ext cx="985838" cy="187325"/>
              </a:xfrm>
              <a:prstGeom prst="ellipse">
                <a:avLst/>
              </a:pr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sp>
            <p:nvSpPr>
              <p:cNvPr id="74"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grpSp>
      </p:grpSp>
      <p:grpSp>
        <p:nvGrpSpPr>
          <p:cNvPr id="89" name="Group 88"/>
          <p:cNvGrpSpPr/>
          <p:nvPr/>
        </p:nvGrpSpPr>
        <p:grpSpPr>
          <a:xfrm>
            <a:off x="9109295" y="3675153"/>
            <a:ext cx="822960" cy="1029096"/>
            <a:chOff x="8789878" y="2604225"/>
            <a:chExt cx="822960" cy="1029096"/>
          </a:xfrm>
          <a:solidFill>
            <a:schemeClr val="accent3">
              <a:lumMod val="75000"/>
            </a:schemeClr>
          </a:solidFill>
        </p:grpSpPr>
        <p:sp>
          <p:nvSpPr>
            <p:cNvPr id="58" name="TextBox 57"/>
            <p:cNvSpPr txBox="1"/>
            <p:nvPr/>
          </p:nvSpPr>
          <p:spPr>
            <a:xfrm>
              <a:off x="8789878" y="3388639"/>
              <a:ext cx="822960" cy="244682"/>
            </a:xfrm>
            <a:prstGeom prst="rect">
              <a:avLst/>
            </a:prstGeom>
            <a:noFill/>
          </p:spPr>
          <p:txBody>
            <a:bodyPr wrap="square" lIns="91440" tIns="45720" rIns="91440" bIns="45720" rtlCol="0" anchor="ctr" anchorCtr="0">
              <a:spAutoFit/>
            </a:bodyPr>
            <a:lstStyle/>
            <a:p>
              <a:pPr algn="ctr" defTabSz="1218217">
                <a:lnSpc>
                  <a:spcPct val="90000"/>
                </a:lnSpc>
              </a:pPr>
              <a:r>
                <a:rPr lang="en-US" sz="1100" dirty="0" smtClean="0">
                  <a:ln>
                    <a:solidFill>
                      <a:srgbClr val="FFFFFF">
                        <a:alpha val="0"/>
                      </a:srgbClr>
                    </a:solidFill>
                  </a:ln>
                  <a:gradFill>
                    <a:gsLst>
                      <a:gs pos="2917">
                        <a:srgbClr val="505050"/>
                      </a:gs>
                      <a:gs pos="100000">
                        <a:srgbClr val="505050"/>
                      </a:gs>
                    </a:gsLst>
                    <a:lin ang="5400000" scaled="0"/>
                  </a:gradFill>
                </a:rPr>
                <a:t>10 GB DB</a:t>
              </a:r>
            </a:p>
          </p:txBody>
        </p:sp>
        <p:grpSp>
          <p:nvGrpSpPr>
            <p:cNvPr id="75" name="Group 74"/>
            <p:cNvGrpSpPr>
              <a:grpSpLocks noChangeAspect="1"/>
            </p:cNvGrpSpPr>
            <p:nvPr/>
          </p:nvGrpSpPr>
          <p:grpSpPr>
            <a:xfrm>
              <a:off x="8929435" y="2604225"/>
              <a:ext cx="543846" cy="706237"/>
              <a:chOff x="377825" y="1184276"/>
              <a:chExt cx="1020763" cy="1325563"/>
            </a:xfrm>
            <a:grpFill/>
          </p:grpSpPr>
          <p:sp>
            <p:nvSpPr>
              <p:cNvPr id="76" name="Oval 122"/>
              <p:cNvSpPr>
                <a:spLocks noChangeArrowheads="1"/>
              </p:cNvSpPr>
              <p:nvPr/>
            </p:nvSpPr>
            <p:spPr bwMode="auto">
              <a:xfrm>
                <a:off x="395288" y="1184276"/>
                <a:ext cx="985838" cy="187325"/>
              </a:xfrm>
              <a:prstGeom prst="ellipse">
                <a:avLst/>
              </a:pr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sp>
            <p:nvSpPr>
              <p:cNvPr id="77"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grpSp>
      </p:grpSp>
      <p:grpSp>
        <p:nvGrpSpPr>
          <p:cNvPr id="90" name="Group 89"/>
          <p:cNvGrpSpPr/>
          <p:nvPr/>
        </p:nvGrpSpPr>
        <p:grpSpPr>
          <a:xfrm>
            <a:off x="9783423" y="3675153"/>
            <a:ext cx="822960" cy="1029096"/>
            <a:chOff x="9508565" y="2604225"/>
            <a:chExt cx="822960" cy="1029096"/>
          </a:xfrm>
          <a:solidFill>
            <a:schemeClr val="accent3">
              <a:lumMod val="75000"/>
            </a:schemeClr>
          </a:solidFill>
        </p:grpSpPr>
        <p:sp>
          <p:nvSpPr>
            <p:cNvPr id="59" name="TextBox 58"/>
            <p:cNvSpPr txBox="1"/>
            <p:nvPr/>
          </p:nvSpPr>
          <p:spPr>
            <a:xfrm>
              <a:off x="9508565" y="3388639"/>
              <a:ext cx="822960" cy="244682"/>
            </a:xfrm>
            <a:prstGeom prst="rect">
              <a:avLst/>
            </a:prstGeom>
            <a:noFill/>
          </p:spPr>
          <p:txBody>
            <a:bodyPr wrap="square" lIns="91440" tIns="45720" rIns="91440" bIns="45720" rtlCol="0" anchor="ctr" anchorCtr="0">
              <a:spAutoFit/>
            </a:bodyPr>
            <a:lstStyle/>
            <a:p>
              <a:pPr algn="ctr" defTabSz="1218217">
                <a:lnSpc>
                  <a:spcPct val="90000"/>
                </a:lnSpc>
              </a:pPr>
              <a:r>
                <a:rPr lang="en-US" sz="1100" dirty="0" smtClean="0">
                  <a:ln>
                    <a:solidFill>
                      <a:srgbClr val="FFFFFF">
                        <a:alpha val="0"/>
                      </a:srgbClr>
                    </a:solidFill>
                  </a:ln>
                  <a:gradFill>
                    <a:gsLst>
                      <a:gs pos="2917">
                        <a:srgbClr val="505050"/>
                      </a:gs>
                      <a:gs pos="100000">
                        <a:srgbClr val="505050"/>
                      </a:gs>
                    </a:gsLst>
                    <a:lin ang="5400000" scaled="0"/>
                  </a:gradFill>
                </a:rPr>
                <a:t>10 GB DB</a:t>
              </a:r>
            </a:p>
          </p:txBody>
        </p:sp>
        <p:grpSp>
          <p:nvGrpSpPr>
            <p:cNvPr id="78" name="Group 77"/>
            <p:cNvGrpSpPr>
              <a:grpSpLocks noChangeAspect="1"/>
            </p:cNvGrpSpPr>
            <p:nvPr/>
          </p:nvGrpSpPr>
          <p:grpSpPr>
            <a:xfrm>
              <a:off x="9648122" y="2604225"/>
              <a:ext cx="543846" cy="706237"/>
              <a:chOff x="377825" y="1184276"/>
              <a:chExt cx="1020763" cy="1325563"/>
            </a:xfrm>
            <a:grpFill/>
          </p:grpSpPr>
          <p:sp>
            <p:nvSpPr>
              <p:cNvPr id="79" name="Oval 122"/>
              <p:cNvSpPr>
                <a:spLocks noChangeArrowheads="1"/>
              </p:cNvSpPr>
              <p:nvPr/>
            </p:nvSpPr>
            <p:spPr bwMode="auto">
              <a:xfrm>
                <a:off x="395288" y="1184276"/>
                <a:ext cx="985838" cy="187325"/>
              </a:xfrm>
              <a:prstGeom prst="ellipse">
                <a:avLst/>
              </a:pr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sp>
            <p:nvSpPr>
              <p:cNvPr id="80"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grpSp>
      </p:grpSp>
      <p:grpSp>
        <p:nvGrpSpPr>
          <p:cNvPr id="91" name="Group 90"/>
          <p:cNvGrpSpPr/>
          <p:nvPr/>
        </p:nvGrpSpPr>
        <p:grpSpPr>
          <a:xfrm>
            <a:off x="10457551" y="3675153"/>
            <a:ext cx="822960" cy="1029096"/>
            <a:chOff x="10230588" y="2604225"/>
            <a:chExt cx="822960" cy="1029096"/>
          </a:xfrm>
          <a:solidFill>
            <a:schemeClr val="accent3">
              <a:lumMod val="75000"/>
            </a:schemeClr>
          </a:solidFill>
        </p:grpSpPr>
        <p:sp>
          <p:nvSpPr>
            <p:cNvPr id="60" name="TextBox 59"/>
            <p:cNvSpPr txBox="1"/>
            <p:nvPr/>
          </p:nvSpPr>
          <p:spPr>
            <a:xfrm>
              <a:off x="10230588" y="3388639"/>
              <a:ext cx="822960" cy="244682"/>
            </a:xfrm>
            <a:prstGeom prst="rect">
              <a:avLst/>
            </a:prstGeom>
            <a:noFill/>
          </p:spPr>
          <p:txBody>
            <a:bodyPr wrap="square" lIns="91440" tIns="45720" rIns="91440" bIns="45720" rtlCol="0" anchor="ctr" anchorCtr="0">
              <a:spAutoFit/>
            </a:bodyPr>
            <a:lstStyle/>
            <a:p>
              <a:pPr algn="ctr" defTabSz="1218217">
                <a:lnSpc>
                  <a:spcPct val="90000"/>
                </a:lnSpc>
              </a:pPr>
              <a:r>
                <a:rPr lang="en-US" sz="1100" dirty="0" smtClean="0">
                  <a:ln>
                    <a:solidFill>
                      <a:srgbClr val="FFFFFF">
                        <a:alpha val="0"/>
                      </a:srgbClr>
                    </a:solidFill>
                  </a:ln>
                  <a:gradFill>
                    <a:gsLst>
                      <a:gs pos="2917">
                        <a:srgbClr val="505050"/>
                      </a:gs>
                      <a:gs pos="100000">
                        <a:srgbClr val="505050"/>
                      </a:gs>
                    </a:gsLst>
                    <a:lin ang="5400000" scaled="0"/>
                  </a:gradFill>
                </a:rPr>
                <a:t>10 GB DB</a:t>
              </a:r>
            </a:p>
          </p:txBody>
        </p:sp>
        <p:grpSp>
          <p:nvGrpSpPr>
            <p:cNvPr id="81" name="Group 80"/>
            <p:cNvGrpSpPr>
              <a:grpSpLocks noChangeAspect="1"/>
            </p:cNvGrpSpPr>
            <p:nvPr/>
          </p:nvGrpSpPr>
          <p:grpSpPr>
            <a:xfrm>
              <a:off x="10370145" y="2604225"/>
              <a:ext cx="543846" cy="706237"/>
              <a:chOff x="377825" y="1184276"/>
              <a:chExt cx="1020763" cy="1325563"/>
            </a:xfrm>
            <a:grpFill/>
          </p:grpSpPr>
          <p:sp>
            <p:nvSpPr>
              <p:cNvPr id="82" name="Oval 122"/>
              <p:cNvSpPr>
                <a:spLocks noChangeArrowheads="1"/>
              </p:cNvSpPr>
              <p:nvPr/>
            </p:nvSpPr>
            <p:spPr bwMode="auto">
              <a:xfrm>
                <a:off x="395288" y="1184276"/>
                <a:ext cx="985838" cy="187325"/>
              </a:xfrm>
              <a:prstGeom prst="ellipse">
                <a:avLst/>
              </a:pr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sp>
            <p:nvSpPr>
              <p:cNvPr id="83"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grpSp>
      </p:grpSp>
      <p:grpSp>
        <p:nvGrpSpPr>
          <p:cNvPr id="92" name="Group 91"/>
          <p:cNvGrpSpPr/>
          <p:nvPr/>
        </p:nvGrpSpPr>
        <p:grpSpPr>
          <a:xfrm>
            <a:off x="11131681" y="3675153"/>
            <a:ext cx="822960" cy="1029096"/>
            <a:chOff x="10952611" y="2604225"/>
            <a:chExt cx="822960" cy="1029096"/>
          </a:xfrm>
          <a:solidFill>
            <a:schemeClr val="accent3">
              <a:lumMod val="75000"/>
            </a:schemeClr>
          </a:solidFill>
        </p:grpSpPr>
        <p:sp>
          <p:nvSpPr>
            <p:cNvPr id="61" name="TextBox 60"/>
            <p:cNvSpPr txBox="1"/>
            <p:nvPr/>
          </p:nvSpPr>
          <p:spPr>
            <a:xfrm>
              <a:off x="10952611" y="3388639"/>
              <a:ext cx="822960" cy="244682"/>
            </a:xfrm>
            <a:prstGeom prst="rect">
              <a:avLst/>
            </a:prstGeom>
            <a:noFill/>
          </p:spPr>
          <p:txBody>
            <a:bodyPr wrap="square" lIns="91440" tIns="45720" rIns="91440" bIns="45720" rtlCol="0" anchor="ctr" anchorCtr="0">
              <a:spAutoFit/>
            </a:bodyPr>
            <a:lstStyle/>
            <a:p>
              <a:pPr algn="ctr" defTabSz="1218217">
                <a:lnSpc>
                  <a:spcPct val="90000"/>
                </a:lnSpc>
              </a:pPr>
              <a:r>
                <a:rPr lang="en-US" sz="1100" dirty="0" smtClean="0">
                  <a:ln>
                    <a:solidFill>
                      <a:srgbClr val="FFFFFF">
                        <a:alpha val="0"/>
                      </a:srgbClr>
                    </a:solidFill>
                  </a:ln>
                  <a:gradFill>
                    <a:gsLst>
                      <a:gs pos="2917">
                        <a:srgbClr val="505050"/>
                      </a:gs>
                      <a:gs pos="100000">
                        <a:srgbClr val="505050"/>
                      </a:gs>
                    </a:gsLst>
                    <a:lin ang="5400000" scaled="0"/>
                  </a:gradFill>
                </a:rPr>
                <a:t>10 GB DB</a:t>
              </a:r>
            </a:p>
          </p:txBody>
        </p:sp>
        <p:grpSp>
          <p:nvGrpSpPr>
            <p:cNvPr id="84" name="Group 83"/>
            <p:cNvGrpSpPr>
              <a:grpSpLocks noChangeAspect="1"/>
            </p:cNvGrpSpPr>
            <p:nvPr/>
          </p:nvGrpSpPr>
          <p:grpSpPr>
            <a:xfrm>
              <a:off x="11092168" y="2604225"/>
              <a:ext cx="543846" cy="706237"/>
              <a:chOff x="377825" y="1184276"/>
              <a:chExt cx="1020763" cy="1325563"/>
            </a:xfrm>
            <a:grpFill/>
          </p:grpSpPr>
          <p:sp>
            <p:nvSpPr>
              <p:cNvPr id="85" name="Oval 122"/>
              <p:cNvSpPr>
                <a:spLocks noChangeArrowheads="1"/>
              </p:cNvSpPr>
              <p:nvPr/>
            </p:nvSpPr>
            <p:spPr bwMode="auto">
              <a:xfrm>
                <a:off x="395288" y="1184276"/>
                <a:ext cx="985838" cy="187325"/>
              </a:xfrm>
              <a:prstGeom prst="ellipse">
                <a:avLst/>
              </a:pr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sp>
            <p:nvSpPr>
              <p:cNvPr id="86"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rgbClr val="005695"/>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grpSp>
      </p:grpSp>
      <p:grpSp>
        <p:nvGrpSpPr>
          <p:cNvPr id="93" name="Group 92"/>
          <p:cNvGrpSpPr/>
          <p:nvPr/>
        </p:nvGrpSpPr>
        <p:grpSpPr>
          <a:xfrm>
            <a:off x="7761039" y="2257833"/>
            <a:ext cx="822960" cy="1029096"/>
            <a:chOff x="7430450" y="2604225"/>
            <a:chExt cx="822960" cy="1029096"/>
          </a:xfrm>
          <a:solidFill>
            <a:schemeClr val="accent3"/>
          </a:solidFill>
        </p:grpSpPr>
        <p:sp>
          <p:nvSpPr>
            <p:cNvPr id="94" name="TextBox 93"/>
            <p:cNvSpPr txBox="1"/>
            <p:nvPr/>
          </p:nvSpPr>
          <p:spPr>
            <a:xfrm>
              <a:off x="7430450" y="3388639"/>
              <a:ext cx="822960" cy="244682"/>
            </a:xfrm>
            <a:prstGeom prst="rect">
              <a:avLst/>
            </a:prstGeom>
            <a:noFill/>
          </p:spPr>
          <p:txBody>
            <a:bodyPr wrap="square" lIns="91440" tIns="45720" rIns="91440" bIns="45720" rtlCol="0" anchor="ctr" anchorCtr="0">
              <a:spAutoFit/>
            </a:bodyPr>
            <a:lstStyle/>
            <a:p>
              <a:pPr algn="ctr" defTabSz="1218217">
                <a:lnSpc>
                  <a:spcPct val="90000"/>
                </a:lnSpc>
              </a:pPr>
              <a:r>
                <a:rPr lang="en-US" sz="1100" dirty="0" smtClean="0">
                  <a:ln>
                    <a:solidFill>
                      <a:srgbClr val="FFFFFF">
                        <a:alpha val="0"/>
                      </a:srgbClr>
                    </a:solidFill>
                  </a:ln>
                  <a:gradFill>
                    <a:gsLst>
                      <a:gs pos="2917">
                        <a:srgbClr val="505050"/>
                      </a:gs>
                      <a:gs pos="100000">
                        <a:srgbClr val="505050"/>
                      </a:gs>
                    </a:gsLst>
                    <a:lin ang="5400000" scaled="0"/>
                  </a:gradFill>
                </a:rPr>
                <a:t>10 GB DB</a:t>
              </a:r>
            </a:p>
          </p:txBody>
        </p:sp>
        <p:grpSp>
          <p:nvGrpSpPr>
            <p:cNvPr id="95" name="Group 94"/>
            <p:cNvGrpSpPr>
              <a:grpSpLocks noChangeAspect="1"/>
            </p:cNvGrpSpPr>
            <p:nvPr/>
          </p:nvGrpSpPr>
          <p:grpSpPr>
            <a:xfrm>
              <a:off x="7570007" y="2604225"/>
              <a:ext cx="543846" cy="706237"/>
              <a:chOff x="377825" y="1184276"/>
              <a:chExt cx="1020763" cy="1325563"/>
            </a:xfrm>
            <a:grpFill/>
          </p:grpSpPr>
          <p:sp>
            <p:nvSpPr>
              <p:cNvPr id="96" name="Oval 122"/>
              <p:cNvSpPr>
                <a:spLocks noChangeArrowheads="1"/>
              </p:cNvSpPr>
              <p:nvPr/>
            </p:nvSpPr>
            <p:spPr bwMode="auto">
              <a:xfrm>
                <a:off x="395288" y="1184276"/>
                <a:ext cx="985838" cy="187325"/>
              </a:xfrm>
              <a:prstGeom prst="ellipse">
                <a:avLst/>
              </a:pr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sp>
            <p:nvSpPr>
              <p:cNvPr id="97"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grpSp>
      </p:grpSp>
      <p:grpSp>
        <p:nvGrpSpPr>
          <p:cNvPr id="98" name="Group 97"/>
          <p:cNvGrpSpPr/>
          <p:nvPr/>
        </p:nvGrpSpPr>
        <p:grpSpPr>
          <a:xfrm>
            <a:off x="8435167" y="2257833"/>
            <a:ext cx="822960" cy="1029096"/>
            <a:chOff x="8134359" y="2604225"/>
            <a:chExt cx="822960" cy="1029096"/>
          </a:xfrm>
          <a:solidFill>
            <a:schemeClr val="accent3"/>
          </a:solidFill>
        </p:grpSpPr>
        <p:sp>
          <p:nvSpPr>
            <p:cNvPr id="99" name="TextBox 98"/>
            <p:cNvSpPr txBox="1"/>
            <p:nvPr/>
          </p:nvSpPr>
          <p:spPr>
            <a:xfrm>
              <a:off x="8134359" y="3388639"/>
              <a:ext cx="822960" cy="244682"/>
            </a:xfrm>
            <a:prstGeom prst="rect">
              <a:avLst/>
            </a:prstGeom>
            <a:noFill/>
          </p:spPr>
          <p:txBody>
            <a:bodyPr wrap="square" lIns="91440" tIns="45720" rIns="91440" bIns="45720" rtlCol="0" anchor="ctr" anchorCtr="0">
              <a:spAutoFit/>
            </a:bodyPr>
            <a:lstStyle/>
            <a:p>
              <a:pPr algn="ctr" defTabSz="1218217">
                <a:lnSpc>
                  <a:spcPct val="90000"/>
                </a:lnSpc>
              </a:pPr>
              <a:r>
                <a:rPr lang="en-US" sz="1100" dirty="0" smtClean="0">
                  <a:ln>
                    <a:solidFill>
                      <a:srgbClr val="FFFFFF">
                        <a:alpha val="0"/>
                      </a:srgbClr>
                    </a:solidFill>
                  </a:ln>
                  <a:gradFill>
                    <a:gsLst>
                      <a:gs pos="2917">
                        <a:srgbClr val="505050"/>
                      </a:gs>
                      <a:gs pos="100000">
                        <a:srgbClr val="505050"/>
                      </a:gs>
                    </a:gsLst>
                    <a:lin ang="5400000" scaled="0"/>
                  </a:gradFill>
                </a:rPr>
                <a:t>10 GB DB</a:t>
              </a:r>
            </a:p>
          </p:txBody>
        </p:sp>
        <p:grpSp>
          <p:nvGrpSpPr>
            <p:cNvPr id="100" name="Group 99"/>
            <p:cNvGrpSpPr>
              <a:grpSpLocks noChangeAspect="1"/>
            </p:cNvGrpSpPr>
            <p:nvPr/>
          </p:nvGrpSpPr>
          <p:grpSpPr>
            <a:xfrm>
              <a:off x="8273916" y="2604225"/>
              <a:ext cx="543846" cy="706237"/>
              <a:chOff x="377825" y="1184276"/>
              <a:chExt cx="1020763" cy="1325563"/>
            </a:xfrm>
            <a:grpFill/>
          </p:grpSpPr>
          <p:sp>
            <p:nvSpPr>
              <p:cNvPr id="101" name="Oval 122"/>
              <p:cNvSpPr>
                <a:spLocks noChangeArrowheads="1"/>
              </p:cNvSpPr>
              <p:nvPr/>
            </p:nvSpPr>
            <p:spPr bwMode="auto">
              <a:xfrm>
                <a:off x="395288" y="1184276"/>
                <a:ext cx="985838" cy="187325"/>
              </a:xfrm>
              <a:prstGeom prst="ellipse">
                <a:avLst/>
              </a:pr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sp>
            <p:nvSpPr>
              <p:cNvPr id="102"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grpSp>
      </p:grpSp>
      <p:grpSp>
        <p:nvGrpSpPr>
          <p:cNvPr id="103" name="Group 102"/>
          <p:cNvGrpSpPr/>
          <p:nvPr/>
        </p:nvGrpSpPr>
        <p:grpSpPr>
          <a:xfrm>
            <a:off x="9109295" y="2257833"/>
            <a:ext cx="822960" cy="1029096"/>
            <a:chOff x="8789878" y="2604225"/>
            <a:chExt cx="822960" cy="1029096"/>
          </a:xfrm>
          <a:solidFill>
            <a:schemeClr val="accent3"/>
          </a:solidFill>
        </p:grpSpPr>
        <p:sp>
          <p:nvSpPr>
            <p:cNvPr id="104" name="TextBox 103"/>
            <p:cNvSpPr txBox="1"/>
            <p:nvPr/>
          </p:nvSpPr>
          <p:spPr>
            <a:xfrm>
              <a:off x="8789878" y="3388639"/>
              <a:ext cx="822960" cy="244682"/>
            </a:xfrm>
            <a:prstGeom prst="rect">
              <a:avLst/>
            </a:prstGeom>
            <a:noFill/>
          </p:spPr>
          <p:txBody>
            <a:bodyPr wrap="square" lIns="91440" tIns="45720" rIns="91440" bIns="45720" rtlCol="0" anchor="ctr" anchorCtr="0">
              <a:spAutoFit/>
            </a:bodyPr>
            <a:lstStyle/>
            <a:p>
              <a:pPr algn="ctr" defTabSz="1218217">
                <a:lnSpc>
                  <a:spcPct val="90000"/>
                </a:lnSpc>
              </a:pPr>
              <a:r>
                <a:rPr lang="en-US" sz="1100" dirty="0" smtClean="0">
                  <a:ln>
                    <a:solidFill>
                      <a:srgbClr val="FFFFFF">
                        <a:alpha val="0"/>
                      </a:srgbClr>
                    </a:solidFill>
                  </a:ln>
                  <a:gradFill>
                    <a:gsLst>
                      <a:gs pos="2917">
                        <a:srgbClr val="505050"/>
                      </a:gs>
                      <a:gs pos="100000">
                        <a:srgbClr val="505050"/>
                      </a:gs>
                    </a:gsLst>
                    <a:lin ang="5400000" scaled="0"/>
                  </a:gradFill>
                </a:rPr>
                <a:t>10 GB DB</a:t>
              </a:r>
            </a:p>
          </p:txBody>
        </p:sp>
        <p:grpSp>
          <p:nvGrpSpPr>
            <p:cNvPr id="105" name="Group 104"/>
            <p:cNvGrpSpPr>
              <a:grpSpLocks noChangeAspect="1"/>
            </p:cNvGrpSpPr>
            <p:nvPr/>
          </p:nvGrpSpPr>
          <p:grpSpPr>
            <a:xfrm>
              <a:off x="8929435" y="2604225"/>
              <a:ext cx="543846" cy="706237"/>
              <a:chOff x="377825" y="1184276"/>
              <a:chExt cx="1020763" cy="1325563"/>
            </a:xfrm>
            <a:grpFill/>
          </p:grpSpPr>
          <p:sp>
            <p:nvSpPr>
              <p:cNvPr id="106" name="Oval 122"/>
              <p:cNvSpPr>
                <a:spLocks noChangeArrowheads="1"/>
              </p:cNvSpPr>
              <p:nvPr/>
            </p:nvSpPr>
            <p:spPr bwMode="auto">
              <a:xfrm>
                <a:off x="395288" y="1184276"/>
                <a:ext cx="985838" cy="187325"/>
              </a:xfrm>
              <a:prstGeom prst="ellipse">
                <a:avLst/>
              </a:pr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sp>
            <p:nvSpPr>
              <p:cNvPr id="107"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grpSp>
      </p:grpSp>
      <p:grpSp>
        <p:nvGrpSpPr>
          <p:cNvPr id="108" name="Group 107"/>
          <p:cNvGrpSpPr/>
          <p:nvPr/>
        </p:nvGrpSpPr>
        <p:grpSpPr>
          <a:xfrm>
            <a:off x="9783423" y="2257833"/>
            <a:ext cx="822960" cy="1029096"/>
            <a:chOff x="9508565" y="2604225"/>
            <a:chExt cx="822960" cy="1029096"/>
          </a:xfrm>
          <a:solidFill>
            <a:schemeClr val="accent3"/>
          </a:solidFill>
        </p:grpSpPr>
        <p:sp>
          <p:nvSpPr>
            <p:cNvPr id="109" name="TextBox 108"/>
            <p:cNvSpPr txBox="1"/>
            <p:nvPr/>
          </p:nvSpPr>
          <p:spPr>
            <a:xfrm>
              <a:off x="9508565" y="3388639"/>
              <a:ext cx="822960" cy="244682"/>
            </a:xfrm>
            <a:prstGeom prst="rect">
              <a:avLst/>
            </a:prstGeom>
            <a:noFill/>
          </p:spPr>
          <p:txBody>
            <a:bodyPr wrap="square" lIns="91440" tIns="45720" rIns="91440" bIns="45720" rtlCol="0" anchor="ctr" anchorCtr="0">
              <a:spAutoFit/>
            </a:bodyPr>
            <a:lstStyle/>
            <a:p>
              <a:pPr algn="ctr" defTabSz="1218217">
                <a:lnSpc>
                  <a:spcPct val="90000"/>
                </a:lnSpc>
              </a:pPr>
              <a:r>
                <a:rPr lang="en-US" sz="1100" dirty="0" smtClean="0">
                  <a:ln>
                    <a:solidFill>
                      <a:srgbClr val="FFFFFF">
                        <a:alpha val="0"/>
                      </a:srgbClr>
                    </a:solidFill>
                  </a:ln>
                  <a:gradFill>
                    <a:gsLst>
                      <a:gs pos="2917">
                        <a:srgbClr val="505050"/>
                      </a:gs>
                      <a:gs pos="100000">
                        <a:srgbClr val="505050"/>
                      </a:gs>
                    </a:gsLst>
                    <a:lin ang="5400000" scaled="0"/>
                  </a:gradFill>
                </a:rPr>
                <a:t>10 GB DB</a:t>
              </a:r>
            </a:p>
          </p:txBody>
        </p:sp>
        <p:grpSp>
          <p:nvGrpSpPr>
            <p:cNvPr id="110" name="Group 109"/>
            <p:cNvGrpSpPr>
              <a:grpSpLocks noChangeAspect="1"/>
            </p:cNvGrpSpPr>
            <p:nvPr/>
          </p:nvGrpSpPr>
          <p:grpSpPr>
            <a:xfrm>
              <a:off x="9648122" y="2604225"/>
              <a:ext cx="543846" cy="706237"/>
              <a:chOff x="377825" y="1184276"/>
              <a:chExt cx="1020763" cy="1325563"/>
            </a:xfrm>
            <a:grpFill/>
          </p:grpSpPr>
          <p:sp>
            <p:nvSpPr>
              <p:cNvPr id="111" name="Oval 122"/>
              <p:cNvSpPr>
                <a:spLocks noChangeArrowheads="1"/>
              </p:cNvSpPr>
              <p:nvPr/>
            </p:nvSpPr>
            <p:spPr bwMode="auto">
              <a:xfrm>
                <a:off x="395288" y="1184276"/>
                <a:ext cx="985838" cy="187325"/>
              </a:xfrm>
              <a:prstGeom prst="ellipse">
                <a:avLst/>
              </a:pr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sp>
            <p:nvSpPr>
              <p:cNvPr id="112"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grpSp>
      </p:grpSp>
      <p:grpSp>
        <p:nvGrpSpPr>
          <p:cNvPr id="113" name="Group 112"/>
          <p:cNvGrpSpPr/>
          <p:nvPr/>
        </p:nvGrpSpPr>
        <p:grpSpPr>
          <a:xfrm>
            <a:off x="10457551" y="2257833"/>
            <a:ext cx="822960" cy="1029096"/>
            <a:chOff x="10230588" y="2604225"/>
            <a:chExt cx="822960" cy="1029096"/>
          </a:xfrm>
          <a:solidFill>
            <a:schemeClr val="accent3"/>
          </a:solidFill>
        </p:grpSpPr>
        <p:sp>
          <p:nvSpPr>
            <p:cNvPr id="114" name="TextBox 113"/>
            <p:cNvSpPr txBox="1"/>
            <p:nvPr/>
          </p:nvSpPr>
          <p:spPr>
            <a:xfrm>
              <a:off x="10230588" y="3388639"/>
              <a:ext cx="822960" cy="244682"/>
            </a:xfrm>
            <a:prstGeom prst="rect">
              <a:avLst/>
            </a:prstGeom>
            <a:noFill/>
          </p:spPr>
          <p:txBody>
            <a:bodyPr wrap="square" lIns="91440" tIns="45720" rIns="91440" bIns="45720" rtlCol="0" anchor="ctr" anchorCtr="0">
              <a:spAutoFit/>
            </a:bodyPr>
            <a:lstStyle/>
            <a:p>
              <a:pPr algn="ctr" defTabSz="1218217">
                <a:lnSpc>
                  <a:spcPct val="90000"/>
                </a:lnSpc>
              </a:pPr>
              <a:r>
                <a:rPr lang="en-US" sz="1100" dirty="0" smtClean="0">
                  <a:ln>
                    <a:solidFill>
                      <a:srgbClr val="FFFFFF">
                        <a:alpha val="0"/>
                      </a:srgbClr>
                    </a:solidFill>
                  </a:ln>
                  <a:gradFill>
                    <a:gsLst>
                      <a:gs pos="2917">
                        <a:srgbClr val="505050"/>
                      </a:gs>
                      <a:gs pos="100000">
                        <a:srgbClr val="505050"/>
                      </a:gs>
                    </a:gsLst>
                    <a:lin ang="5400000" scaled="0"/>
                  </a:gradFill>
                </a:rPr>
                <a:t>10 GB DB</a:t>
              </a:r>
            </a:p>
          </p:txBody>
        </p:sp>
        <p:grpSp>
          <p:nvGrpSpPr>
            <p:cNvPr id="115" name="Group 114"/>
            <p:cNvGrpSpPr>
              <a:grpSpLocks noChangeAspect="1"/>
            </p:cNvGrpSpPr>
            <p:nvPr/>
          </p:nvGrpSpPr>
          <p:grpSpPr>
            <a:xfrm>
              <a:off x="10370145" y="2604225"/>
              <a:ext cx="543846" cy="706237"/>
              <a:chOff x="377825" y="1184276"/>
              <a:chExt cx="1020763" cy="1325563"/>
            </a:xfrm>
            <a:grpFill/>
          </p:grpSpPr>
          <p:sp>
            <p:nvSpPr>
              <p:cNvPr id="116" name="Oval 122"/>
              <p:cNvSpPr>
                <a:spLocks noChangeArrowheads="1"/>
              </p:cNvSpPr>
              <p:nvPr/>
            </p:nvSpPr>
            <p:spPr bwMode="auto">
              <a:xfrm>
                <a:off x="395288" y="1184276"/>
                <a:ext cx="985838" cy="187325"/>
              </a:xfrm>
              <a:prstGeom prst="ellipse">
                <a:avLst/>
              </a:pr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sp>
            <p:nvSpPr>
              <p:cNvPr id="117"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grpSp>
      </p:grpSp>
      <p:grpSp>
        <p:nvGrpSpPr>
          <p:cNvPr id="118" name="Group 117"/>
          <p:cNvGrpSpPr/>
          <p:nvPr/>
        </p:nvGrpSpPr>
        <p:grpSpPr>
          <a:xfrm>
            <a:off x="11131681" y="2257833"/>
            <a:ext cx="822960" cy="1029096"/>
            <a:chOff x="10952611" y="2604225"/>
            <a:chExt cx="822960" cy="1029096"/>
          </a:xfrm>
          <a:solidFill>
            <a:schemeClr val="accent3"/>
          </a:solidFill>
        </p:grpSpPr>
        <p:sp>
          <p:nvSpPr>
            <p:cNvPr id="119" name="TextBox 118"/>
            <p:cNvSpPr txBox="1"/>
            <p:nvPr/>
          </p:nvSpPr>
          <p:spPr>
            <a:xfrm>
              <a:off x="10952611" y="3388639"/>
              <a:ext cx="822960" cy="244682"/>
            </a:xfrm>
            <a:prstGeom prst="rect">
              <a:avLst/>
            </a:prstGeom>
            <a:noFill/>
          </p:spPr>
          <p:txBody>
            <a:bodyPr wrap="square" lIns="91440" tIns="45720" rIns="91440" bIns="45720" rtlCol="0" anchor="ctr" anchorCtr="0">
              <a:spAutoFit/>
            </a:bodyPr>
            <a:lstStyle/>
            <a:p>
              <a:pPr algn="ctr" defTabSz="1218217">
                <a:lnSpc>
                  <a:spcPct val="90000"/>
                </a:lnSpc>
              </a:pPr>
              <a:r>
                <a:rPr lang="en-US" sz="1100" dirty="0" smtClean="0">
                  <a:ln>
                    <a:solidFill>
                      <a:srgbClr val="FFFFFF">
                        <a:alpha val="0"/>
                      </a:srgbClr>
                    </a:solidFill>
                  </a:ln>
                  <a:gradFill>
                    <a:gsLst>
                      <a:gs pos="2917">
                        <a:srgbClr val="505050"/>
                      </a:gs>
                      <a:gs pos="100000">
                        <a:srgbClr val="505050"/>
                      </a:gs>
                    </a:gsLst>
                    <a:lin ang="5400000" scaled="0"/>
                  </a:gradFill>
                </a:rPr>
                <a:t>10 GB DB</a:t>
              </a:r>
            </a:p>
          </p:txBody>
        </p:sp>
        <p:grpSp>
          <p:nvGrpSpPr>
            <p:cNvPr id="120" name="Group 119"/>
            <p:cNvGrpSpPr>
              <a:grpSpLocks noChangeAspect="1"/>
            </p:cNvGrpSpPr>
            <p:nvPr/>
          </p:nvGrpSpPr>
          <p:grpSpPr>
            <a:xfrm>
              <a:off x="11092168" y="2604225"/>
              <a:ext cx="543846" cy="706237"/>
              <a:chOff x="377825" y="1184276"/>
              <a:chExt cx="1020763" cy="1325563"/>
            </a:xfrm>
            <a:grpFill/>
          </p:grpSpPr>
          <p:sp>
            <p:nvSpPr>
              <p:cNvPr id="121" name="Oval 122"/>
              <p:cNvSpPr>
                <a:spLocks noChangeArrowheads="1"/>
              </p:cNvSpPr>
              <p:nvPr/>
            </p:nvSpPr>
            <p:spPr bwMode="auto">
              <a:xfrm>
                <a:off x="395288" y="1184276"/>
                <a:ext cx="985838" cy="187325"/>
              </a:xfrm>
              <a:prstGeom prst="ellipse">
                <a:avLst/>
              </a:pr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sp>
            <p:nvSpPr>
              <p:cNvPr id="122" name="Freeform 123"/>
              <p:cNvSpPr>
                <a:spLocks noEditPoints="1"/>
              </p:cNvSpPr>
              <p:nvPr/>
            </p:nvSpPr>
            <p:spPr bwMode="auto">
              <a:xfrm>
                <a:off x="377825" y="1314451"/>
                <a:ext cx="1020763" cy="1195388"/>
              </a:xfrm>
              <a:custGeom>
                <a:avLst/>
                <a:gdLst>
                  <a:gd name="T0" fmla="*/ 480 w 480"/>
                  <a:gd name="T1" fmla="*/ 135 h 562"/>
                  <a:gd name="T2" fmla="*/ 480 w 480"/>
                  <a:gd name="T3" fmla="*/ 0 h 562"/>
                  <a:gd name="T4" fmla="*/ 240 w 480"/>
                  <a:gd name="T5" fmla="*/ 43 h 562"/>
                  <a:gd name="T6" fmla="*/ 0 w 480"/>
                  <a:gd name="T7" fmla="*/ 0 h 562"/>
                  <a:gd name="T8" fmla="*/ 0 w 480"/>
                  <a:gd name="T9" fmla="*/ 135 h 562"/>
                  <a:gd name="T10" fmla="*/ 15 w 480"/>
                  <a:gd name="T11" fmla="*/ 153 h 562"/>
                  <a:gd name="T12" fmla="*/ 0 w 480"/>
                  <a:gd name="T13" fmla="*/ 170 h 562"/>
                  <a:gd name="T14" fmla="*/ 0 w 480"/>
                  <a:gd name="T15" fmla="*/ 322 h 562"/>
                  <a:gd name="T16" fmla="*/ 15 w 480"/>
                  <a:gd name="T17" fmla="*/ 340 h 562"/>
                  <a:gd name="T18" fmla="*/ 0 w 480"/>
                  <a:gd name="T19" fmla="*/ 358 h 562"/>
                  <a:gd name="T20" fmla="*/ 0 w 480"/>
                  <a:gd name="T21" fmla="*/ 510 h 562"/>
                  <a:gd name="T22" fmla="*/ 240 w 480"/>
                  <a:gd name="T23" fmla="*/ 562 h 562"/>
                  <a:gd name="T24" fmla="*/ 480 w 480"/>
                  <a:gd name="T25" fmla="*/ 510 h 562"/>
                  <a:gd name="T26" fmla="*/ 480 w 480"/>
                  <a:gd name="T27" fmla="*/ 358 h 562"/>
                  <a:gd name="T28" fmla="*/ 466 w 480"/>
                  <a:gd name="T29" fmla="*/ 340 h 562"/>
                  <a:gd name="T30" fmla="*/ 480 w 480"/>
                  <a:gd name="T31" fmla="*/ 322 h 562"/>
                  <a:gd name="T32" fmla="*/ 480 w 480"/>
                  <a:gd name="T33" fmla="*/ 170 h 562"/>
                  <a:gd name="T34" fmla="*/ 466 w 480"/>
                  <a:gd name="T35" fmla="*/ 153 h 562"/>
                  <a:gd name="T36" fmla="*/ 480 w 480"/>
                  <a:gd name="T37" fmla="*/ 135 h 562"/>
                  <a:gd name="T38" fmla="*/ 458 w 480"/>
                  <a:gd name="T39" fmla="*/ 352 h 562"/>
                  <a:gd name="T40" fmla="*/ 240 w 480"/>
                  <a:gd name="T41" fmla="*/ 380 h 562"/>
                  <a:gd name="T42" fmla="*/ 23 w 480"/>
                  <a:gd name="T43" fmla="*/ 352 h 562"/>
                  <a:gd name="T44" fmla="*/ 23 w 480"/>
                  <a:gd name="T45" fmla="*/ 333 h 562"/>
                  <a:gd name="T46" fmla="*/ 240 w 480"/>
                  <a:gd name="T47" fmla="*/ 361 h 562"/>
                  <a:gd name="T48" fmla="*/ 458 w 480"/>
                  <a:gd name="T49" fmla="*/ 333 h 562"/>
                  <a:gd name="T50" fmla="*/ 458 w 480"/>
                  <a:gd name="T51" fmla="*/ 352 h 562"/>
                  <a:gd name="T52" fmla="*/ 458 w 480"/>
                  <a:gd name="T53" fmla="*/ 166 h 562"/>
                  <a:gd name="T54" fmla="*/ 240 w 480"/>
                  <a:gd name="T55" fmla="*/ 195 h 562"/>
                  <a:gd name="T56" fmla="*/ 23 w 480"/>
                  <a:gd name="T57" fmla="*/ 166 h 562"/>
                  <a:gd name="T58" fmla="*/ 23 w 480"/>
                  <a:gd name="T59" fmla="*/ 147 h 562"/>
                  <a:gd name="T60" fmla="*/ 240 w 480"/>
                  <a:gd name="T61" fmla="*/ 176 h 562"/>
                  <a:gd name="T62" fmla="*/ 458 w 480"/>
                  <a:gd name="T63" fmla="*/ 147 h 562"/>
                  <a:gd name="T64" fmla="*/ 458 w 480"/>
                  <a:gd name="T65" fmla="*/ 166 h 562"/>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 ang="0">
                    <a:pos x="T54" y="T55"/>
                  </a:cxn>
                  <a:cxn ang="0">
                    <a:pos x="T56" y="T57"/>
                  </a:cxn>
                  <a:cxn ang="0">
                    <a:pos x="T58" y="T59"/>
                  </a:cxn>
                  <a:cxn ang="0">
                    <a:pos x="T60" y="T61"/>
                  </a:cxn>
                  <a:cxn ang="0">
                    <a:pos x="T62" y="T63"/>
                  </a:cxn>
                  <a:cxn ang="0">
                    <a:pos x="T64" y="T65"/>
                  </a:cxn>
                </a:cxnLst>
                <a:rect l="0" t="0" r="r" b="b"/>
                <a:pathLst>
                  <a:path w="480" h="562">
                    <a:moveTo>
                      <a:pt x="480" y="135"/>
                    </a:moveTo>
                    <a:cubicBezTo>
                      <a:pt x="480" y="0"/>
                      <a:pt x="480" y="0"/>
                      <a:pt x="480" y="0"/>
                    </a:cubicBezTo>
                    <a:cubicBezTo>
                      <a:pt x="448" y="31"/>
                      <a:pt x="326" y="43"/>
                      <a:pt x="240" y="43"/>
                    </a:cubicBezTo>
                    <a:cubicBezTo>
                      <a:pt x="154" y="43"/>
                      <a:pt x="32" y="31"/>
                      <a:pt x="0" y="0"/>
                    </a:cubicBezTo>
                    <a:cubicBezTo>
                      <a:pt x="0" y="135"/>
                      <a:pt x="0" y="135"/>
                      <a:pt x="0" y="135"/>
                    </a:cubicBezTo>
                    <a:cubicBezTo>
                      <a:pt x="0" y="141"/>
                      <a:pt x="5" y="147"/>
                      <a:pt x="15" y="153"/>
                    </a:cubicBezTo>
                    <a:cubicBezTo>
                      <a:pt x="5" y="158"/>
                      <a:pt x="0" y="164"/>
                      <a:pt x="0" y="170"/>
                    </a:cubicBezTo>
                    <a:cubicBezTo>
                      <a:pt x="0" y="322"/>
                      <a:pt x="0" y="322"/>
                      <a:pt x="0" y="322"/>
                    </a:cubicBezTo>
                    <a:cubicBezTo>
                      <a:pt x="0" y="329"/>
                      <a:pt x="5" y="335"/>
                      <a:pt x="15" y="340"/>
                    </a:cubicBezTo>
                    <a:cubicBezTo>
                      <a:pt x="5" y="346"/>
                      <a:pt x="0" y="351"/>
                      <a:pt x="0" y="358"/>
                    </a:cubicBezTo>
                    <a:cubicBezTo>
                      <a:pt x="0" y="510"/>
                      <a:pt x="0" y="510"/>
                      <a:pt x="0" y="510"/>
                    </a:cubicBezTo>
                    <a:cubicBezTo>
                      <a:pt x="0" y="538"/>
                      <a:pt x="108" y="562"/>
                      <a:pt x="240" y="562"/>
                    </a:cubicBezTo>
                    <a:cubicBezTo>
                      <a:pt x="373" y="562"/>
                      <a:pt x="480" y="538"/>
                      <a:pt x="480" y="510"/>
                    </a:cubicBezTo>
                    <a:cubicBezTo>
                      <a:pt x="480" y="358"/>
                      <a:pt x="480" y="358"/>
                      <a:pt x="480" y="358"/>
                    </a:cubicBezTo>
                    <a:cubicBezTo>
                      <a:pt x="480" y="351"/>
                      <a:pt x="475" y="346"/>
                      <a:pt x="466" y="340"/>
                    </a:cubicBezTo>
                    <a:cubicBezTo>
                      <a:pt x="475" y="335"/>
                      <a:pt x="480" y="329"/>
                      <a:pt x="480" y="322"/>
                    </a:cubicBezTo>
                    <a:cubicBezTo>
                      <a:pt x="480" y="170"/>
                      <a:pt x="480" y="170"/>
                      <a:pt x="480" y="170"/>
                    </a:cubicBezTo>
                    <a:cubicBezTo>
                      <a:pt x="480" y="164"/>
                      <a:pt x="475" y="158"/>
                      <a:pt x="466" y="153"/>
                    </a:cubicBezTo>
                    <a:cubicBezTo>
                      <a:pt x="475" y="147"/>
                      <a:pt x="480" y="141"/>
                      <a:pt x="480" y="135"/>
                    </a:cubicBezTo>
                    <a:close/>
                    <a:moveTo>
                      <a:pt x="458" y="352"/>
                    </a:moveTo>
                    <a:cubicBezTo>
                      <a:pt x="458" y="368"/>
                      <a:pt x="361" y="380"/>
                      <a:pt x="240" y="380"/>
                    </a:cubicBezTo>
                    <a:cubicBezTo>
                      <a:pt x="120" y="380"/>
                      <a:pt x="23" y="368"/>
                      <a:pt x="23" y="352"/>
                    </a:cubicBezTo>
                    <a:cubicBezTo>
                      <a:pt x="23" y="333"/>
                      <a:pt x="23" y="333"/>
                      <a:pt x="23" y="333"/>
                    </a:cubicBezTo>
                    <a:cubicBezTo>
                      <a:pt x="23" y="349"/>
                      <a:pt x="120" y="361"/>
                      <a:pt x="240" y="361"/>
                    </a:cubicBezTo>
                    <a:cubicBezTo>
                      <a:pt x="361" y="361"/>
                      <a:pt x="458" y="349"/>
                      <a:pt x="458" y="333"/>
                    </a:cubicBezTo>
                    <a:lnTo>
                      <a:pt x="458" y="352"/>
                    </a:lnTo>
                    <a:close/>
                    <a:moveTo>
                      <a:pt x="458" y="166"/>
                    </a:moveTo>
                    <a:cubicBezTo>
                      <a:pt x="458" y="182"/>
                      <a:pt x="361" y="195"/>
                      <a:pt x="240" y="195"/>
                    </a:cubicBezTo>
                    <a:cubicBezTo>
                      <a:pt x="120" y="195"/>
                      <a:pt x="23" y="182"/>
                      <a:pt x="23" y="166"/>
                    </a:cubicBezTo>
                    <a:cubicBezTo>
                      <a:pt x="23" y="147"/>
                      <a:pt x="23" y="147"/>
                      <a:pt x="23" y="147"/>
                    </a:cubicBezTo>
                    <a:cubicBezTo>
                      <a:pt x="23" y="163"/>
                      <a:pt x="120" y="176"/>
                      <a:pt x="240" y="176"/>
                    </a:cubicBezTo>
                    <a:cubicBezTo>
                      <a:pt x="361" y="176"/>
                      <a:pt x="458" y="163"/>
                      <a:pt x="458" y="147"/>
                    </a:cubicBezTo>
                    <a:lnTo>
                      <a:pt x="458" y="166"/>
                    </a:lnTo>
                    <a:close/>
                  </a:path>
                </a:pathLst>
              </a:custGeom>
              <a:solidFill>
                <a:schemeClr val="accent1"/>
              </a:solidFill>
              <a:ln w="9525">
                <a:solidFill>
                  <a:schemeClr val="bg1"/>
                </a:solidFill>
                <a:round/>
                <a:headEnd/>
                <a:tailEnd/>
              </a:ln>
              <a:extLst/>
            </p:spPr>
            <p:txBody>
              <a:bodyPr vert="horz" wrap="square" lIns="91440" tIns="45720" rIns="91440" bIns="45720" numCol="1" anchor="t" anchorCtr="0" compatLnSpc="1">
                <a:prstTxWarp prst="textNoShape">
                  <a:avLst/>
                </a:prstTxWarp>
              </a:bodyPr>
              <a:lstStyle/>
              <a:p>
                <a:pPr defTabSz="1218217"/>
                <a:endParaRPr lang="en-US" sz="1100" dirty="0">
                  <a:gradFill>
                    <a:gsLst>
                      <a:gs pos="2917">
                        <a:srgbClr val="505050"/>
                      </a:gs>
                      <a:gs pos="100000">
                        <a:srgbClr val="505050"/>
                      </a:gs>
                    </a:gsLst>
                    <a:lin ang="5400000" scaled="0"/>
                  </a:gradFill>
                </a:endParaRPr>
              </a:p>
            </p:txBody>
          </p:sp>
        </p:grpSp>
      </p:grpSp>
      <p:sp>
        <p:nvSpPr>
          <p:cNvPr id="123" name="TextBox 122"/>
          <p:cNvSpPr txBox="1"/>
          <p:nvPr/>
        </p:nvSpPr>
        <p:spPr>
          <a:xfrm>
            <a:off x="6194633" y="3968315"/>
            <a:ext cx="1303586" cy="738664"/>
          </a:xfrm>
          <a:prstGeom prst="rect">
            <a:avLst/>
          </a:prstGeom>
          <a:noFill/>
        </p:spPr>
        <p:txBody>
          <a:bodyPr wrap="square" lIns="182880" tIns="146304" rIns="182880" bIns="146304" rtlCol="0">
            <a:spAutoFit/>
          </a:bodyPr>
          <a:lstStyle/>
          <a:p>
            <a:pPr algn="ctr" defTabSz="1218217">
              <a:lnSpc>
                <a:spcPct val="90000"/>
              </a:lnSpc>
            </a:pPr>
            <a:r>
              <a:rPr lang="en-US" sz="1600" dirty="0" smtClean="0">
                <a:ln>
                  <a:solidFill>
                    <a:srgbClr val="FFFFFF">
                      <a:alpha val="0"/>
                    </a:srgbClr>
                  </a:solidFill>
                </a:ln>
                <a:gradFill>
                  <a:gsLst>
                    <a:gs pos="2917">
                      <a:srgbClr val="505050"/>
                    </a:gs>
                    <a:gs pos="100000">
                      <a:srgbClr val="505050"/>
                    </a:gs>
                  </a:gsLst>
                  <a:lin ang="5400000" scaled="0"/>
                </a:gradFill>
              </a:rPr>
              <a:t>100 GB Database</a:t>
            </a:r>
          </a:p>
        </p:txBody>
      </p:sp>
      <p:sp>
        <p:nvSpPr>
          <p:cNvPr id="124" name="Right Arrow 123"/>
          <p:cNvSpPr/>
          <p:nvPr/>
        </p:nvSpPr>
        <p:spPr bwMode="auto">
          <a:xfrm>
            <a:off x="7284358" y="3186029"/>
            <a:ext cx="510220" cy="548640"/>
          </a:xfrm>
          <a:prstGeom prst="rightArrow">
            <a:avLst/>
          </a:prstGeom>
          <a:solidFill>
            <a:schemeClr val="bg1">
              <a:lumMod val="6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defTabSz="932472" fontAlgn="base">
              <a:spcBef>
                <a:spcPct val="0"/>
              </a:spcBef>
              <a:spcAft>
                <a:spcPct val="0"/>
              </a:spcAft>
            </a:pPr>
            <a:endParaRPr lang="en-US" sz="2400" dirty="0" smtClean="0">
              <a:ln>
                <a:solidFill>
                  <a:srgbClr val="FFFFFF">
                    <a:alpha val="0"/>
                  </a:srgbClr>
                </a:solidFill>
              </a:ln>
              <a:solidFill>
                <a:srgbClr val="FFFFFF"/>
              </a:solidFill>
              <a:ea typeface="Segoe UI" pitchFamily="34" charset="0"/>
              <a:cs typeface="Segoe UI" pitchFamily="34" charset="0"/>
            </a:endParaRPr>
          </a:p>
        </p:txBody>
      </p:sp>
      <p:sp>
        <p:nvSpPr>
          <p:cNvPr id="125" name="TextBox 124"/>
          <p:cNvSpPr txBox="1"/>
          <p:nvPr/>
        </p:nvSpPr>
        <p:spPr>
          <a:xfrm>
            <a:off x="6194633" y="5380497"/>
            <a:ext cx="1303586" cy="313932"/>
          </a:xfrm>
          <a:prstGeom prst="rect">
            <a:avLst/>
          </a:prstGeom>
          <a:noFill/>
        </p:spPr>
        <p:txBody>
          <a:bodyPr wrap="square" lIns="91440" tIns="45720" rIns="91440" bIns="45720" rtlCol="0" anchor="ctr">
            <a:spAutoFit/>
          </a:bodyPr>
          <a:lstStyle/>
          <a:p>
            <a:pPr algn="ctr" defTabSz="1218217">
              <a:lnSpc>
                <a:spcPct val="90000"/>
              </a:lnSpc>
            </a:pPr>
            <a:r>
              <a:rPr lang="en-US" sz="1600" dirty="0">
                <a:ln>
                  <a:solidFill>
                    <a:srgbClr val="FFFFFF">
                      <a:alpha val="0"/>
                    </a:srgbClr>
                  </a:solidFill>
                </a:ln>
                <a:gradFill>
                  <a:gsLst>
                    <a:gs pos="2917">
                      <a:srgbClr val="505050"/>
                    </a:gs>
                    <a:gs pos="100000">
                      <a:srgbClr val="505050"/>
                    </a:gs>
                  </a:gsLst>
                  <a:lin ang="5400000" scaled="0"/>
                </a:gradFill>
              </a:rPr>
              <a:t>1,000 TPS</a:t>
            </a:r>
          </a:p>
        </p:txBody>
      </p:sp>
      <p:sp>
        <p:nvSpPr>
          <p:cNvPr id="126" name="TextBox 125"/>
          <p:cNvSpPr txBox="1"/>
          <p:nvPr/>
        </p:nvSpPr>
        <p:spPr>
          <a:xfrm>
            <a:off x="9164975" y="5380497"/>
            <a:ext cx="1422924" cy="313932"/>
          </a:xfrm>
          <a:prstGeom prst="rect">
            <a:avLst/>
          </a:prstGeom>
          <a:noFill/>
        </p:spPr>
        <p:txBody>
          <a:bodyPr wrap="square" lIns="91440" tIns="45720" rIns="91440" bIns="45720" rtlCol="0" anchor="ctr">
            <a:spAutoFit/>
          </a:bodyPr>
          <a:lstStyle/>
          <a:p>
            <a:pPr algn="ctr" defTabSz="1218217">
              <a:lnSpc>
                <a:spcPct val="90000"/>
              </a:lnSpc>
            </a:pPr>
            <a:r>
              <a:rPr lang="en-US" sz="1600" dirty="0">
                <a:ln>
                  <a:solidFill>
                    <a:srgbClr val="FFFFFF">
                      <a:alpha val="0"/>
                    </a:srgbClr>
                  </a:solidFill>
                </a:ln>
                <a:gradFill>
                  <a:gsLst>
                    <a:gs pos="2917">
                      <a:srgbClr val="505050"/>
                    </a:gs>
                    <a:gs pos="100000">
                      <a:srgbClr val="505050"/>
                    </a:gs>
                  </a:gsLst>
                  <a:lin ang="5400000" scaled="0"/>
                </a:gradFill>
              </a:rPr>
              <a:t>10,000 TPS</a:t>
            </a:r>
          </a:p>
        </p:txBody>
      </p:sp>
      <p:sp>
        <p:nvSpPr>
          <p:cNvPr id="127" name="Left Brace 126"/>
          <p:cNvSpPr/>
          <p:nvPr/>
        </p:nvSpPr>
        <p:spPr>
          <a:xfrm rot="16200000">
            <a:off x="9652043" y="2997642"/>
            <a:ext cx="448789" cy="3951678"/>
          </a:xfrm>
          <a:prstGeom prst="leftBrace">
            <a:avLst>
              <a:gd name="adj1" fmla="val 27038"/>
              <a:gd name="adj2" fmla="val 50000"/>
            </a:avLst>
          </a:prstGeom>
          <a:ln>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defTabSz="1218217"/>
            <a:endParaRPr lang="en-US" sz="2400" dirty="0">
              <a:solidFill>
                <a:srgbClr val="505050"/>
              </a:solidFill>
            </a:endParaRPr>
          </a:p>
        </p:txBody>
      </p:sp>
      <p:sp>
        <p:nvSpPr>
          <p:cNvPr id="130" name="Left Brace 129"/>
          <p:cNvSpPr/>
          <p:nvPr/>
        </p:nvSpPr>
        <p:spPr>
          <a:xfrm rot="16200000">
            <a:off x="6622032" y="4399680"/>
            <a:ext cx="448789" cy="1147603"/>
          </a:xfrm>
          <a:prstGeom prst="leftBrace">
            <a:avLst>
              <a:gd name="adj1" fmla="val 27038"/>
              <a:gd name="adj2" fmla="val 50000"/>
            </a:avLst>
          </a:prstGeom>
          <a:ln>
            <a:solidFill>
              <a:schemeClr val="bg1">
                <a:lumMod val="65000"/>
              </a:schemeClr>
            </a:solidFill>
            <a:headEnd type="none"/>
            <a:tailEnd type="none"/>
          </a:ln>
        </p:spPr>
        <p:style>
          <a:lnRef idx="1">
            <a:schemeClr val="accent1"/>
          </a:lnRef>
          <a:fillRef idx="0">
            <a:schemeClr val="accent1"/>
          </a:fillRef>
          <a:effectRef idx="0">
            <a:schemeClr val="accent1"/>
          </a:effectRef>
          <a:fontRef idx="minor">
            <a:schemeClr val="tx1"/>
          </a:fontRef>
        </p:style>
        <p:txBody>
          <a:bodyPr rtlCol="0" anchor="ctr"/>
          <a:lstStyle/>
          <a:p>
            <a:pPr algn="ctr" defTabSz="1218217"/>
            <a:endParaRPr lang="en-US" sz="2400" dirty="0">
              <a:solidFill>
                <a:srgbClr val="505050"/>
              </a:solidFill>
            </a:endParaRPr>
          </a:p>
        </p:txBody>
      </p:sp>
      <p:sp>
        <p:nvSpPr>
          <p:cNvPr id="128" name="Content Placeholder 6"/>
          <p:cNvSpPr txBox="1">
            <a:spLocks/>
          </p:cNvSpPr>
          <p:nvPr/>
        </p:nvSpPr>
        <p:spPr>
          <a:xfrm>
            <a:off x="287338" y="2925384"/>
            <a:ext cx="5760720" cy="1455982"/>
          </a:xfrm>
          <a:prstGeom prst="rect">
            <a:avLst/>
          </a:prstGeom>
          <a:solidFill>
            <a:srgbClr val="005695"/>
          </a:solidFill>
        </p:spPr>
        <p:txBody>
          <a:bodyPr vert="horz" wrap="square" lIns="91440" tIns="45720" rIns="91440" bIns="45720" rtlCol="0" anchor="ctr">
            <a:noAutofit/>
          </a:bodyPr>
          <a:lstStyle>
            <a:lvl1pPr marL="336065" marR="0" indent="-336065" algn="l" defTabSz="914147" rtl="0" eaLnBrk="1" fontAlgn="auto" latinLnBrk="0" hangingPunct="1">
              <a:lnSpc>
                <a:spcPct val="100000"/>
              </a:lnSpc>
              <a:spcBef>
                <a:spcPct val="20000"/>
              </a:spcBef>
              <a:spcAft>
                <a:spcPts val="0"/>
              </a:spcAft>
              <a:buClrTx/>
              <a:buSzPct val="90000"/>
              <a:buFont typeface="Arial" pitchFamily="34" charset="0"/>
              <a:buChar char="•"/>
              <a:tabLst/>
              <a:defRPr sz="3600" kern="1200" spc="0" baseline="0">
                <a:ln>
                  <a:solidFill>
                    <a:schemeClr val="bg1">
                      <a:alpha val="0"/>
                    </a:schemeClr>
                  </a:solidFill>
                </a:ln>
                <a:solidFill>
                  <a:schemeClr val="tx1"/>
                </a:solidFill>
                <a:latin typeface="+mj-lt"/>
                <a:ea typeface="+mn-ea"/>
                <a:cs typeface="+mn-cs"/>
              </a:defRPr>
            </a:lvl1pPr>
            <a:lvl2pPr marL="572553" marR="0" indent="-236486" algn="l" defTabSz="914147" rtl="0" eaLnBrk="1" fontAlgn="auto" latinLnBrk="0" hangingPunct="1">
              <a:lnSpc>
                <a:spcPct val="100000"/>
              </a:lnSpc>
              <a:spcBef>
                <a:spcPct val="20000"/>
              </a:spcBef>
              <a:spcAft>
                <a:spcPts val="0"/>
              </a:spcAft>
              <a:buClrTx/>
              <a:buSzPct val="90000"/>
              <a:buFont typeface="Arial" pitchFamily="34" charset="0"/>
              <a:buChar char="•"/>
              <a:tabLst/>
              <a:defRPr sz="2400" kern="1200" spc="0" baseline="0">
                <a:ln>
                  <a:solidFill>
                    <a:schemeClr val="bg1">
                      <a:alpha val="0"/>
                    </a:schemeClr>
                  </a:solidFill>
                </a:ln>
                <a:solidFill>
                  <a:schemeClr val="tx1"/>
                </a:solidFill>
                <a:latin typeface="+mn-lt"/>
                <a:ea typeface="+mn-ea"/>
                <a:cs typeface="+mn-cs"/>
              </a:defRPr>
            </a:lvl2pPr>
            <a:lvl3pPr marL="784150" marR="0" indent="-224043" algn="l" defTabSz="914147" rtl="0" eaLnBrk="1" fontAlgn="auto" latinLnBrk="0" hangingPunct="1">
              <a:lnSpc>
                <a:spcPct val="100000"/>
              </a:lnSpc>
              <a:spcBef>
                <a:spcPct val="20000"/>
              </a:spcBef>
              <a:spcAft>
                <a:spcPts val="0"/>
              </a:spcAft>
              <a:buClrTx/>
              <a:buSzPct val="90000"/>
              <a:buFont typeface="Arial" pitchFamily="34" charset="0"/>
              <a:buChar char="•"/>
              <a:tabLst/>
              <a:defRPr sz="2000" kern="1200" spc="0" baseline="0">
                <a:ln>
                  <a:solidFill>
                    <a:schemeClr val="bg1">
                      <a:alpha val="0"/>
                    </a:schemeClr>
                  </a:solidFill>
                </a:ln>
                <a:solidFill>
                  <a:schemeClr val="tx1"/>
                </a:solidFill>
                <a:latin typeface="+mn-lt"/>
                <a:ea typeface="+mn-ea"/>
                <a:cs typeface="+mn-cs"/>
              </a:defRPr>
            </a:lvl3pPr>
            <a:lvl4pPr marL="1008195" marR="0" indent="-224043" algn="l" defTabSz="914147" rtl="0" eaLnBrk="1" fontAlgn="auto" latinLnBrk="0" hangingPunct="1">
              <a:lnSpc>
                <a:spcPct val="100000"/>
              </a:lnSpc>
              <a:spcBef>
                <a:spcPct val="20000"/>
              </a:spcBef>
              <a:spcAft>
                <a:spcPts val="0"/>
              </a:spcAft>
              <a:buClrTx/>
              <a:buSzPct val="90000"/>
              <a:buFont typeface="Arial" pitchFamily="34" charset="0"/>
              <a:buChar char="•"/>
              <a:tabLst/>
              <a:defRPr sz="1800" kern="1200" spc="0" baseline="0">
                <a:ln>
                  <a:solidFill>
                    <a:schemeClr val="bg1">
                      <a:alpha val="0"/>
                    </a:schemeClr>
                  </a:solidFill>
                </a:ln>
                <a:solidFill>
                  <a:schemeClr val="tx1"/>
                </a:solidFill>
                <a:latin typeface="+mn-lt"/>
                <a:ea typeface="+mn-ea"/>
                <a:cs typeface="+mn-cs"/>
              </a:defRPr>
            </a:lvl4pPr>
            <a:lvl5pPr marL="1232232" marR="0" indent="-224043" algn="l" defTabSz="914147" rtl="0" eaLnBrk="1" fontAlgn="auto" latinLnBrk="0" hangingPunct="1">
              <a:lnSpc>
                <a:spcPct val="100000"/>
              </a:lnSpc>
              <a:spcBef>
                <a:spcPct val="20000"/>
              </a:spcBef>
              <a:spcAft>
                <a:spcPts val="0"/>
              </a:spcAft>
              <a:buClrTx/>
              <a:buSzPct val="90000"/>
              <a:buFont typeface="Arial" pitchFamily="34" charset="0"/>
              <a:buChar char="•"/>
              <a:tabLst/>
              <a:defRPr sz="1800" kern="1200" spc="0" baseline="0">
                <a:ln>
                  <a:solidFill>
                    <a:schemeClr val="bg1">
                      <a:alpha val="0"/>
                    </a:schemeClr>
                  </a:solidFill>
                </a:ln>
                <a:solidFill>
                  <a:schemeClr val="tx1"/>
                </a:solidFill>
                <a:latin typeface="+mn-lt"/>
                <a:ea typeface="+mn-ea"/>
                <a:cs typeface="+mn-cs"/>
              </a:defRPr>
            </a:lvl5pPr>
            <a:lvl6pPr marL="2513909"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979"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055"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130"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1200"/>
              </a:spcBef>
              <a:buFont typeface="Arial" pitchFamily="34" charset="0"/>
              <a:buNone/>
            </a:pPr>
            <a:r>
              <a:rPr lang="en-IN" sz="2400" dirty="0">
                <a:ln>
                  <a:solidFill>
                    <a:srgbClr val="FFFFFF">
                      <a:alpha val="0"/>
                    </a:srgbClr>
                  </a:solidFill>
                </a:ln>
                <a:gradFill>
                  <a:gsLst>
                    <a:gs pos="2917">
                      <a:srgbClr val="FFFFFF"/>
                    </a:gs>
                    <a:gs pos="30000">
                      <a:srgbClr val="FFFFFF"/>
                    </a:gs>
                  </a:gsLst>
                  <a:lin ang="5400000" scaled="0"/>
                </a:gradFill>
              </a:rPr>
              <a:t>Simplified Development and Administration</a:t>
            </a:r>
          </a:p>
          <a:p>
            <a:pPr marL="0" indent="0">
              <a:spcBef>
                <a:spcPts val="200"/>
              </a:spcBef>
              <a:spcAft>
                <a:spcPts val="400"/>
              </a:spcAft>
              <a:buFont typeface="Arial" pitchFamily="34" charset="0"/>
              <a:buNone/>
            </a:pPr>
            <a:r>
              <a:rPr lang="en-IN" sz="1800" dirty="0">
                <a:ln>
                  <a:solidFill>
                    <a:srgbClr val="FFFFFF">
                      <a:alpha val="0"/>
                    </a:srgbClr>
                  </a:solidFill>
                </a:ln>
                <a:gradFill>
                  <a:gsLst>
                    <a:gs pos="2917">
                      <a:srgbClr val="FFFFFF"/>
                    </a:gs>
                    <a:gs pos="30000">
                      <a:srgbClr val="FFFFFF"/>
                    </a:gs>
                  </a:gsLst>
                  <a:lin ang="5400000" scaled="0"/>
                </a:gradFill>
                <a:latin typeface="Segoe UI"/>
              </a:rPr>
              <a:t>Robust programming &amp; connectivity model for creating dynamic </a:t>
            </a:r>
            <a:r>
              <a:rPr lang="en-IN" sz="1800" dirty="0" smtClean="0">
                <a:ln>
                  <a:solidFill>
                    <a:srgbClr val="FFFFFF">
                      <a:alpha val="0"/>
                    </a:srgbClr>
                  </a:solidFill>
                </a:ln>
                <a:gradFill>
                  <a:gsLst>
                    <a:gs pos="2917">
                      <a:srgbClr val="FFFFFF"/>
                    </a:gs>
                    <a:gs pos="30000">
                      <a:srgbClr val="FFFFFF"/>
                    </a:gs>
                  </a:gsLst>
                  <a:lin ang="5400000" scaled="0"/>
                </a:gradFill>
                <a:latin typeface="Segoe UI"/>
              </a:rPr>
              <a:t>applications</a:t>
            </a:r>
            <a:endParaRPr lang="en-IN" sz="1800" dirty="0">
              <a:ln>
                <a:solidFill>
                  <a:srgbClr val="FFFFFF">
                    <a:alpha val="0"/>
                  </a:srgbClr>
                </a:solidFill>
              </a:ln>
              <a:gradFill>
                <a:gsLst>
                  <a:gs pos="2917">
                    <a:srgbClr val="FFFFFF"/>
                  </a:gs>
                  <a:gs pos="30000">
                    <a:srgbClr val="FFFFFF"/>
                  </a:gs>
                </a:gsLst>
                <a:lin ang="5400000" scaled="0"/>
              </a:gradFill>
              <a:latin typeface="Segoe UI"/>
            </a:endParaRPr>
          </a:p>
        </p:txBody>
      </p:sp>
      <p:sp>
        <p:nvSpPr>
          <p:cNvPr id="129" name="Content Placeholder 6"/>
          <p:cNvSpPr txBox="1">
            <a:spLocks/>
          </p:cNvSpPr>
          <p:nvPr/>
        </p:nvSpPr>
        <p:spPr>
          <a:xfrm>
            <a:off x="287338" y="4460200"/>
            <a:ext cx="5760720" cy="1825983"/>
          </a:xfrm>
          <a:prstGeom prst="rect">
            <a:avLst/>
          </a:prstGeom>
          <a:solidFill>
            <a:schemeClr val="accent5"/>
          </a:solidFill>
        </p:spPr>
        <p:txBody>
          <a:bodyPr vert="horz" wrap="square" lIns="91440" tIns="45720" rIns="91440" bIns="45720" rtlCol="0" anchor="ctr">
            <a:noAutofit/>
          </a:bodyPr>
          <a:lstStyle>
            <a:lvl1pPr marL="336065" marR="0" indent="-336065" algn="l" defTabSz="914147" rtl="0" eaLnBrk="1" fontAlgn="auto" latinLnBrk="0" hangingPunct="1">
              <a:lnSpc>
                <a:spcPct val="100000"/>
              </a:lnSpc>
              <a:spcBef>
                <a:spcPct val="20000"/>
              </a:spcBef>
              <a:spcAft>
                <a:spcPts val="0"/>
              </a:spcAft>
              <a:buClrTx/>
              <a:buSzPct val="90000"/>
              <a:buFont typeface="Arial" pitchFamily="34" charset="0"/>
              <a:buChar char="•"/>
              <a:tabLst/>
              <a:defRPr sz="3600" kern="1200" spc="0" baseline="0">
                <a:ln>
                  <a:solidFill>
                    <a:schemeClr val="bg1">
                      <a:alpha val="0"/>
                    </a:schemeClr>
                  </a:solidFill>
                </a:ln>
                <a:solidFill>
                  <a:schemeClr val="tx1"/>
                </a:solidFill>
                <a:latin typeface="+mj-lt"/>
                <a:ea typeface="+mn-ea"/>
                <a:cs typeface="+mn-cs"/>
              </a:defRPr>
            </a:lvl1pPr>
            <a:lvl2pPr marL="572553" marR="0" indent="-236486" algn="l" defTabSz="914147" rtl="0" eaLnBrk="1" fontAlgn="auto" latinLnBrk="0" hangingPunct="1">
              <a:lnSpc>
                <a:spcPct val="100000"/>
              </a:lnSpc>
              <a:spcBef>
                <a:spcPct val="20000"/>
              </a:spcBef>
              <a:spcAft>
                <a:spcPts val="0"/>
              </a:spcAft>
              <a:buClrTx/>
              <a:buSzPct val="90000"/>
              <a:buFont typeface="Arial" pitchFamily="34" charset="0"/>
              <a:buChar char="•"/>
              <a:tabLst/>
              <a:defRPr sz="2400" kern="1200" spc="0" baseline="0">
                <a:ln>
                  <a:solidFill>
                    <a:schemeClr val="bg1">
                      <a:alpha val="0"/>
                    </a:schemeClr>
                  </a:solidFill>
                </a:ln>
                <a:solidFill>
                  <a:schemeClr val="tx1"/>
                </a:solidFill>
                <a:latin typeface="+mn-lt"/>
                <a:ea typeface="+mn-ea"/>
                <a:cs typeface="+mn-cs"/>
              </a:defRPr>
            </a:lvl2pPr>
            <a:lvl3pPr marL="784150" marR="0" indent="-224043" algn="l" defTabSz="914147" rtl="0" eaLnBrk="1" fontAlgn="auto" latinLnBrk="0" hangingPunct="1">
              <a:lnSpc>
                <a:spcPct val="100000"/>
              </a:lnSpc>
              <a:spcBef>
                <a:spcPct val="20000"/>
              </a:spcBef>
              <a:spcAft>
                <a:spcPts val="0"/>
              </a:spcAft>
              <a:buClrTx/>
              <a:buSzPct val="90000"/>
              <a:buFont typeface="Arial" pitchFamily="34" charset="0"/>
              <a:buChar char="•"/>
              <a:tabLst/>
              <a:defRPr sz="2000" kern="1200" spc="0" baseline="0">
                <a:ln>
                  <a:solidFill>
                    <a:schemeClr val="bg1">
                      <a:alpha val="0"/>
                    </a:schemeClr>
                  </a:solidFill>
                </a:ln>
                <a:solidFill>
                  <a:schemeClr val="tx1"/>
                </a:solidFill>
                <a:latin typeface="+mn-lt"/>
                <a:ea typeface="+mn-ea"/>
                <a:cs typeface="+mn-cs"/>
              </a:defRPr>
            </a:lvl3pPr>
            <a:lvl4pPr marL="1008195" marR="0" indent="-224043" algn="l" defTabSz="914147" rtl="0" eaLnBrk="1" fontAlgn="auto" latinLnBrk="0" hangingPunct="1">
              <a:lnSpc>
                <a:spcPct val="100000"/>
              </a:lnSpc>
              <a:spcBef>
                <a:spcPct val="20000"/>
              </a:spcBef>
              <a:spcAft>
                <a:spcPts val="0"/>
              </a:spcAft>
              <a:buClrTx/>
              <a:buSzPct val="90000"/>
              <a:buFont typeface="Arial" pitchFamily="34" charset="0"/>
              <a:buChar char="•"/>
              <a:tabLst/>
              <a:defRPr sz="1800" kern="1200" spc="0" baseline="0">
                <a:ln>
                  <a:solidFill>
                    <a:schemeClr val="bg1">
                      <a:alpha val="0"/>
                    </a:schemeClr>
                  </a:solidFill>
                </a:ln>
                <a:solidFill>
                  <a:schemeClr val="tx1"/>
                </a:solidFill>
                <a:latin typeface="+mn-lt"/>
                <a:ea typeface="+mn-ea"/>
                <a:cs typeface="+mn-cs"/>
              </a:defRPr>
            </a:lvl4pPr>
            <a:lvl5pPr marL="1232232" marR="0" indent="-224043" algn="l" defTabSz="914147" rtl="0" eaLnBrk="1" fontAlgn="auto" latinLnBrk="0" hangingPunct="1">
              <a:lnSpc>
                <a:spcPct val="100000"/>
              </a:lnSpc>
              <a:spcBef>
                <a:spcPct val="20000"/>
              </a:spcBef>
              <a:spcAft>
                <a:spcPts val="0"/>
              </a:spcAft>
              <a:buClrTx/>
              <a:buSzPct val="90000"/>
              <a:buFont typeface="Arial" pitchFamily="34" charset="0"/>
              <a:buChar char="•"/>
              <a:tabLst/>
              <a:defRPr sz="1800" kern="1200" spc="0" baseline="0">
                <a:ln>
                  <a:solidFill>
                    <a:schemeClr val="bg1">
                      <a:alpha val="0"/>
                    </a:schemeClr>
                  </a:solidFill>
                </a:ln>
                <a:solidFill>
                  <a:schemeClr val="tx1"/>
                </a:solidFill>
                <a:latin typeface="+mn-lt"/>
                <a:ea typeface="+mn-ea"/>
                <a:cs typeface="+mn-cs"/>
              </a:defRPr>
            </a:lvl5pPr>
            <a:lvl6pPr marL="2513909"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0979"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8055"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5130" indent="-228538" algn="l" defTabSz="914147" rtl="0" eaLnBrk="1" latinLnBrk="0" hangingPunct="1">
              <a:spcBef>
                <a:spcPct val="20000"/>
              </a:spcBef>
              <a:buFont typeface="Arial" pitchFamily="34" charset="0"/>
              <a:buChar char="•"/>
              <a:defRPr sz="2000" kern="1200">
                <a:solidFill>
                  <a:schemeClr val="tx1"/>
                </a:solidFill>
                <a:latin typeface="+mn-lt"/>
                <a:ea typeface="+mn-ea"/>
                <a:cs typeface="+mn-cs"/>
              </a:defRPr>
            </a:lvl9pPr>
          </a:lstStyle>
          <a:p>
            <a:pPr marL="0" indent="0">
              <a:spcBef>
                <a:spcPts val="1200"/>
              </a:spcBef>
              <a:buFont typeface="Arial" pitchFamily="34" charset="0"/>
              <a:buNone/>
            </a:pPr>
            <a:r>
              <a:rPr lang="en-IN" sz="2400" dirty="0">
                <a:ln>
                  <a:solidFill>
                    <a:srgbClr val="FFFFFF">
                      <a:alpha val="0"/>
                    </a:srgbClr>
                  </a:solidFill>
                </a:ln>
                <a:gradFill>
                  <a:gsLst>
                    <a:gs pos="2917">
                      <a:srgbClr val="FFFFFF"/>
                    </a:gs>
                    <a:gs pos="30000">
                      <a:srgbClr val="FFFFFF"/>
                    </a:gs>
                  </a:gsLst>
                  <a:lin ang="5400000" scaled="0"/>
                </a:gradFill>
              </a:rPr>
              <a:t>Simplified Multi-tenant Database Tiers</a:t>
            </a:r>
          </a:p>
          <a:p>
            <a:pPr marL="0" indent="0" defTabSz="1218217">
              <a:spcBef>
                <a:spcPts val="200"/>
              </a:spcBef>
              <a:spcAft>
                <a:spcPts val="400"/>
              </a:spcAft>
              <a:buSzTx/>
              <a:buFont typeface="Arial" pitchFamily="34" charset="0"/>
              <a:buNone/>
            </a:pPr>
            <a:r>
              <a:rPr lang="en-IN" sz="1800" dirty="0">
                <a:ln>
                  <a:solidFill>
                    <a:srgbClr val="FFFFFF">
                      <a:alpha val="0"/>
                    </a:srgbClr>
                  </a:solidFill>
                </a:ln>
                <a:gradFill>
                  <a:gsLst>
                    <a:gs pos="2917">
                      <a:srgbClr val="FFFFFF"/>
                    </a:gs>
                    <a:gs pos="30000">
                      <a:srgbClr val="FFFFFF"/>
                    </a:gs>
                  </a:gsLst>
                  <a:lin ang="5400000" scaled="0"/>
                </a:gradFill>
                <a:latin typeface="Segoe UI"/>
              </a:rPr>
              <a:t>Multi-tenancy provides </a:t>
            </a:r>
            <a:r>
              <a:rPr lang="en-IN" sz="1800" b="1" dirty="0">
                <a:ln>
                  <a:solidFill>
                    <a:srgbClr val="FFFFFF">
                      <a:alpha val="0"/>
                    </a:srgbClr>
                  </a:solidFill>
                </a:ln>
                <a:gradFill>
                  <a:gsLst>
                    <a:gs pos="2917">
                      <a:srgbClr val="FFFFFF"/>
                    </a:gs>
                    <a:gs pos="30000">
                      <a:srgbClr val="FFFFFF"/>
                    </a:gs>
                  </a:gsLst>
                  <a:lin ang="5400000" scaled="0"/>
                </a:gradFill>
                <a:latin typeface="Segoe UI"/>
              </a:rPr>
              <a:t>great efficiencies </a:t>
            </a:r>
            <a:r>
              <a:rPr lang="en-IN" sz="1800" dirty="0">
                <a:ln>
                  <a:solidFill>
                    <a:srgbClr val="FFFFFF">
                      <a:alpha val="0"/>
                    </a:srgbClr>
                  </a:solidFill>
                </a:ln>
                <a:gradFill>
                  <a:gsLst>
                    <a:gs pos="2917">
                      <a:srgbClr val="FFFFFF"/>
                    </a:gs>
                    <a:gs pos="30000">
                      <a:srgbClr val="FFFFFF"/>
                    </a:gs>
                  </a:gsLst>
                  <a:lin ang="5400000" scaled="0"/>
                </a:gradFill>
                <a:latin typeface="Segoe UI"/>
              </a:rPr>
              <a:t>by increasing density of tenants per database</a:t>
            </a:r>
          </a:p>
          <a:p>
            <a:pPr marL="0" indent="0" defTabSz="1218217">
              <a:spcBef>
                <a:spcPts val="200"/>
              </a:spcBef>
              <a:spcAft>
                <a:spcPts val="400"/>
              </a:spcAft>
              <a:buSzTx/>
              <a:buFont typeface="Arial" pitchFamily="34" charset="0"/>
              <a:buNone/>
            </a:pPr>
            <a:r>
              <a:rPr lang="en-IN" sz="1800" dirty="0">
                <a:ln>
                  <a:solidFill>
                    <a:srgbClr val="FFFFFF">
                      <a:alpha val="0"/>
                    </a:srgbClr>
                  </a:solidFill>
                </a:ln>
                <a:gradFill>
                  <a:gsLst>
                    <a:gs pos="2917">
                      <a:srgbClr val="FFFFFF"/>
                    </a:gs>
                    <a:gs pos="30000">
                      <a:srgbClr val="FFFFFF"/>
                    </a:gs>
                  </a:gsLst>
                  <a:lin ang="5400000" scaled="0"/>
                </a:gradFill>
                <a:latin typeface="Segoe UI"/>
              </a:rPr>
              <a:t>Applications don’t have to make a static decision about tenant placement</a:t>
            </a:r>
          </a:p>
        </p:txBody>
      </p:sp>
      <p:sp>
        <p:nvSpPr>
          <p:cNvPr id="131" name="Rectangle 130"/>
          <p:cNvSpPr/>
          <p:nvPr/>
        </p:nvSpPr>
        <p:spPr bwMode="auto">
          <a:xfrm>
            <a:off x="6194633" y="1401762"/>
            <a:ext cx="5752892" cy="4884422"/>
          </a:xfrm>
          <a:prstGeom prst="rect">
            <a:avLst/>
          </a:prstGeom>
          <a:noFill/>
          <a:ln w="19050">
            <a:solidFill>
              <a:schemeClr val="bg1">
                <a:lumMod val="75000"/>
              </a:schemeClr>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defTabSz="932472" fontAlgn="base">
              <a:spcBef>
                <a:spcPts val="600"/>
              </a:spcBef>
              <a:spcAft>
                <a:spcPct val="0"/>
              </a:spcAft>
            </a:pPr>
            <a:endParaRPr lang="en-IN" dirty="0">
              <a:ln>
                <a:solidFill>
                  <a:srgbClr val="FFFFFF">
                    <a:alpha val="0"/>
                  </a:srgbClr>
                </a:solidFill>
              </a:ln>
              <a:solidFill>
                <a:srgbClr val="505050"/>
              </a:solidFill>
              <a:ea typeface="Segoe UI" pitchFamily="34" charset="0"/>
              <a:cs typeface="Segoe UI" pitchFamily="34" charset="0"/>
            </a:endParaRPr>
          </a:p>
        </p:txBody>
      </p:sp>
    </p:spTree>
    <p:extLst>
      <p:ext uri="{BB962C8B-B14F-4D97-AF65-F5344CB8AC3E}">
        <p14:creationId xmlns:p14="http://schemas.microsoft.com/office/powerpoint/2010/main" val="335590973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86C400"/>
        </a:solidFill>
        <a:effectLst/>
      </p:bgPr>
    </p:bg>
    <p:spTree>
      <p:nvGrpSpPr>
        <p:cNvPr id="1" name=""/>
        <p:cNvGrpSpPr/>
        <p:nvPr/>
      </p:nvGrpSpPr>
      <p:grpSpPr>
        <a:xfrm>
          <a:off x="0" y="0"/>
          <a:ext cx="0" cy="0"/>
          <a:chOff x="0" y="0"/>
          <a:chExt cx="0" cy="0"/>
        </a:xfrm>
      </p:grpSpPr>
      <p:sp>
        <p:nvSpPr>
          <p:cNvPr id="2" name="TextBox 1"/>
          <p:cNvSpPr txBox="1"/>
          <p:nvPr/>
        </p:nvSpPr>
        <p:spPr>
          <a:xfrm>
            <a:off x="1010652" y="1748588"/>
            <a:ext cx="10732169" cy="2800767"/>
          </a:xfrm>
          <a:prstGeom prst="rect">
            <a:avLst/>
          </a:prstGeom>
          <a:noFill/>
        </p:spPr>
        <p:txBody>
          <a:bodyPr wrap="square" rtlCol="0">
            <a:spAutoFit/>
          </a:bodyPr>
          <a:lstStyle/>
          <a:p>
            <a:r>
              <a:rPr lang="en-NZ" sz="4400" dirty="0" smtClean="0">
                <a:solidFill>
                  <a:prstClr val="black"/>
                </a:solidFill>
              </a:rPr>
              <a:t>Point 1:</a:t>
            </a:r>
          </a:p>
          <a:p>
            <a:endParaRPr lang="en-NZ" sz="4400" dirty="0">
              <a:solidFill>
                <a:prstClr val="black"/>
              </a:solidFill>
            </a:endParaRPr>
          </a:p>
          <a:p>
            <a:r>
              <a:rPr lang="en-GB" sz="4400" dirty="0" smtClean="0">
                <a:solidFill>
                  <a:prstClr val="black"/>
                </a:solidFill>
              </a:rPr>
              <a:t>Performance Principles</a:t>
            </a:r>
            <a:endParaRPr lang="en-GB" sz="4400" dirty="0">
              <a:solidFill>
                <a:prstClr val="black"/>
              </a:solidFill>
            </a:endParaRPr>
          </a:p>
          <a:p>
            <a:endParaRPr lang="en-NZ" sz="4400" dirty="0">
              <a:solidFill>
                <a:prstClr val="black"/>
              </a:solidFill>
            </a:endParaRPr>
          </a:p>
        </p:txBody>
      </p:sp>
    </p:spTree>
    <p:extLst>
      <p:ext uri="{BB962C8B-B14F-4D97-AF65-F5344CB8AC3E}">
        <p14:creationId xmlns:p14="http://schemas.microsoft.com/office/powerpoint/2010/main" val="1979582045"/>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Some general principles</a:t>
            </a:r>
            <a:endParaRPr lang="en-NZ" dirty="0"/>
          </a:p>
        </p:txBody>
      </p:sp>
      <p:sp>
        <p:nvSpPr>
          <p:cNvPr id="3" name="Content Placeholder 2"/>
          <p:cNvSpPr>
            <a:spLocks noGrp="1"/>
          </p:cNvSpPr>
          <p:nvPr>
            <p:ph sz="quarter" idx="10"/>
          </p:nvPr>
        </p:nvSpPr>
        <p:spPr/>
        <p:txBody>
          <a:bodyPr/>
          <a:lstStyle/>
          <a:p>
            <a:r>
              <a:rPr lang="en-NZ" dirty="0" smtClean="0"/>
              <a:t>Chunky not chatty</a:t>
            </a:r>
          </a:p>
          <a:p>
            <a:pPr lvl="1"/>
            <a:r>
              <a:rPr lang="en-NZ" dirty="0" smtClean="0"/>
              <a:t>Batch work</a:t>
            </a:r>
          </a:p>
          <a:p>
            <a:pPr lvl="1"/>
            <a:r>
              <a:rPr lang="en-NZ" dirty="0" smtClean="0"/>
              <a:t>Get all data at once</a:t>
            </a:r>
          </a:p>
          <a:p>
            <a:pPr lvl="1"/>
            <a:r>
              <a:rPr lang="en-NZ" dirty="0" smtClean="0"/>
              <a:t>Hand all writes back up at once. XML, Table Valued </a:t>
            </a:r>
            <a:r>
              <a:rPr lang="en-NZ" dirty="0" err="1" smtClean="0"/>
              <a:t>Params</a:t>
            </a:r>
            <a:r>
              <a:rPr lang="en-NZ" dirty="0" smtClean="0"/>
              <a:t> etc…</a:t>
            </a:r>
          </a:p>
          <a:p>
            <a:r>
              <a:rPr lang="en-NZ" dirty="0" smtClean="0"/>
              <a:t>Caching</a:t>
            </a:r>
          </a:p>
          <a:p>
            <a:pPr lvl="1"/>
            <a:r>
              <a:rPr lang="en-NZ" dirty="0" smtClean="0"/>
              <a:t>Minimize unnecessary reads</a:t>
            </a:r>
          </a:p>
          <a:p>
            <a:pPr lvl="1"/>
            <a:r>
              <a:rPr lang="en-NZ" dirty="0" smtClean="0"/>
              <a:t>How fresh does data for a web app really have to be? 1s? 10s?</a:t>
            </a:r>
          </a:p>
          <a:p>
            <a:r>
              <a:rPr lang="en-NZ" dirty="0" smtClean="0"/>
              <a:t>There are few physical levers to pull</a:t>
            </a:r>
          </a:p>
          <a:p>
            <a:r>
              <a:rPr lang="en-NZ" dirty="0" smtClean="0"/>
              <a:t>Be very sensitive to IO</a:t>
            </a:r>
          </a:p>
          <a:p>
            <a:endParaRPr lang="en-NZ" dirty="0"/>
          </a:p>
        </p:txBody>
      </p:sp>
    </p:spTree>
    <p:extLst>
      <p:ext uri="{BB962C8B-B14F-4D97-AF65-F5344CB8AC3E}">
        <p14:creationId xmlns:p14="http://schemas.microsoft.com/office/powerpoint/2010/main" val="3486559498"/>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Instrumenting your app</a:t>
            </a:r>
            <a:endParaRPr lang="en-US" dirty="0"/>
          </a:p>
        </p:txBody>
      </p:sp>
      <p:sp>
        <p:nvSpPr>
          <p:cNvPr id="3" name="Text Placeholder 2"/>
          <p:cNvSpPr>
            <a:spLocks noGrp="1"/>
          </p:cNvSpPr>
          <p:nvPr>
            <p:ph type="body" sz="quarter" idx="4294967295"/>
          </p:nvPr>
        </p:nvSpPr>
        <p:spPr>
          <a:xfrm>
            <a:off x="0" y="1189038"/>
            <a:ext cx="11652250" cy="1389062"/>
          </a:xfrm>
          <a:prstGeom prst="rect">
            <a:avLst/>
          </a:prstGeom>
        </p:spPr>
        <p:txBody>
          <a:bodyPr/>
          <a:lstStyle/>
          <a:p>
            <a:r>
              <a:rPr lang="en-US" dirty="0" smtClean="0"/>
              <a:t>Snapshotting DMVs</a:t>
            </a:r>
          </a:p>
          <a:p>
            <a:r>
              <a:rPr lang="en-US" dirty="0" smtClean="0"/>
              <a:t>Collecting </a:t>
            </a:r>
            <a:r>
              <a:rPr lang="en-US" dirty="0" err="1" smtClean="0"/>
              <a:t>XEvents</a:t>
            </a:r>
            <a:endParaRPr lang="en-US" dirty="0" smtClean="0"/>
          </a:p>
        </p:txBody>
      </p:sp>
      <p:sp>
        <p:nvSpPr>
          <p:cNvPr id="4" name="Can 3"/>
          <p:cNvSpPr/>
          <p:nvPr/>
        </p:nvSpPr>
        <p:spPr>
          <a:xfrm>
            <a:off x="1028635" y="3855988"/>
            <a:ext cx="1049420" cy="599153"/>
          </a:xfrm>
          <a:prstGeom prst="ca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7"/>
            <a:r>
              <a:rPr lang="en-US" sz="1176" dirty="0">
                <a:solidFill>
                  <a:srgbClr val="FFFFFF"/>
                </a:solidFill>
              </a:rPr>
              <a:t>DB</a:t>
            </a:r>
          </a:p>
        </p:txBody>
      </p:sp>
      <p:sp>
        <p:nvSpPr>
          <p:cNvPr id="5" name="Can 4"/>
          <p:cNvSpPr/>
          <p:nvPr/>
        </p:nvSpPr>
        <p:spPr>
          <a:xfrm>
            <a:off x="957813" y="3801089"/>
            <a:ext cx="1049420" cy="599153"/>
          </a:xfrm>
          <a:prstGeom prst="ca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7"/>
            <a:r>
              <a:rPr lang="en-US" sz="1176" dirty="0">
                <a:solidFill>
                  <a:srgbClr val="FFFFFF"/>
                </a:solidFill>
              </a:rPr>
              <a:t>DB</a:t>
            </a:r>
          </a:p>
        </p:txBody>
      </p:sp>
      <p:sp>
        <p:nvSpPr>
          <p:cNvPr id="6" name="Can 5"/>
          <p:cNvSpPr/>
          <p:nvPr/>
        </p:nvSpPr>
        <p:spPr>
          <a:xfrm>
            <a:off x="862245" y="3739862"/>
            <a:ext cx="1049420" cy="599153"/>
          </a:xfrm>
          <a:prstGeom prst="ca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7"/>
            <a:r>
              <a:rPr lang="en-US" sz="1176" dirty="0">
                <a:solidFill>
                  <a:srgbClr val="FFFFFF"/>
                </a:solidFill>
              </a:rPr>
              <a:t>DB</a:t>
            </a:r>
          </a:p>
        </p:txBody>
      </p:sp>
      <p:sp>
        <p:nvSpPr>
          <p:cNvPr id="7" name="Can 6"/>
          <p:cNvSpPr/>
          <p:nvPr/>
        </p:nvSpPr>
        <p:spPr>
          <a:xfrm>
            <a:off x="2315266" y="3859738"/>
            <a:ext cx="1049420" cy="599153"/>
          </a:xfrm>
          <a:prstGeom prst="ca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7"/>
            <a:r>
              <a:rPr lang="en-US" sz="1176" dirty="0">
                <a:solidFill>
                  <a:srgbClr val="FFFFFF"/>
                </a:solidFill>
              </a:rPr>
              <a:t>DB</a:t>
            </a:r>
          </a:p>
        </p:txBody>
      </p:sp>
      <p:sp>
        <p:nvSpPr>
          <p:cNvPr id="8" name="Can 7"/>
          <p:cNvSpPr/>
          <p:nvPr/>
        </p:nvSpPr>
        <p:spPr>
          <a:xfrm>
            <a:off x="2244444" y="3804839"/>
            <a:ext cx="1049420" cy="599153"/>
          </a:xfrm>
          <a:prstGeom prst="ca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7"/>
            <a:r>
              <a:rPr lang="en-US" sz="1176" dirty="0">
                <a:solidFill>
                  <a:srgbClr val="FFFFFF"/>
                </a:solidFill>
              </a:rPr>
              <a:t>DB</a:t>
            </a:r>
          </a:p>
        </p:txBody>
      </p:sp>
      <p:sp>
        <p:nvSpPr>
          <p:cNvPr id="9" name="Can 8"/>
          <p:cNvSpPr/>
          <p:nvPr/>
        </p:nvSpPr>
        <p:spPr>
          <a:xfrm>
            <a:off x="2148877" y="3743612"/>
            <a:ext cx="1049420" cy="599153"/>
          </a:xfrm>
          <a:prstGeom prst="ca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7"/>
            <a:r>
              <a:rPr lang="en-US" sz="1176" dirty="0">
                <a:solidFill>
                  <a:srgbClr val="FFFFFF"/>
                </a:solidFill>
              </a:rPr>
              <a:t>DB</a:t>
            </a:r>
          </a:p>
        </p:txBody>
      </p:sp>
      <p:sp>
        <p:nvSpPr>
          <p:cNvPr id="10" name="Can 9"/>
          <p:cNvSpPr/>
          <p:nvPr/>
        </p:nvSpPr>
        <p:spPr>
          <a:xfrm>
            <a:off x="3601897" y="3868213"/>
            <a:ext cx="1049420" cy="599153"/>
          </a:xfrm>
          <a:prstGeom prst="ca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7"/>
            <a:r>
              <a:rPr lang="en-US" sz="1176" dirty="0">
                <a:solidFill>
                  <a:srgbClr val="FFFFFF"/>
                </a:solidFill>
              </a:rPr>
              <a:t>DB</a:t>
            </a:r>
          </a:p>
        </p:txBody>
      </p:sp>
      <p:sp>
        <p:nvSpPr>
          <p:cNvPr id="11" name="Can 10"/>
          <p:cNvSpPr/>
          <p:nvPr/>
        </p:nvSpPr>
        <p:spPr>
          <a:xfrm>
            <a:off x="3531076" y="3813314"/>
            <a:ext cx="1049420" cy="599153"/>
          </a:xfrm>
          <a:prstGeom prst="ca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7"/>
            <a:r>
              <a:rPr lang="en-US" sz="1176" dirty="0">
                <a:solidFill>
                  <a:srgbClr val="FFFFFF"/>
                </a:solidFill>
              </a:rPr>
              <a:t>DB</a:t>
            </a:r>
          </a:p>
        </p:txBody>
      </p:sp>
      <p:sp>
        <p:nvSpPr>
          <p:cNvPr id="12" name="Can 11"/>
          <p:cNvSpPr/>
          <p:nvPr/>
        </p:nvSpPr>
        <p:spPr>
          <a:xfrm>
            <a:off x="3435508" y="3752087"/>
            <a:ext cx="1049420" cy="599153"/>
          </a:xfrm>
          <a:prstGeom prst="ca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7"/>
            <a:r>
              <a:rPr lang="en-US" sz="1176" dirty="0">
                <a:solidFill>
                  <a:srgbClr val="FFFFFF"/>
                </a:solidFill>
              </a:rPr>
              <a:t>DB</a:t>
            </a:r>
          </a:p>
        </p:txBody>
      </p:sp>
      <p:sp>
        <p:nvSpPr>
          <p:cNvPr id="13" name="Can 12"/>
          <p:cNvSpPr/>
          <p:nvPr/>
        </p:nvSpPr>
        <p:spPr>
          <a:xfrm>
            <a:off x="6008770" y="3739862"/>
            <a:ext cx="1947861" cy="2146115"/>
          </a:xfrm>
          <a:prstGeom prst="can">
            <a:avLst/>
          </a:prstGeom>
          <a:solidFill>
            <a:srgbClr val="00B0F0"/>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914367"/>
            <a:r>
              <a:rPr lang="en-US" sz="3137" b="1" dirty="0">
                <a:solidFill>
                  <a:srgbClr val="FFFFFF"/>
                </a:solidFill>
              </a:rPr>
              <a:t>DW</a:t>
            </a:r>
            <a:endParaRPr lang="en-US" sz="1176" b="1" dirty="0">
              <a:solidFill>
                <a:srgbClr val="FFFFFF"/>
              </a:solidFill>
            </a:endParaRPr>
          </a:p>
        </p:txBody>
      </p:sp>
      <p:cxnSp>
        <p:nvCxnSpPr>
          <p:cNvPr id="17" name="Elbow Connector 16"/>
          <p:cNvCxnSpPr>
            <a:stCxn id="6" idx="3"/>
            <a:endCxn id="13" idx="2"/>
          </p:cNvCxnSpPr>
          <p:nvPr/>
        </p:nvCxnSpPr>
        <p:spPr>
          <a:xfrm rot="16200000" flipH="1">
            <a:off x="3460910" y="2265059"/>
            <a:ext cx="473905" cy="4621815"/>
          </a:xfrm>
          <a:prstGeom prst="bentConnector2">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19" name="Elbow Connector 18"/>
          <p:cNvCxnSpPr>
            <a:stCxn id="4" idx="3"/>
            <a:endCxn id="13" idx="2"/>
          </p:cNvCxnSpPr>
          <p:nvPr/>
        </p:nvCxnSpPr>
        <p:spPr>
          <a:xfrm rot="16200000" flipH="1">
            <a:off x="3602169" y="2406317"/>
            <a:ext cx="357779" cy="4455425"/>
          </a:xfrm>
          <a:prstGeom prst="bentConnector2">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1" name="Elbow Connector 20"/>
          <p:cNvCxnSpPr>
            <a:stCxn id="5" idx="3"/>
            <a:endCxn id="13" idx="2"/>
          </p:cNvCxnSpPr>
          <p:nvPr/>
        </p:nvCxnSpPr>
        <p:spPr>
          <a:xfrm rot="16200000" flipH="1">
            <a:off x="3539308" y="2343457"/>
            <a:ext cx="412678" cy="4526247"/>
          </a:xfrm>
          <a:prstGeom prst="bentConnector2">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3" name="Elbow Connector 22"/>
          <p:cNvCxnSpPr>
            <a:stCxn id="7" idx="3"/>
            <a:endCxn id="13" idx="2"/>
          </p:cNvCxnSpPr>
          <p:nvPr/>
        </p:nvCxnSpPr>
        <p:spPr>
          <a:xfrm rot="16200000" flipH="1">
            <a:off x="4247358" y="3051508"/>
            <a:ext cx="354029" cy="3168794"/>
          </a:xfrm>
          <a:prstGeom prst="bentConnector2">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5" name="Elbow Connector 24"/>
          <p:cNvCxnSpPr>
            <a:stCxn id="8" idx="3"/>
            <a:endCxn id="13" idx="2"/>
          </p:cNvCxnSpPr>
          <p:nvPr/>
        </p:nvCxnSpPr>
        <p:spPr>
          <a:xfrm rot="16200000" flipH="1">
            <a:off x="4184498" y="2988647"/>
            <a:ext cx="408928" cy="3239616"/>
          </a:xfrm>
          <a:prstGeom prst="bentConnector2">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7" name="Elbow Connector 26"/>
          <p:cNvCxnSpPr>
            <a:stCxn id="9" idx="3"/>
            <a:endCxn id="13" idx="2"/>
          </p:cNvCxnSpPr>
          <p:nvPr/>
        </p:nvCxnSpPr>
        <p:spPr>
          <a:xfrm rot="16200000" flipH="1">
            <a:off x="4106101" y="2910249"/>
            <a:ext cx="470155" cy="3335184"/>
          </a:xfrm>
          <a:prstGeom prst="bentConnector2">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29" name="Elbow Connector 28"/>
          <p:cNvCxnSpPr>
            <a:stCxn id="10" idx="3"/>
            <a:endCxn id="13" idx="2"/>
          </p:cNvCxnSpPr>
          <p:nvPr/>
        </p:nvCxnSpPr>
        <p:spPr>
          <a:xfrm rot="16200000" flipH="1">
            <a:off x="4894913" y="3699061"/>
            <a:ext cx="345554" cy="1882163"/>
          </a:xfrm>
          <a:prstGeom prst="bentConnector2">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31" name="Elbow Connector 30"/>
          <p:cNvCxnSpPr>
            <a:stCxn id="11" idx="3"/>
            <a:endCxn id="13" idx="2"/>
          </p:cNvCxnSpPr>
          <p:nvPr/>
        </p:nvCxnSpPr>
        <p:spPr>
          <a:xfrm rot="16200000" flipH="1">
            <a:off x="4832052" y="3636200"/>
            <a:ext cx="400453" cy="1952985"/>
          </a:xfrm>
          <a:prstGeom prst="bentConnector2">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1" name="Straight Arrow Connector 40"/>
          <p:cNvCxnSpPr>
            <a:stCxn id="13" idx="4"/>
          </p:cNvCxnSpPr>
          <p:nvPr/>
        </p:nvCxnSpPr>
        <p:spPr>
          <a:xfrm flipV="1">
            <a:off x="7956632" y="4812919"/>
            <a:ext cx="1335343" cy="1"/>
          </a:xfrm>
          <a:prstGeom prst="straightConnector1">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cxnSp>
        <p:nvCxnSpPr>
          <p:cNvPr id="42" name="Elbow Connector 41"/>
          <p:cNvCxnSpPr>
            <a:stCxn id="12" idx="3"/>
            <a:endCxn id="13" idx="2"/>
          </p:cNvCxnSpPr>
          <p:nvPr/>
        </p:nvCxnSpPr>
        <p:spPr>
          <a:xfrm rot="16200000" flipH="1">
            <a:off x="4753654" y="3557803"/>
            <a:ext cx="461680" cy="2048552"/>
          </a:xfrm>
          <a:prstGeom prst="bentConnector2">
            <a:avLst/>
          </a:prstGeom>
          <a:ln w="38100">
            <a:solidFill>
              <a:schemeClr val="tx1"/>
            </a:solidFill>
            <a:headEnd type="none"/>
            <a:tailEnd type="triangle"/>
          </a:ln>
        </p:spPr>
        <p:style>
          <a:lnRef idx="1">
            <a:schemeClr val="accent1"/>
          </a:lnRef>
          <a:fillRef idx="0">
            <a:schemeClr val="accent1"/>
          </a:fillRef>
          <a:effectRef idx="0">
            <a:schemeClr val="accent1"/>
          </a:effectRef>
          <a:fontRef idx="minor">
            <a:schemeClr val="tx1"/>
          </a:fontRef>
        </p:style>
      </p:cxnSp>
      <p:sp>
        <p:nvSpPr>
          <p:cNvPr id="45" name="Vertical Scroll 44"/>
          <p:cNvSpPr/>
          <p:nvPr/>
        </p:nvSpPr>
        <p:spPr bwMode="auto">
          <a:xfrm>
            <a:off x="9138193" y="4039438"/>
            <a:ext cx="1532597" cy="1473777"/>
          </a:xfrm>
          <a:prstGeom prst="verticalScroll">
            <a:avLst/>
          </a:prstGeom>
          <a:ln>
            <a:headEnd type="none" w="med" len="med"/>
            <a:tailEnd type="none" w="med" len="med"/>
          </a:ln>
        </p:spPr>
        <p:style>
          <a:lnRef idx="3">
            <a:schemeClr val="lt1"/>
          </a:lnRef>
          <a:fillRef idx="1">
            <a:schemeClr val="accent4"/>
          </a:fillRef>
          <a:effectRef idx="1">
            <a:schemeClr val="accent4"/>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914102" fontAlgn="base">
              <a:lnSpc>
                <a:spcPct val="90000"/>
              </a:lnSpc>
              <a:spcBef>
                <a:spcPct val="0"/>
              </a:spcBef>
              <a:spcAft>
                <a:spcPct val="0"/>
              </a:spcAft>
            </a:pP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47" name="Freeform 46"/>
          <p:cNvSpPr/>
          <p:nvPr/>
        </p:nvSpPr>
        <p:spPr bwMode="auto">
          <a:xfrm>
            <a:off x="9455837" y="4540445"/>
            <a:ext cx="955088" cy="530144"/>
          </a:xfrm>
          <a:custGeom>
            <a:avLst/>
            <a:gdLst>
              <a:gd name="connsiteX0" fmla="*/ 0 w 974239"/>
              <a:gd name="connsiteY0" fmla="*/ 307198 h 307198"/>
              <a:gd name="connsiteX1" fmla="*/ 216310 w 974239"/>
              <a:gd name="connsiteY1" fmla="*/ 12230 h 307198"/>
              <a:gd name="connsiteX2" fmla="*/ 412955 w 974239"/>
              <a:gd name="connsiteY2" fmla="*/ 130217 h 307198"/>
              <a:gd name="connsiteX3" fmla="*/ 698090 w 974239"/>
              <a:gd name="connsiteY3" fmla="*/ 2398 h 307198"/>
              <a:gd name="connsiteX4" fmla="*/ 835742 w 974239"/>
              <a:gd name="connsiteY4" fmla="*/ 267869 h 307198"/>
              <a:gd name="connsiteX5" fmla="*/ 953729 w 974239"/>
              <a:gd name="connsiteY5" fmla="*/ 110553 h 307198"/>
              <a:gd name="connsiteX6" fmla="*/ 973394 w 974239"/>
              <a:gd name="connsiteY6" fmla="*/ 140049 h 3071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974239" h="307198">
                <a:moveTo>
                  <a:pt x="0" y="307198"/>
                </a:moveTo>
                <a:cubicBezTo>
                  <a:pt x="73742" y="174462"/>
                  <a:pt x="147484" y="41727"/>
                  <a:pt x="216310" y="12230"/>
                </a:cubicBezTo>
                <a:cubicBezTo>
                  <a:pt x="285136" y="-17267"/>
                  <a:pt x="332658" y="131856"/>
                  <a:pt x="412955" y="130217"/>
                </a:cubicBezTo>
                <a:cubicBezTo>
                  <a:pt x="493252" y="128578"/>
                  <a:pt x="627626" y="-20544"/>
                  <a:pt x="698090" y="2398"/>
                </a:cubicBezTo>
                <a:cubicBezTo>
                  <a:pt x="768555" y="25340"/>
                  <a:pt x="793136" y="249843"/>
                  <a:pt x="835742" y="267869"/>
                </a:cubicBezTo>
                <a:cubicBezTo>
                  <a:pt x="878348" y="285895"/>
                  <a:pt x="930787" y="131856"/>
                  <a:pt x="953729" y="110553"/>
                </a:cubicBezTo>
                <a:cubicBezTo>
                  <a:pt x="976671" y="89250"/>
                  <a:pt x="975032" y="114649"/>
                  <a:pt x="973394" y="140049"/>
                </a:cubicBezTo>
              </a:path>
            </a:pathLst>
          </a:custGeom>
          <a:ln>
            <a:headEnd type="none" w="med" len="med"/>
            <a:tailEnd type="none" w="med" len="med"/>
          </a:ln>
        </p:spPr>
        <p:style>
          <a:lnRef idx="1">
            <a:schemeClr val="accent6"/>
          </a:lnRef>
          <a:fillRef idx="0">
            <a:schemeClr val="accent6"/>
          </a:fillRef>
          <a:effectRef idx="0">
            <a:schemeClr val="accent6"/>
          </a:effectRef>
          <a:fontRef idx="minor">
            <a:schemeClr val="tx1"/>
          </a:fontRef>
        </p:style>
        <p:txBody>
          <a:bodyPr rtlCol="0" anchor="ctr"/>
          <a:lstStyle/>
          <a:p>
            <a:pPr algn="ctr" defTabSz="914367"/>
            <a:endParaRPr lang="en-US" sz="1765">
              <a:solidFill>
                <a:srgbClr val="FFFFFF"/>
              </a:solidFill>
            </a:endParaRPr>
          </a:p>
        </p:txBody>
      </p:sp>
      <p:cxnSp>
        <p:nvCxnSpPr>
          <p:cNvPr id="49" name="Straight Connector 48"/>
          <p:cNvCxnSpPr/>
          <p:nvPr/>
        </p:nvCxnSpPr>
        <p:spPr>
          <a:xfrm>
            <a:off x="9455837" y="5215173"/>
            <a:ext cx="955088" cy="9639"/>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cxnSp>
        <p:nvCxnSpPr>
          <p:cNvPr id="51" name="Straight Connector 50"/>
          <p:cNvCxnSpPr/>
          <p:nvPr/>
        </p:nvCxnSpPr>
        <p:spPr>
          <a:xfrm flipV="1">
            <a:off x="9455836" y="4467365"/>
            <a:ext cx="0" cy="738169"/>
          </a:xfrm>
          <a:prstGeom prst="line">
            <a:avLst/>
          </a:prstGeom>
          <a:ln>
            <a:solidFill>
              <a:schemeClr val="tx1"/>
            </a:solidFill>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423003555"/>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Other places to get info</a:t>
            </a:r>
            <a:endParaRPr lang="en-NZ" dirty="0"/>
          </a:p>
        </p:txBody>
      </p:sp>
      <p:sp>
        <p:nvSpPr>
          <p:cNvPr id="3" name="Content Placeholder 2"/>
          <p:cNvSpPr>
            <a:spLocks noGrp="1"/>
          </p:cNvSpPr>
          <p:nvPr>
            <p:ph sz="quarter" idx="10"/>
          </p:nvPr>
        </p:nvSpPr>
        <p:spPr/>
        <p:txBody>
          <a:bodyPr/>
          <a:lstStyle/>
          <a:p>
            <a:r>
              <a:rPr lang="en-NZ" dirty="0" smtClean="0"/>
              <a:t>SQL Database Portal</a:t>
            </a:r>
          </a:p>
          <a:p>
            <a:pPr lvl="1"/>
            <a:r>
              <a:rPr lang="en-NZ" dirty="0" smtClean="0"/>
              <a:t>Query performance aggregates (from DMV)</a:t>
            </a:r>
          </a:p>
          <a:p>
            <a:pPr lvl="1"/>
            <a:r>
              <a:rPr lang="en-NZ" dirty="0" smtClean="0"/>
              <a:t>Connection activity including any throttle events (from sys tables)</a:t>
            </a:r>
          </a:p>
          <a:p>
            <a:r>
              <a:rPr lang="en-NZ" dirty="0" smtClean="0"/>
              <a:t>Execution plans</a:t>
            </a:r>
          </a:p>
          <a:p>
            <a:r>
              <a:rPr lang="en-NZ" dirty="0" smtClean="0"/>
              <a:t>Special wait stats</a:t>
            </a:r>
          </a:p>
          <a:p>
            <a:pPr lvl="1"/>
            <a:r>
              <a:rPr lang="en-NZ" dirty="0"/>
              <a:t>SE_REPL_SLOW_SECONDARY_THROTTLE</a:t>
            </a:r>
          </a:p>
          <a:p>
            <a:pPr lvl="1"/>
            <a:r>
              <a:rPr lang="en-NZ" dirty="0" smtClean="0"/>
              <a:t>SE_REPL_COMMIT_ACK</a:t>
            </a:r>
          </a:p>
          <a:p>
            <a:r>
              <a:rPr lang="en-NZ" dirty="0" smtClean="0"/>
              <a:t>Call Support</a:t>
            </a:r>
          </a:p>
          <a:p>
            <a:pPr lvl="1"/>
            <a:r>
              <a:rPr lang="en-NZ" dirty="0" smtClean="0"/>
              <a:t>Need session info (see next session)</a:t>
            </a:r>
          </a:p>
          <a:p>
            <a:pPr lvl="1"/>
            <a:endParaRPr lang="en-NZ" dirty="0"/>
          </a:p>
        </p:txBody>
      </p:sp>
    </p:spTree>
    <p:extLst>
      <p:ext uri="{BB962C8B-B14F-4D97-AF65-F5344CB8AC3E}">
        <p14:creationId xmlns:p14="http://schemas.microsoft.com/office/powerpoint/2010/main" val="221165722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DMVs for Performance Monitoring</a:t>
            </a:r>
            <a:endParaRPr lang="en-US" dirty="0"/>
          </a:p>
        </p:txBody>
      </p:sp>
      <p:sp>
        <p:nvSpPr>
          <p:cNvPr id="6" name="Rectangle 5"/>
          <p:cNvSpPr/>
          <p:nvPr/>
        </p:nvSpPr>
        <p:spPr bwMode="auto">
          <a:xfrm>
            <a:off x="853752" y="1367786"/>
            <a:ext cx="3900704" cy="87943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r>
              <a:rPr lang="en-US" sz="2353" dirty="0" err="1">
                <a:gradFill>
                  <a:gsLst>
                    <a:gs pos="0">
                      <a:srgbClr val="FFFFFF"/>
                    </a:gs>
                    <a:gs pos="100000">
                      <a:srgbClr val="FFFFFF"/>
                    </a:gs>
                  </a:gsLst>
                  <a:lin ang="5400000" scaled="0"/>
                </a:gradFill>
                <a:ea typeface="Segoe UI" pitchFamily="34" charset="0"/>
                <a:cs typeface="Segoe UI" pitchFamily="34" charset="0"/>
              </a:rPr>
              <a:t>Sys.dm_exec_requests</a:t>
            </a: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9" name="Rectangle 8"/>
          <p:cNvSpPr/>
          <p:nvPr/>
        </p:nvSpPr>
        <p:spPr bwMode="auto">
          <a:xfrm>
            <a:off x="853751" y="2364807"/>
            <a:ext cx="3900704" cy="87943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r>
              <a:rPr lang="en-US" sz="2353" dirty="0" err="1">
                <a:gradFill>
                  <a:gsLst>
                    <a:gs pos="0">
                      <a:srgbClr val="FFFFFF"/>
                    </a:gs>
                    <a:gs pos="100000">
                      <a:srgbClr val="FFFFFF"/>
                    </a:gs>
                  </a:gsLst>
                  <a:lin ang="5400000" scaled="0"/>
                </a:gradFill>
                <a:ea typeface="Segoe UI" pitchFamily="34" charset="0"/>
                <a:cs typeface="Segoe UI" pitchFamily="34" charset="0"/>
              </a:rPr>
              <a:t>Sys.dm_exec_query_stats</a:t>
            </a: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0" name="Rectangle 9"/>
          <p:cNvSpPr/>
          <p:nvPr/>
        </p:nvSpPr>
        <p:spPr bwMode="auto">
          <a:xfrm>
            <a:off x="853751" y="3361827"/>
            <a:ext cx="3900704" cy="87943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r>
              <a:rPr lang="en-US" sz="2353" dirty="0" err="1">
                <a:gradFill>
                  <a:gsLst>
                    <a:gs pos="0">
                      <a:srgbClr val="FFFFFF"/>
                    </a:gs>
                    <a:gs pos="100000">
                      <a:srgbClr val="FFFFFF"/>
                    </a:gs>
                  </a:gsLst>
                  <a:lin ang="5400000" scaled="0"/>
                </a:gradFill>
                <a:ea typeface="Segoe UI" pitchFamily="34" charset="0"/>
                <a:cs typeface="Segoe UI" pitchFamily="34" charset="0"/>
              </a:rPr>
              <a:t>Sys.dm_exec_query_plan</a:t>
            </a: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1" name="Rectangle 10"/>
          <p:cNvSpPr/>
          <p:nvPr/>
        </p:nvSpPr>
        <p:spPr bwMode="auto">
          <a:xfrm>
            <a:off x="853750" y="4366313"/>
            <a:ext cx="3900704" cy="87943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r>
              <a:rPr lang="en-US" sz="2353" dirty="0" err="1">
                <a:gradFill>
                  <a:gsLst>
                    <a:gs pos="0">
                      <a:srgbClr val="FFFFFF"/>
                    </a:gs>
                    <a:gs pos="100000">
                      <a:srgbClr val="FFFFFF"/>
                    </a:gs>
                  </a:gsLst>
                  <a:lin ang="5400000" scaled="0"/>
                </a:gradFill>
                <a:ea typeface="Segoe UI" pitchFamily="34" charset="0"/>
                <a:cs typeface="Segoe UI" pitchFamily="34" charset="0"/>
              </a:rPr>
              <a:t>Sys.dm_db_wait_stats</a:t>
            </a:r>
            <a:endParaRPr lang="en-US" sz="2353" dirty="0">
              <a:gradFill>
                <a:gsLst>
                  <a:gs pos="0">
                    <a:srgbClr val="FFFFFF"/>
                  </a:gs>
                  <a:gs pos="100000">
                    <a:srgbClr val="FFFFFF"/>
                  </a:gs>
                </a:gsLst>
                <a:lin ang="5400000" scaled="0"/>
              </a:gradFill>
              <a:ea typeface="Segoe UI" pitchFamily="34" charset="0"/>
              <a:cs typeface="Segoe UI" pitchFamily="34" charset="0"/>
            </a:endParaRPr>
          </a:p>
        </p:txBody>
      </p:sp>
      <p:sp>
        <p:nvSpPr>
          <p:cNvPr id="12" name="Rectangle 11"/>
          <p:cNvSpPr/>
          <p:nvPr/>
        </p:nvSpPr>
        <p:spPr bwMode="auto">
          <a:xfrm>
            <a:off x="853749" y="5370799"/>
            <a:ext cx="3900704" cy="879437"/>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r>
              <a:rPr lang="en-US" sz="2353" dirty="0">
                <a:gradFill>
                  <a:gsLst>
                    <a:gs pos="0">
                      <a:srgbClr val="FFFFFF"/>
                    </a:gs>
                    <a:gs pos="100000">
                      <a:srgbClr val="FFFFFF"/>
                    </a:gs>
                  </a:gsLst>
                  <a:lin ang="5400000" scaled="0"/>
                </a:gradFill>
                <a:ea typeface="Segoe UI" pitchFamily="34" charset="0"/>
                <a:cs typeface="Segoe UI" pitchFamily="34" charset="0"/>
              </a:rPr>
              <a:t>“missing index” DMOs</a:t>
            </a:r>
          </a:p>
        </p:txBody>
      </p:sp>
      <p:sp>
        <p:nvSpPr>
          <p:cNvPr id="14" name="Rectangle 13"/>
          <p:cNvSpPr/>
          <p:nvPr/>
        </p:nvSpPr>
        <p:spPr bwMode="auto">
          <a:xfrm>
            <a:off x="4889586" y="1367787"/>
            <a:ext cx="6105802" cy="879437"/>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r>
              <a:rPr lang="en-US" sz="2353" dirty="0">
                <a:gradFill>
                  <a:gsLst>
                    <a:gs pos="0">
                      <a:srgbClr val="FFFFFF"/>
                    </a:gs>
                    <a:gs pos="100000">
                      <a:srgbClr val="FFFFFF"/>
                    </a:gs>
                  </a:gsLst>
                  <a:lin ang="5400000" scaled="0"/>
                </a:gradFill>
                <a:ea typeface="Segoe UI" pitchFamily="34" charset="0"/>
                <a:cs typeface="Segoe UI" pitchFamily="34" charset="0"/>
              </a:rPr>
              <a:t>Currently running queries</a:t>
            </a:r>
          </a:p>
        </p:txBody>
      </p:sp>
      <p:sp>
        <p:nvSpPr>
          <p:cNvPr id="15" name="Rectangle 14"/>
          <p:cNvSpPr/>
          <p:nvPr/>
        </p:nvSpPr>
        <p:spPr bwMode="auto">
          <a:xfrm>
            <a:off x="4889586" y="2364807"/>
            <a:ext cx="6105802" cy="879437"/>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r>
              <a:rPr lang="en-US" sz="2353" dirty="0">
                <a:gradFill>
                  <a:gsLst>
                    <a:gs pos="0">
                      <a:srgbClr val="FFFFFF"/>
                    </a:gs>
                    <a:gs pos="100000">
                      <a:srgbClr val="FFFFFF"/>
                    </a:gs>
                  </a:gsLst>
                  <a:lin ang="5400000" scaled="0"/>
                </a:gradFill>
                <a:ea typeface="Segoe UI" pitchFamily="34" charset="0"/>
                <a:cs typeface="Segoe UI" pitchFamily="34" charset="0"/>
              </a:rPr>
              <a:t>Aggregate query performance</a:t>
            </a:r>
          </a:p>
        </p:txBody>
      </p:sp>
      <p:sp>
        <p:nvSpPr>
          <p:cNvPr id="16" name="Rectangle 15"/>
          <p:cNvSpPr/>
          <p:nvPr/>
        </p:nvSpPr>
        <p:spPr bwMode="auto">
          <a:xfrm>
            <a:off x="4889586" y="3361827"/>
            <a:ext cx="6105802" cy="879437"/>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r>
              <a:rPr lang="en-US" sz="2353" dirty="0">
                <a:gradFill>
                  <a:gsLst>
                    <a:gs pos="0">
                      <a:srgbClr val="FFFFFF"/>
                    </a:gs>
                    <a:gs pos="100000">
                      <a:srgbClr val="FFFFFF"/>
                    </a:gs>
                  </a:gsLst>
                  <a:lin ang="5400000" scaled="0"/>
                </a:gradFill>
                <a:ea typeface="Segoe UI" pitchFamily="34" charset="0"/>
                <a:cs typeface="Segoe UI" pitchFamily="34" charset="0"/>
              </a:rPr>
              <a:t>Execution plan</a:t>
            </a:r>
          </a:p>
        </p:txBody>
      </p:sp>
      <p:sp>
        <p:nvSpPr>
          <p:cNvPr id="18" name="Rectangle 17"/>
          <p:cNvSpPr/>
          <p:nvPr/>
        </p:nvSpPr>
        <p:spPr bwMode="auto">
          <a:xfrm>
            <a:off x="4889586" y="4382910"/>
            <a:ext cx="6105802" cy="879437"/>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r>
              <a:rPr lang="en-US" sz="2353" dirty="0">
                <a:gradFill>
                  <a:gsLst>
                    <a:gs pos="0">
                      <a:srgbClr val="FFFFFF"/>
                    </a:gs>
                    <a:gs pos="100000">
                      <a:srgbClr val="FFFFFF"/>
                    </a:gs>
                  </a:gsLst>
                  <a:lin ang="5400000" scaled="0"/>
                </a:gradFill>
                <a:ea typeface="Segoe UI" pitchFamily="34" charset="0"/>
                <a:cs typeface="Segoe UI" pitchFamily="34" charset="0"/>
              </a:rPr>
              <a:t>Database level wait stats</a:t>
            </a:r>
          </a:p>
        </p:txBody>
      </p:sp>
      <p:sp>
        <p:nvSpPr>
          <p:cNvPr id="19" name="Rectangle 18"/>
          <p:cNvSpPr/>
          <p:nvPr/>
        </p:nvSpPr>
        <p:spPr bwMode="auto">
          <a:xfrm>
            <a:off x="4889586" y="5370799"/>
            <a:ext cx="6105802" cy="879437"/>
          </a:xfrm>
          <a:prstGeom prst="rect">
            <a:avLst/>
          </a:prstGeom>
          <a:solidFill>
            <a:schemeClr val="accent3"/>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ctr" anchorCtr="0" forceAA="0" compatLnSpc="1">
            <a:prstTxWarp prst="textNoShape">
              <a:avLst/>
            </a:prstTxWarp>
            <a:noAutofit/>
          </a:bodyPr>
          <a:lstStyle/>
          <a:p>
            <a:pPr algn="ctr" defTabSz="914102" fontAlgn="base">
              <a:lnSpc>
                <a:spcPct val="90000"/>
              </a:lnSpc>
              <a:spcBef>
                <a:spcPct val="0"/>
              </a:spcBef>
              <a:spcAft>
                <a:spcPct val="0"/>
              </a:spcAft>
            </a:pPr>
            <a:r>
              <a:rPr lang="en-US" sz="2353" dirty="0">
                <a:gradFill>
                  <a:gsLst>
                    <a:gs pos="0">
                      <a:srgbClr val="FFFFFF"/>
                    </a:gs>
                    <a:gs pos="100000">
                      <a:srgbClr val="FFFFFF"/>
                    </a:gs>
                  </a:gsLst>
                  <a:lin ang="5400000" scaled="0"/>
                </a:gradFill>
                <a:ea typeface="Segoe UI" pitchFamily="34" charset="0"/>
                <a:cs typeface="Segoe UI" pitchFamily="34" charset="0"/>
              </a:rPr>
              <a:t>Possible indexes for performance</a:t>
            </a:r>
          </a:p>
        </p:txBody>
      </p:sp>
    </p:spTree>
    <p:extLst>
      <p:ext uri="{BB962C8B-B14F-4D97-AF65-F5344CB8AC3E}">
        <p14:creationId xmlns:p14="http://schemas.microsoft.com/office/powerpoint/2010/main" val="1645787174"/>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NZ" dirty="0" smtClean="0"/>
              <a:t>Additional Resources</a:t>
            </a:r>
            <a:endParaRPr lang="en-NZ" dirty="0"/>
          </a:p>
        </p:txBody>
      </p:sp>
      <p:sp>
        <p:nvSpPr>
          <p:cNvPr id="3" name="Content Placeholder 2"/>
          <p:cNvSpPr>
            <a:spLocks noGrp="1"/>
          </p:cNvSpPr>
          <p:nvPr>
            <p:ph sz="quarter" idx="10"/>
          </p:nvPr>
        </p:nvSpPr>
        <p:spPr/>
        <p:txBody>
          <a:bodyPr/>
          <a:lstStyle/>
          <a:p>
            <a:r>
              <a:rPr lang="en-NZ" dirty="0" smtClean="0"/>
              <a:t>DBI 337 </a:t>
            </a:r>
            <a:r>
              <a:rPr lang="en-NZ" dirty="0"/>
              <a:t>from TechEd 2013</a:t>
            </a:r>
            <a:br>
              <a:rPr lang="en-NZ" dirty="0"/>
            </a:br>
            <a:r>
              <a:rPr lang="en-NZ" dirty="0" smtClean="0"/>
              <a:t>Query Performance Tuning in WASD</a:t>
            </a:r>
            <a:br>
              <a:rPr lang="en-NZ" dirty="0" smtClean="0"/>
            </a:br>
            <a:r>
              <a:rPr lang="en-NZ" dirty="0" smtClean="0">
                <a:hlinkClick r:id="rId3"/>
              </a:rPr>
              <a:t>http</a:t>
            </a:r>
            <a:r>
              <a:rPr lang="en-NZ" dirty="0">
                <a:hlinkClick r:id="rId3"/>
              </a:rPr>
              <a:t>://</a:t>
            </a:r>
            <a:r>
              <a:rPr lang="en-NZ" dirty="0" smtClean="0">
                <a:hlinkClick r:id="rId3"/>
              </a:rPr>
              <a:t>channel9.msdn.com/Events/TechEd/NorthAmerica/2013/DBI-B337</a:t>
            </a:r>
            <a:r>
              <a:rPr lang="en-NZ" dirty="0" smtClean="0"/>
              <a:t> </a:t>
            </a:r>
          </a:p>
          <a:p>
            <a:r>
              <a:rPr lang="en-NZ" dirty="0"/>
              <a:t>DBI 330 from TechEd 2013</a:t>
            </a:r>
            <a:br>
              <a:rPr lang="en-NZ" dirty="0"/>
            </a:br>
            <a:r>
              <a:rPr lang="en-NZ" dirty="0"/>
              <a:t>Cloud Optimizing T-SQL</a:t>
            </a:r>
            <a:br>
              <a:rPr lang="en-NZ" dirty="0"/>
            </a:br>
            <a:r>
              <a:rPr lang="en-NZ" dirty="0">
                <a:hlinkClick r:id="rId4"/>
              </a:rPr>
              <a:t>http://</a:t>
            </a:r>
            <a:r>
              <a:rPr lang="en-NZ" dirty="0" smtClean="0">
                <a:hlinkClick r:id="rId4"/>
              </a:rPr>
              <a:t>channel9.msdn.com/Events/TechEd/NorthAmerica/2013/DBI-B330</a:t>
            </a:r>
            <a:r>
              <a:rPr lang="en-NZ" dirty="0" smtClean="0"/>
              <a:t> </a:t>
            </a:r>
            <a:endParaRPr lang="en-NZ" dirty="0"/>
          </a:p>
        </p:txBody>
      </p:sp>
    </p:spTree>
    <p:extLst>
      <p:ext uri="{BB962C8B-B14F-4D97-AF65-F5344CB8AC3E}">
        <p14:creationId xmlns:p14="http://schemas.microsoft.com/office/powerpoint/2010/main" val="1676535740"/>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extLst>
      <p:ext uri="{BB962C8B-B14F-4D97-AF65-F5344CB8AC3E}">
        <p14:creationId xmlns:p14="http://schemas.microsoft.com/office/powerpoint/2010/main" val="2835037422"/>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theme/_rels/theme2.xml.rels><?xml version="1.0" encoding="UTF-8" standalone="yes"?>
<Relationships xmlns="http://schemas.openxmlformats.org/package/2006/relationships"><Relationship Id="rId1" Type="http://schemas.openxmlformats.org/officeDocument/2006/relationships/image" Target="../media/image4.png"/></Relationships>
</file>

<file path=ppt/theme/_rels/theme3.xml.rels><?xml version="1.0" encoding="UTF-8" standalone="yes"?>
<Relationships xmlns="http://schemas.openxmlformats.org/package/2006/relationships"><Relationship Id="rId1" Type="http://schemas.openxmlformats.org/officeDocument/2006/relationships/image" Target="../media/image4.png"/></Relationships>
</file>

<file path=ppt/theme/theme1.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MS1444_Windows Azure Template 16x9_r08b">
  <a:themeElements>
    <a:clrScheme name="Custom 14">
      <a:dk1>
        <a:srgbClr val="292929"/>
      </a:dk1>
      <a:lt1>
        <a:srgbClr val="FFFFFF"/>
      </a:lt1>
      <a:dk2>
        <a:srgbClr val="5F5F5F"/>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marL="460375" indent="-460375">
          <a:lnSpc>
            <a:spcPct val="90000"/>
          </a:lnSpc>
          <a:spcBef>
            <a:spcPct val="20000"/>
          </a:spcBef>
          <a:buSzPct val="80000"/>
          <a:buBlip>
            <a:blip xmlns:r="http://schemas.openxmlformats.org/officeDocument/2006/relationships" r:embed="rId1"/>
          </a:buBlip>
          <a:defRPr sz="3200" dirty="0">
            <a:gradFill>
              <a:gsLst>
                <a:gs pos="0">
                  <a:srgbClr val="292929">
                    <a:lumMod val="90000"/>
                    <a:lumOff val="10000"/>
                  </a:srgbClr>
                </a:gs>
                <a:gs pos="86000">
                  <a:srgbClr val="292929">
                    <a:lumMod val="90000"/>
                    <a:lumOff val="10000"/>
                  </a:srgbClr>
                </a:gs>
              </a:gsLst>
              <a:lin ang="5400000" scaled="0"/>
            </a:gradFill>
          </a:defRPr>
        </a:defPPr>
      </a:lstStyle>
    </a:txDef>
  </a:objectDefaults>
  <a:extraClrSchemeLst/>
</a:theme>
</file>

<file path=ppt/theme/theme3.xml><?xml version="1.0" encoding="utf-8"?>
<a:theme xmlns:a="http://schemas.openxmlformats.org/drawingml/2006/main" name="1_MS1444_Windows Azure Template 16x9_r08b">
  <a:themeElements>
    <a:clrScheme name="Custom 14">
      <a:dk1>
        <a:srgbClr val="292929"/>
      </a:dk1>
      <a:lt1>
        <a:srgbClr val="FFFFFF"/>
      </a:lt1>
      <a:dk2>
        <a:srgbClr val="5F5F5F"/>
      </a:dk2>
      <a:lt2>
        <a:srgbClr val="DDDDDD"/>
      </a:lt2>
      <a:accent1>
        <a:srgbClr val="FF8A00"/>
      </a:accent1>
      <a:accent2>
        <a:srgbClr val="00AEEF"/>
      </a:accent2>
      <a:accent3>
        <a:srgbClr val="910091"/>
      </a:accent3>
      <a:accent4>
        <a:srgbClr val="8CC600"/>
      </a:accent4>
      <a:accent5>
        <a:srgbClr val="FF0000"/>
      </a:accent5>
      <a:accent6>
        <a:srgbClr val="0071BC"/>
      </a:accent6>
      <a:hlink>
        <a:srgbClr val="0071BC"/>
      </a:hlink>
      <a:folHlink>
        <a:srgbClr val="00AEEF"/>
      </a:folHlink>
    </a:clrScheme>
    <a:fontScheme name="Segoe UI">
      <a:majorFont>
        <a:latin typeface="Segoe UI"/>
        <a:ea typeface=""/>
        <a:cs typeface=""/>
      </a:majorFont>
      <a:minorFont>
        <a:latin typeface="Segoe UI"/>
        <a:ea typeface=""/>
        <a:cs typeface=""/>
      </a:minorFont>
    </a:fontScheme>
    <a:fmtScheme name="Angles">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20400000"/>
            </a:lightRig>
          </a:scene3d>
          <a:sp3d contourW="6350">
            <a:bevelT w="41275" h="19050" prst="angle"/>
            <a:contourClr>
              <a:schemeClr val="phClr">
                <a:shade val="25000"/>
                <a:satMod val="150000"/>
              </a:schemeClr>
            </a:contourClr>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2"/>
        </a:solidFill>
        <a:ln>
          <a:noFill/>
          <a:headEnd type="none" w="med" len="med"/>
          <a:tailEnd type="none" w="med" len="med"/>
        </a:ln>
        <a:effectLst/>
      </a:spPr>
      <a:bodyPr vert="horz" wrap="square" lIns="91436" tIns="45718" rIns="91436" bIns="45718" numCol="1" rtlCol="0" anchor="ctr" anchorCtr="0" compatLnSpc="1">
        <a:prstTxWarp prst="textNoShape">
          <a:avLst/>
        </a:prstTxWarp>
      </a:bodyPr>
      <a:lstStyle>
        <a:defPPr algn="ctr" defTabSz="914099" fontAlgn="base">
          <a:spcBef>
            <a:spcPct val="0"/>
          </a:spcBef>
          <a:spcAft>
            <a:spcPct val="0"/>
          </a:spcAft>
          <a:defRPr sz="2200" dirty="0" smtClean="0">
            <a:gradFill>
              <a:gsLst>
                <a:gs pos="0">
                  <a:srgbClr val="FFFFFF"/>
                </a:gs>
                <a:gs pos="100000">
                  <a:srgbClr val="FFFFFF"/>
                </a:gs>
              </a:gsLst>
              <a:lin ang="5400000" scaled="0"/>
            </a:gradFill>
          </a:defRPr>
        </a:defPPr>
      </a:lstStyle>
      <a:style>
        <a:lnRef idx="1">
          <a:schemeClr val="accent2"/>
        </a:lnRef>
        <a:fillRef idx="3">
          <a:schemeClr val="accent2"/>
        </a:fillRef>
        <a:effectRef idx="2">
          <a:schemeClr val="accent2"/>
        </a:effectRef>
        <a:fontRef idx="minor">
          <a:schemeClr val="lt1"/>
        </a:fontRef>
      </a:style>
    </a:spDef>
    <a:txDef>
      <a:spPr>
        <a:noFill/>
      </a:spPr>
      <a:bodyPr wrap="square" lIns="0" tIns="0" rIns="0" bIns="0" rtlCol="0">
        <a:spAutoFit/>
      </a:bodyPr>
      <a:lstStyle>
        <a:defPPr marL="460375" indent="-460375">
          <a:lnSpc>
            <a:spcPct val="90000"/>
          </a:lnSpc>
          <a:spcBef>
            <a:spcPct val="20000"/>
          </a:spcBef>
          <a:buSzPct val="80000"/>
          <a:buBlip>
            <a:blip xmlns:r="http://schemas.openxmlformats.org/officeDocument/2006/relationships" r:embed="rId1"/>
          </a:buBlip>
          <a:defRPr sz="3200" dirty="0">
            <a:gradFill>
              <a:gsLst>
                <a:gs pos="0">
                  <a:srgbClr val="292929">
                    <a:lumMod val="90000"/>
                    <a:lumOff val="10000"/>
                  </a:srgbClr>
                </a:gs>
                <a:gs pos="86000">
                  <a:srgbClr val="292929">
                    <a:lumMod val="90000"/>
                    <a:lumOff val="10000"/>
                  </a:srgbClr>
                </a:gs>
              </a:gsLst>
              <a:lin ang="5400000" scaled="0"/>
            </a:gradFill>
          </a:defRPr>
        </a:defPPr>
      </a:lstStyle>
    </a:txDef>
  </a:objectDefaults>
  <a:extraClrSchemeLst/>
</a:theme>
</file>

<file path=ppt/theme/theme4.xml><?xml version="1.0" encoding="utf-8"?>
<a:theme xmlns:a="http://schemas.openxmlformats.org/drawingml/2006/main" name="Server and Cloud 2013">
  <a:themeElements>
    <a:clrScheme name="STB Template">
      <a:dk1>
        <a:srgbClr val="505050"/>
      </a:dk1>
      <a:lt1>
        <a:srgbClr val="FFFFFF"/>
      </a:lt1>
      <a:dk2>
        <a:srgbClr val="008272"/>
      </a:dk2>
      <a:lt2>
        <a:srgbClr val="D2D2D2"/>
      </a:lt2>
      <a:accent1>
        <a:srgbClr val="0072C6"/>
      </a:accent1>
      <a:accent2>
        <a:srgbClr val="DC3C00"/>
      </a:accent2>
      <a:accent3>
        <a:srgbClr val="008272"/>
      </a:accent3>
      <a:accent4>
        <a:srgbClr val="68217A"/>
      </a:accent4>
      <a:accent5>
        <a:srgbClr val="002050"/>
      </a:accent5>
      <a:accent6>
        <a:srgbClr val="442359"/>
      </a:accent6>
      <a:hlink>
        <a:srgbClr val="002050"/>
      </a:hlink>
      <a:folHlink>
        <a:srgbClr val="002050"/>
      </a:folHlink>
    </a:clrScheme>
    <a:fontScheme name="Custom 1">
      <a:majorFont>
        <a:latin typeface="Segoe UI Light"/>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STB_Template_16-9_Sept2013_v12.potx" id="{9C7765DE-A674-4011-A212-5D742AF30369}" vid="{5465D01F-9AE6-47ED-AC67-4D8944814AA9}"/>
    </a:ext>
  </a:extLst>
</a:theme>
</file>

<file path=ppt/theme/theme5.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ct:contentTypeSchema xmlns:ct="http://schemas.microsoft.com/office/2006/metadata/contentType" xmlns:ma="http://schemas.microsoft.com/office/2006/metadata/properties/metaAttributes" ct:_="" ma:_="" ma:contentTypeName="Document" ma:contentTypeID="0x010100ADAECBFCBA2127459F5391FB467379DB" ma:contentTypeVersion="" ma:contentTypeDescription="Create a new document." ma:contentTypeScope="" ma:versionID="b530b1c5ec48d4e62d8369f4934bdb50">
  <xsd:schema xmlns:xsd="http://www.w3.org/2001/XMLSchema" xmlns:xs="http://www.w3.org/2001/XMLSchema" xmlns:p="http://schemas.microsoft.com/office/2006/metadata/properties" xmlns:ns2="E6237313-A68C-48E4-BACD-BCFE55C68AB6" targetNamespace="http://schemas.microsoft.com/office/2006/metadata/properties" ma:root="true" ma:fieldsID="4b475c8459e327cdfcd962abf10e56c0" ns2:_="">
    <xsd:import namespace="E6237313-A68C-48E4-BACD-BCFE55C68AB6"/>
    <xsd:element name="properties">
      <xsd:complexType>
        <xsd:sequence>
          <xsd:element name="documentManagement">
            <xsd:complexType>
              <xsd:all>
                <xsd:element ref="ns2:Content_x0020_Type"/>
                <xsd:element ref="ns2:Module" minOccurs="0"/>
                <xsd:element ref="ns2:Status"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E6237313-A68C-48E4-BACD-BCFE55C68AB6" elementFormDefault="qualified">
    <xsd:import namespace="http://schemas.microsoft.com/office/2006/documentManagement/types"/>
    <xsd:import namespace="http://schemas.microsoft.com/office/infopath/2007/PartnerControls"/>
    <xsd:element name="Content_x0020_Type" ma:index="8" ma:displayName="Content Type" ma:format="Dropdown" ma:internalName="Content_x0020_Type">
      <xsd:simpleType>
        <xsd:restriction base="dms:Choice">
          <xsd:enumeration value="Assessment"/>
          <xsd:enumeration value="Break Slides"/>
          <xsd:enumeration value="CC File"/>
          <xsd:enumeration value="Instructor Image"/>
          <xsd:enumeration value="Outline"/>
          <xsd:enumeration value="Promo Package"/>
          <xsd:enumeration value="Slide Presentation"/>
          <xsd:enumeration value="SME Recruitment"/>
          <xsd:enumeration value="Video"/>
        </xsd:restriction>
      </xsd:simpleType>
    </xsd:element>
    <xsd:element name="Module" ma:index="9" nillable="true" ma:displayName="Module" ma:decimals="0" ma:internalName="Module" ma:percentage="FALSE">
      <xsd:simpleType>
        <xsd:restriction base="dms:Number">
          <xsd:maxInclusive value="40"/>
          <xsd:minInclusive value="1"/>
        </xsd:restriction>
      </xsd:simpleType>
    </xsd:element>
    <xsd:element name="Status" ma:index="10" nillable="true" ma:displayName="Status" ma:default="Draft" ma:format="Dropdown" ma:internalName="Status">
      <xsd:simpleType>
        <xsd:restriction base="dms:Choice">
          <xsd:enumeration value="Draft"/>
          <xsd:enumeration value="Final"/>
        </xsd:restriction>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2.xml><?xml version="1.0" encoding="utf-8"?>
<p:properties xmlns:p="http://schemas.microsoft.com/office/2006/metadata/properties" xmlns:xsi="http://www.w3.org/2001/XMLSchema-instance" xmlns:pc="http://schemas.microsoft.com/office/infopath/2007/PartnerControls">
  <documentManagement>
    <Module xmlns="E6237313-A68C-48E4-BACD-BCFE55C68AB6">4</Module>
    <Status xmlns="E6237313-A68C-48E4-BACD-BCFE55C68AB6">Final</Status>
    <Content_x0020_Type xmlns="E6237313-A68C-48E4-BACD-BCFE55C68AB6">Slide Presentation</Content_x0020_Type>
  </documentManagement>
</p:properties>
</file>

<file path=customXml/item3.xml><?xml version="1.0" encoding="utf-8"?>
<?mso-contentType ?>
<FormTemplates xmlns="http://schemas.microsoft.com/sharepoint/v3/contenttype/forms">
  <Display>DocumentLibraryForm</Display>
  <Edit>DocumentLibraryForm</Edit>
  <New>DocumentLibraryForm</New>
</FormTemplates>
</file>

<file path=customXml/itemProps1.xml><?xml version="1.0" encoding="utf-8"?>
<ds:datastoreItem xmlns:ds="http://schemas.openxmlformats.org/officeDocument/2006/customXml" ds:itemID="{D54BCB4A-438D-4AE5-AF0F-C5485068171D}"/>
</file>

<file path=customXml/itemProps2.xml><?xml version="1.0" encoding="utf-8"?>
<ds:datastoreItem xmlns:ds="http://schemas.openxmlformats.org/officeDocument/2006/customXml" ds:itemID="{7025FDD9-4C58-4084-9F89-0E6ADD6FFF55}"/>
</file>

<file path=customXml/itemProps3.xml><?xml version="1.0" encoding="utf-8"?>
<ds:datastoreItem xmlns:ds="http://schemas.openxmlformats.org/officeDocument/2006/customXml" ds:itemID="{B0CA13EC-1D3C-4D6F-8D1C-E8A452CFC79A}"/>
</file>

<file path=docProps/app.xml><?xml version="1.0" encoding="utf-8"?>
<Properties xmlns="http://schemas.openxmlformats.org/officeDocument/2006/extended-properties" xmlns:vt="http://schemas.openxmlformats.org/officeDocument/2006/docPropsVTypes">
  <Template/>
  <TotalTime>3520</TotalTime>
  <Words>625</Words>
  <Application>Microsoft Office PowerPoint</Application>
  <PresentationFormat>Widescreen</PresentationFormat>
  <Paragraphs>152</Paragraphs>
  <Slides>15</Slides>
  <Notes>15</Notes>
  <HiddenSlides>0</HiddenSlides>
  <MMClips>0</MMClips>
  <ScaleCrop>false</ScaleCrop>
  <HeadingPairs>
    <vt:vector size="6" baseType="variant">
      <vt:variant>
        <vt:lpstr>Fonts Used</vt:lpstr>
      </vt:variant>
      <vt:variant>
        <vt:i4>6</vt:i4>
      </vt:variant>
      <vt:variant>
        <vt:lpstr>Theme</vt:lpstr>
      </vt:variant>
      <vt:variant>
        <vt:i4>4</vt:i4>
      </vt:variant>
      <vt:variant>
        <vt:lpstr>Slide Titles</vt:lpstr>
      </vt:variant>
      <vt:variant>
        <vt:i4>15</vt:i4>
      </vt:variant>
    </vt:vector>
  </HeadingPairs>
  <TitlesOfParts>
    <vt:vector size="25" baseType="lpstr">
      <vt:lpstr>Arial</vt:lpstr>
      <vt:lpstr>Calibri</vt:lpstr>
      <vt:lpstr>Consolas</vt:lpstr>
      <vt:lpstr>Segoe</vt:lpstr>
      <vt:lpstr>Segoe UI</vt:lpstr>
      <vt:lpstr>Segoe UI Light</vt:lpstr>
      <vt:lpstr>1_Office Theme</vt:lpstr>
      <vt:lpstr>MS1444_Windows Azure Template 16x9_r08b</vt:lpstr>
      <vt:lpstr>1_MS1444_Windows Azure Template 16x9_r08b</vt:lpstr>
      <vt:lpstr>Server and Cloud 2013</vt:lpstr>
      <vt:lpstr>PowerPoint Presentation</vt:lpstr>
      <vt:lpstr>Module Overview</vt:lpstr>
      <vt:lpstr>PowerPoint Presentation</vt:lpstr>
      <vt:lpstr>Raw Performance Demo [Greg]</vt:lpstr>
      <vt:lpstr>PowerPoint Presentation</vt:lpstr>
      <vt:lpstr>Available today, Premium with reserved capacity</vt:lpstr>
      <vt:lpstr>SQL Database Reserved Capacity </vt:lpstr>
      <vt:lpstr>SQL Database Scale Out</vt:lpstr>
      <vt:lpstr>PowerPoint Presentation</vt:lpstr>
      <vt:lpstr>Some general principles</vt:lpstr>
      <vt:lpstr>Instrumenting your app</vt:lpstr>
      <vt:lpstr>Other places to get info</vt:lpstr>
      <vt:lpstr>DMVs for Performance Monitoring</vt:lpstr>
      <vt:lpstr>Additional Resources</vt:lpstr>
      <vt:lpstr>PowerPoint Presentation</vt:lpstr>
    </vt:vector>
  </TitlesOfParts>
  <LinksUpToDate>false</LinksUpToDate>
  <SharedDoc>false</SharedDoc>
  <HyperlinksChanged>false</HyperlinksChanged>
  <AppVersion>15.0000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Frank Gartland</dc:creator>
  <cp:lastModifiedBy>Kristen Paulson</cp:lastModifiedBy>
  <cp:revision>132</cp:revision>
  <dcterms:created xsi:type="dcterms:W3CDTF">2013-02-15T23:12:42Z</dcterms:created>
  <dcterms:modified xsi:type="dcterms:W3CDTF">2014-01-22T16:11:10Z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0x010100ADAECBFCBA2127459F5391FB467379DB</vt:lpwstr>
  </property>
  <property fmtid="{D5CDD505-2E9C-101B-9397-08002B2CF9AE}" pid="3" name="IsMyDocuments">
    <vt:bool>true</vt:bool>
  </property>
  <property fmtid="{D5CDD505-2E9C-101B-9397-08002B2CF9AE}" pid="4" name="Related Type Document">
    <vt:lpwstr/>
  </property>
  <property fmtid="{D5CDD505-2E9C-101B-9397-08002B2CF9AE}" pid="5" name="Document Tag">
    <vt:lpwstr>24;#Content Templates|bdbbc9aa-4892-4816-9e36-bf1120da60e9</vt:lpwstr>
  </property>
</Properties>
</file>